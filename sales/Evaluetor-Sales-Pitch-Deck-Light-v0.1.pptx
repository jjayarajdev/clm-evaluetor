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103120" cy="457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1481328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6D28D9"/>
                </a:solidFill>
                <a:latin typeface="Calibri"/>
              </a:defRPr>
            </a:pPr>
            <a:r>
              <a:t>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11827"/>
                </a:solidFill>
                <a:latin typeface="Calibri"/>
              </a:defRPr>
            </a:pPr>
            <a:r>
              <a:t>Your contracts hold the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EA760D"/>
                </a:solidFill>
                <a:latin typeface="Calibri"/>
              </a:defRPr>
            </a:pPr>
            <a:r>
              <a:t>Now you can find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7589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4B5563"/>
                </a:solidFill>
                <a:latin typeface="Calibri"/>
              </a:defRPr>
            </a:pPr>
            <a:r>
              <a:t>AI-native contract intelligence that makes your contracts transparent, measurable, and actionable — in minutes, not months.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54406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544068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54406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  |  AI-Powered Contract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The gap between signing and managing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Contracts are negotiated carefully, then stored away. The obligations, SLAs, and renewal terms inside them often go unmonitored — leaving real value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Limited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enterprises struggle to surface</a:t>
            </a:r>
            <a:br/>
            <a:r>
              <a:t>what’s actually inside their</a:t>
            </a:r>
            <a:br/>
            <a:r>
              <a:t>contract portfolio.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DC2626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Value 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lost annually to missed obligations,</a:t>
            </a:r>
            <a:br/>
            <a:r>
              <a:t>unnoticed auto-renewals, and</a:t>
            </a:r>
            <a:br/>
            <a:r>
              <a:t>penalties that could be avoided.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15–30%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Unclaimed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SLA service credits go unrecovered.</a:t>
            </a:r>
            <a:br/>
            <a:r>
              <a:t>Breaches happen — the challenge</a:t>
            </a:r>
            <a:br/>
            <a:r>
              <a:t>is detecting them in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One platform. Complete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9 specialized AI agents extract, analyze, and monitor everything in your contracts —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128016" cy="12801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AI extracts metadata, 30+ clause types, and risks across 10 categories. Full semantic search across entire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2788920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RAG status indicators, owner assignment, escalation paths, and automated deadline alerts. Never miss a commitment.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1040" y="278892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breach detection, service credit calculation, and vendor scorecards. Know when performance falls short.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983480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Renewal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Auto-renewal detection, notice period tracking, and AI-powered renewal recommendations. Stay ahead of every 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63440" y="4983480"/>
            <a:ext cx="128016" cy="12801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KPI perception gap analysis, vendor health scores, satisfaction surveys, and improvement tracking. Only available in Evaluetor.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21040" y="4983480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SOC 2 Type II, GDPR-ready, AES-256 encryption, SSO/SAML, role-based access, full audit trails.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From upload to intelligence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No templates. No pre-configuration. No training required. Just upload and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03320"/>
            <a:ext cx="82296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6D28D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Drop any PDF, DOCX, or</a:t>
            </a:r>
            <a:br/>
            <a:r>
              <a:t>batch upload a ZIP.</a:t>
            </a:r>
            <a:br/>
            <a:r>
              <a:t>OCR handles scans.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A76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9 agents extract metadata,</a:t>
            </a:r>
            <a:br/>
            <a:r>
              <a:t>clauses, obligations, SLAs,</a:t>
            </a:r>
            <a:br/>
            <a:r>
              <a:t>risks, and renewals.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B277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dashboards surface</a:t>
            </a:r>
            <a:br/>
            <a:r>
              <a:t>risks, deadlines, SLA breaches,</a:t>
            </a:r>
            <a:br/>
            <a:r>
              <a:t>and vendor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Claim credits, meet deadlines,</a:t>
            </a:r>
            <a:br/>
            <a:r>
              <a:t>renegotiate terms, govern</a:t>
            </a:r>
            <a:br/>
            <a:r>
              <a:t>relationships with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Risk Detection: see what others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Every contract carries risk — hidden indemnities, uncapped liabilities, ambiguous termination clauses. Evaluetor’s AI scores and categorises risk automatically so your team can focus on what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How Risk Analysis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Fully automated from upload to alert: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Text extracted from PDF, DOCX, or scanned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Clause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30+ clause types across the full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Risk 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clause scored across 10 risk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Severity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4-level scale: Low, Medium, High, Critical with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Portfolio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High-risk items surfaced on dashboards with recommended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10 Risk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Indemnification, liability caps, IP assignment, termination, confidentiality, non-compete, data protection, insurance, warranty, and force majeure — each scored with weighted severity from 0–100.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Cross-Contract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Knowledge graph compares terms across your portfolio and flags deviations from your norms. Example: “This vendor usually has 30-day payment terms — this contract has 45.”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Portfolio Risk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Aggregate risk posture across all contracts with drill-down by vendor, contract type, business unit, or risk category. Trend analysis shows whether your portfolio risk is improving over 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Obligation Tracking: never miss a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Missed obligations cost money, damage relationships, and create compliance exposure. Evaluetor extracts every obligation from every contract and tracks them through their full lifecycle — with owners, deadlines,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Obligation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From extraction to compliance proof: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Obligations identified with deadlines, parties, and consequences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7 types: delivery, reporting, payment, regulatory, performance, notice,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Owner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obligation assigned to a responsible person with escalation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RAG indicators (Red / Amber / Green) updated as deadlines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Evidence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Compliance evidence attached for audit trails and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RAG Status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At-a-glance compliance visibility across your entire portfolio. Red flags overdue items, amber shows approaching deadlines, green confirms on-track — filterable by vendor, business unit, or contract type.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Configurable Deadline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Automated notifications at configurable lead times before each deadline. Alerts route to obligation owners via email, Slack, or Microsoft Teams — with escalation when deadlines are missed.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Compliance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Generate compliance reports by date range, vendor, or obligation type. Track fulfilment rates over time with trend analysis. Attach evidence documents for audit readiness.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SLA Monitoring: recover what you’re 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SLA breaches happen constantly — the challenge is detecting them. Evaluetor extracts SLA terms, compares them against actual performance, and calculates every service credit you’re entitled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From Contract to Credit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Automated end-to-end: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metrics, targets, measurement periods, and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Performance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Actual performance data imported via API or manual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Threshold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Contracted targets compared against actuals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Violations classified by severity: Minor, Moderate, Major,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Credit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Service credits and penalties computed automatically per contract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9 SLA Metric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Uptime, Response Time, Resolution Time, Throughput, Error Rate, Availability, Latency, MTTR, and Custom metrics — each with targets, thresholds, and measurement windows extracted by AI.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Service Credit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Automatic calculation of credits owed based on breach severity and contract terms. Track recovery status from detection through claim to resolution. Customers report 3–5x more credits found.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Vendor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A–F grade vendor ratings combining SLA compliance rate, breach frequency, financial impact, and trend direction. Compare vendor performance across your portfolio with historical benchmarking.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B2777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Relationship Governance: only in 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Most CLM platforms stop at the contract. Evaluetor goes further — automatically connecting contract data to the business relationships they support. No other CLM vendor offers this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Automated Governance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Contract upload triggers a fully automated pipeline: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Contract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extracts parties, terms, SLAs, and obligations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Counterparties auto-linked to your org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Business relationships created with health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KPIs &amp;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Performance metrics tracked with dual-perspective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Improvement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Gaps automatically surface with action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Perception Gap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Dual-perspective scoring reveals misalignment between how you see vendor performance and how they see it — with severity classification that drives targeted improvement.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Composite Health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Relationship health calculated from Risk (30%), SLA Compliance (40%), and Obligation Fulfillment (30%) — a single score that tells you where each relationship truly stands.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Automated Improvement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When perception gaps exceed thresholds, improvement points are auto-generated with ownership, priority, and action items. From insight to action without manual intervention.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WHY 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AI-native. Not AI-bolted-on.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Legacy CLM tools added AI as an afterthought. We built intelligence into the foundation.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Evaluetor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DocuSign CLM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Icertis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Ironclad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6–12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12–18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3–6 months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AI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9 native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SLA Monitoring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Obligation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AI-extracted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Relationship Governance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Knowledge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Unlimited Users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74151"/>
                          </a:solidFill>
                          <a:latin typeface="Calibri"/>
                        </a:defRPr>
                      </a:pPr>
                      <a:r>
                        <a:t>LLM 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Langfuse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Measurable impact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Immediate, quantifiable results — not months of implementation before you see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6D28D9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Less time</a:t>
            </a:r>
            <a:br/>
            <a:r>
              <a:t>reviewing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EA760D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More SLA credits</a:t>
            </a:r>
            <a:br/>
            <a:r>
              <a:t>recovered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DC2626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Fewer missed</a:t>
            </a:r>
            <a:br/>
            <a:r>
              <a:t>deadlines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59669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Credits recovered</a:t>
            </a:r>
            <a:br/>
            <a:r>
              <a:t>across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484632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Days of contract review compressed to minutes. Automated risk scoring across 10 categories. Portfolio-wide semantic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63440" y="484632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SLA monitoring. Detect breaches the moment they happen. Recover every service credit owed.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0" y="484632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Track every obligation and deadline. Detect auto-renewal traps before they trigger. Understand true financial exposure.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6263640"/>
            <a:ext cx="3657600" cy="502920"/>
          </a:xfrm>
          <a:prstGeom prst="roundRect">
            <a:avLst/>
          </a:prstGeom>
          <a:solidFill>
            <a:srgbClr val="EA76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628192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Let’s schedule a live demo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1508</Words>
  <Application>Microsoft Macintosh PowerPoint</Application>
  <PresentationFormat>Widescreen</PresentationFormat>
  <Paragraphs>235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 Jayakeerthy</cp:lastModifiedBy>
  <cp:revision>2</cp:revision>
  <dcterms:created xsi:type="dcterms:W3CDTF">2013-01-27T09:14:16Z</dcterms:created>
  <dcterms:modified xsi:type="dcterms:W3CDTF">2026-04-15T16:25:32Z</dcterms:modified>
  <cp:category/>
</cp:coreProperties>
</file>