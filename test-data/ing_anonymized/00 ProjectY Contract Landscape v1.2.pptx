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slideMasters/_rels/slideMaster1.xml.rels" ContentType="application/vnd.openxmlformats-package.relationships+xml"/>
  <Override PartName="/ppt/slideMasters/slideMaster1.xml" ContentType="application/vnd.openxmlformats-officedocument.presentationml.slideMaster+xml"/>
  <Override PartName="/ppt/_rels/presentation.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media/image1.jpeg" ContentType="image/jpeg"/>
  <Override PartName="/ppt/media/image2.jpeg" ContentType="image/jpeg"/>
  <Override PartName="/ppt/media/image3.png" ContentType="image/png"/>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5.xml" ContentType="application/vnd.openxmlformats-officedocument.presentationml.slide+xml"/>
  <Override PartName="/ppt/slides/_rels/slide15.xml.rels" ContentType="application/vnd.openxmlformats-package.relationships+xml"/>
  <Override PartName="/ppt/slides/_rels/slide14.xml.rels" ContentType="application/vnd.openxmlformats-package.relationships+xml"/>
  <Override PartName="/ppt/slides/_rels/slide13.xml.rels" ContentType="application/vnd.openxmlformats-package.relationships+xml"/>
  <Override PartName="/ppt/slides/_rels/slide9.xml.rels" ContentType="application/vnd.openxmlformats-package.relationships+xml"/>
  <Override PartName="/ppt/slides/_rels/slide12.xml.rels" ContentType="application/vnd.openxmlformats-package.relationships+xml"/>
  <Override PartName="/ppt/slides/_rels/slide8.xml.rels" ContentType="application/vnd.openxmlformats-package.relationships+xml"/>
  <Override PartName="/ppt/slides/_rels/slide11.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_rels/slide1.xml.rels" ContentType="application/vnd.openxmlformats-package.relationships+xml"/>
  <Override PartName="/ppt/slides/slide13.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7.xml" ContentType="application/vnd.openxmlformats-officedocument.presentationml.slide+xml"/>
  <Override PartName="/ppt/slides/slide1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jpe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bg>
      <p:bgPr>
        <a:solidFill>
          <a:srgbClr val="ffffff"/>
        </a:solidFill>
      </p:bgPr>
    </p:bg>
    <p:spTree>
      <p:nvGrpSpPr>
        <p:cNvPr id="1" name=""/>
        <p:cNvGrpSpPr/>
        <p:nvPr/>
      </p:nvGrpSpPr>
      <p:grpSpPr>
        <a:xfrm>
          <a:off x="0" y="0"/>
          <a:ext cx="0" cy="0"/>
          <a:chOff x="0" y="0"/>
          <a:chExt cx="0" cy="0"/>
        </a:xfrm>
      </p:grpSpPr>
      <p:sp>
        <p:nvSpPr>
          <p:cNvPr id="0" name=""/>
          <p:cNvSpPr/>
          <p:nvPr/>
        </p:nvSpPr>
        <p:spPr>
          <a:xfrm>
            <a:off x="0" y="6418440"/>
            <a:ext cx="8362800" cy="163440"/>
          </a:xfrm>
          <a:prstGeom prst="rect">
            <a:avLst/>
          </a:prstGeom>
          <a:solidFill>
            <a:srgbClr val="f36921"/>
          </a:solidFill>
          <a:ln w="0">
            <a:noFill/>
          </a:ln>
        </p:spPr>
        <p:style>
          <a:lnRef idx="0"/>
          <a:fillRef idx="0"/>
          <a:effectRef idx="0"/>
          <a:fontRef idx="minor"/>
        </p:style>
        <p:txBody>
          <a:bodyPr wrap="none" lIns="93240" rIns="93240" tIns="46440" bIns="46440" anchor="ctr">
            <a:noAutofit/>
          </a:bodyPr>
          <a:p>
            <a:pPr algn="ctr">
              <a:lnSpc>
                <a:spcPct val="100000"/>
              </a:lnSpc>
              <a:tabLst>
                <a:tab algn="l" pos="0"/>
                <a:tab algn="l" pos="933480"/>
                <a:tab algn="l" pos="1866960"/>
                <a:tab algn="l" pos="2800440"/>
                <a:tab algn="l" pos="3733920"/>
                <a:tab algn="l" pos="4667400"/>
                <a:tab algn="l" pos="5600880"/>
                <a:tab algn="l" pos="6534000"/>
                <a:tab algn="l" pos="7467480"/>
                <a:tab algn="l" pos="8400960"/>
                <a:tab algn="l" pos="9334440"/>
                <a:tab algn="l" pos="10267920"/>
              </a:tabLst>
            </a:pPr>
            <a:endParaRPr b="0" lang="en-US" sz="2400" strike="noStrike" u="none">
              <a:solidFill>
                <a:srgbClr val="000066"/>
              </a:solidFill>
              <a:effectLst/>
              <a:uFillTx/>
              <a:latin typeface="Times New Roman"/>
            </a:endParaRPr>
          </a:p>
        </p:txBody>
      </p:sp>
      <p:sp>
        <p:nvSpPr>
          <p:cNvPr id="1" name=""/>
          <p:cNvSpPr/>
          <p:nvPr/>
        </p:nvSpPr>
        <p:spPr>
          <a:xfrm>
            <a:off x="0" y="6545160"/>
            <a:ext cx="8362800" cy="271440"/>
          </a:xfrm>
          <a:prstGeom prst="rect">
            <a:avLst/>
          </a:prstGeom>
          <a:solidFill>
            <a:srgbClr val="000066"/>
          </a:solidFill>
          <a:ln w="0">
            <a:noFill/>
          </a:ln>
        </p:spPr>
        <p:style>
          <a:lnRef idx="0"/>
          <a:fillRef idx="0"/>
          <a:effectRef idx="0"/>
          <a:fontRef idx="minor"/>
        </p:style>
        <p:txBody>
          <a:bodyPr wrap="none" lIns="93240" rIns="93240" tIns="46440" bIns="46440" anchor="ctr">
            <a:noAutofit/>
          </a:bodyPr>
          <a:p>
            <a:pPr algn="ctr">
              <a:lnSpc>
                <a:spcPct val="100000"/>
              </a:lnSpc>
              <a:tabLst>
                <a:tab algn="l" pos="0"/>
                <a:tab algn="l" pos="933480"/>
                <a:tab algn="l" pos="1866960"/>
                <a:tab algn="l" pos="2800440"/>
                <a:tab algn="l" pos="3733920"/>
                <a:tab algn="l" pos="4667400"/>
                <a:tab algn="l" pos="5600880"/>
                <a:tab algn="l" pos="6534000"/>
                <a:tab algn="l" pos="7467480"/>
                <a:tab algn="l" pos="8400960"/>
                <a:tab algn="l" pos="9334440"/>
                <a:tab algn="l" pos="10267920"/>
              </a:tabLst>
            </a:pPr>
            <a:endParaRPr b="0" lang="en-US" sz="2400" strike="noStrike" u="none">
              <a:solidFill>
                <a:srgbClr val="000066"/>
              </a:solidFill>
              <a:effectLst/>
              <a:uFillTx/>
              <a:latin typeface="Times New Roman"/>
            </a:endParaRPr>
          </a:p>
        </p:txBody>
      </p:sp>
      <p:sp>
        <p:nvSpPr>
          <p:cNvPr id="2" name=""/>
          <p:cNvSpPr/>
          <p:nvPr/>
        </p:nvSpPr>
        <p:spPr>
          <a:xfrm>
            <a:off x="7742160" y="6602400"/>
            <a:ext cx="678600" cy="168120"/>
          </a:xfrm>
          <a:prstGeom prst="rect">
            <a:avLst/>
          </a:prstGeom>
          <a:noFill/>
          <a:ln w="0">
            <a:noFill/>
          </a:ln>
        </p:spPr>
        <p:style>
          <a:lnRef idx="0"/>
          <a:fillRef idx="0"/>
          <a:effectRef idx="0"/>
          <a:fontRef idx="minor"/>
        </p:style>
        <p:txBody>
          <a:bodyPr wrap="none" lIns="0" rIns="0" tIns="0" bIns="0" anchor="b">
            <a:spAutoFit/>
          </a:bodyPr>
          <a:p>
            <a:pPr algn="ctr">
              <a:lnSpc>
                <a:spcPct val="100000"/>
              </a:lnSpc>
              <a:tabLst>
                <a:tab algn="l" pos="0"/>
                <a:tab algn="l" pos="1123920"/>
                <a:tab algn="l" pos="2247840"/>
                <a:tab algn="l" pos="3371760"/>
                <a:tab algn="l" pos="4495680"/>
                <a:tab algn="l" pos="5619600"/>
                <a:tab algn="l" pos="6743880"/>
                <a:tab algn="l" pos="7867800"/>
                <a:tab algn="l" pos="8991720"/>
                <a:tab algn="l" pos="10115640"/>
              </a:tabLst>
            </a:pPr>
            <a:fld id="{51B19256-7729-49EA-BCC7-BAF0C7B6AE92}" type="slidenum">
              <a:rPr b="1" lang="en-US" sz="1100" strike="noStrike" u="none">
                <a:solidFill>
                  <a:srgbClr val="ffffff"/>
                </a:solidFill>
                <a:effectLst/>
                <a:uFillTx/>
                <a:latin typeface="Arial"/>
              </a:rPr>
              <a:t>&lt;number&gt;</a:t>
            </a:fld>
            <a:endParaRPr b="0" lang="en-US" sz="1100" strike="noStrike" u="none">
              <a:solidFill>
                <a:srgbClr val="000066"/>
              </a:solidFill>
              <a:effectLst/>
              <a:uFillTx/>
              <a:latin typeface="Times New Roman"/>
            </a:endParaRPr>
          </a:p>
        </p:txBody>
      </p:sp>
      <p:sp>
        <p:nvSpPr>
          <p:cNvPr id="3" name="PlaceHolder 1"/>
          <p:cNvSpPr>
            <a:spLocks noGrp="1"/>
          </p:cNvSpPr>
          <p:nvPr>
            <p:ph type="title"/>
          </p:nvPr>
        </p:nvSpPr>
        <p:spPr>
          <a:xfrm>
            <a:off x="122400" y="502560"/>
            <a:ext cx="8812080" cy="335520"/>
          </a:xfrm>
          <a:prstGeom prst="rect">
            <a:avLst/>
          </a:prstGeom>
          <a:noFill/>
          <a:ln w="0">
            <a:noFill/>
          </a:ln>
        </p:spPr>
        <p:txBody>
          <a:bodyPr lIns="0" rIns="0" tIns="0" bIns="0" anchor="b">
            <a:noAutofit/>
          </a:bodyPr>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US" sz="2200" strike="noStrike" u="none">
                <a:solidFill>
                  <a:srgbClr val="000066"/>
                </a:solidFill>
                <a:effectLst/>
                <a:uFillTx/>
                <a:latin typeface="Arial Black"/>
              </a:rPr>
              <a:t>Click to edit the title text format</a:t>
            </a:r>
            <a:endParaRPr b="1" lang="en-US" sz="2200" strike="noStrike" u="none">
              <a:solidFill>
                <a:srgbClr val="000066"/>
              </a:solidFill>
              <a:effectLst/>
              <a:uFillTx/>
              <a:latin typeface="Arial Black"/>
            </a:endParaRPr>
          </a:p>
        </p:txBody>
      </p:sp>
      <p:sp>
        <p:nvSpPr>
          <p:cNvPr id="4" name="PlaceHolder 2"/>
          <p:cNvSpPr>
            <a:spLocks noGrp="1"/>
          </p:cNvSpPr>
          <p:nvPr>
            <p:ph type="body"/>
          </p:nvPr>
        </p:nvSpPr>
        <p:spPr>
          <a:xfrm>
            <a:off x="125280" y="1298160"/>
            <a:ext cx="8793360" cy="2134800"/>
          </a:xfrm>
          <a:prstGeom prst="rect">
            <a:avLst/>
          </a:prstGeom>
          <a:noFill/>
          <a:ln w="0">
            <a:noFill/>
          </a:ln>
        </p:spPr>
        <p:txBody>
          <a:bodyPr lIns="0" rIns="0" tIns="0" bIns="0" anchor="t">
            <a:normAutofit fontScale="92500" lnSpcReduction="9999"/>
          </a:bodyPr>
          <a:p>
            <a:pPr indent="0">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US" sz="2000" strike="noStrike" u="none">
                <a:solidFill>
                  <a:srgbClr val="000066"/>
                </a:solidFill>
                <a:effectLst/>
                <a:uFillTx/>
                <a:latin typeface="Arial"/>
              </a:rPr>
              <a:t>Click to edit the outline text format</a:t>
            </a:r>
            <a:endParaRPr b="0" lang="en-US" sz="2000" strike="noStrike" u="none">
              <a:solidFill>
                <a:srgbClr val="000066"/>
              </a:solidFill>
              <a:effectLst/>
              <a:uFillTx/>
              <a:latin typeface="Arial"/>
            </a:endParaRPr>
          </a:p>
          <a:p>
            <a:pPr lvl="1" marL="461880" indent="-460440">
              <a:buClr>
                <a:srgbClr val="000066"/>
              </a:buClr>
              <a:buSzPct val="120000"/>
              <a:buFont typeface="Wingdings" charset="2"/>
              <a:buChar char=""/>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US" sz="2000" strike="noStrike" u="none">
                <a:solidFill>
                  <a:srgbClr val="000066"/>
                </a:solidFill>
                <a:effectLst/>
                <a:uFillTx/>
                <a:latin typeface="Arial"/>
              </a:rPr>
              <a:t>Second Outline Level</a:t>
            </a:r>
            <a:endParaRPr b="0" lang="en-US" sz="2000" strike="noStrike" u="none">
              <a:solidFill>
                <a:srgbClr val="000066"/>
              </a:solidFill>
              <a:effectLst/>
              <a:uFillTx/>
              <a:latin typeface="Arial"/>
            </a:endParaRPr>
          </a:p>
          <a:p>
            <a:pPr lvl="2" marL="911160" indent="-447480">
              <a:buClr>
                <a:srgbClr val="000066"/>
              </a:buClr>
              <a:buFont typeface="Arial"/>
              <a:buChar char="–"/>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US" sz="2000" strike="noStrike" u="none">
                <a:solidFill>
                  <a:srgbClr val="000066"/>
                </a:solidFill>
                <a:effectLst/>
                <a:uFillTx/>
                <a:latin typeface="Arial"/>
              </a:rPr>
              <a:t>Third Outline Level</a:t>
            </a:r>
            <a:endParaRPr b="0" lang="en-US" sz="2000" strike="noStrike" u="none">
              <a:solidFill>
                <a:srgbClr val="000066"/>
              </a:solidFill>
              <a:effectLst/>
              <a:uFillTx/>
              <a:latin typeface="Arial"/>
            </a:endParaRPr>
          </a:p>
          <a:p>
            <a:pPr lvl="3" marL="1455840" indent="-542880">
              <a:buClr>
                <a:srgbClr val="000066"/>
              </a:buClr>
              <a:buSzPct val="89000"/>
              <a:buFont typeface="Arial"/>
              <a:buChar char="•"/>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US" sz="2000" strike="noStrike" u="none">
                <a:solidFill>
                  <a:srgbClr val="000066"/>
                </a:solidFill>
                <a:effectLst/>
                <a:uFillTx/>
                <a:latin typeface="Arial"/>
              </a:rPr>
              <a:t>Fourth Outline Level</a:t>
            </a:r>
            <a:endParaRPr b="0" lang="en-US" sz="2000" strike="noStrike" u="none">
              <a:solidFill>
                <a:srgbClr val="000066"/>
              </a:solidFill>
              <a:effectLst/>
              <a:uFillTx/>
              <a:latin typeface="Arial"/>
            </a:endParaRPr>
          </a:p>
          <a:p>
            <a:pPr lvl="4" marL="2016000" indent="-558720">
              <a:buClr>
                <a:srgbClr val="000066"/>
              </a:buClr>
              <a:buSzPct val="75000"/>
              <a:buFont typeface="Arial"/>
              <a:buChar char="–"/>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US" sz="2000" strike="noStrike" u="none">
                <a:solidFill>
                  <a:srgbClr val="000066"/>
                </a:solidFill>
                <a:effectLst/>
                <a:uFillTx/>
                <a:latin typeface="Arial"/>
              </a:rPr>
              <a:t>Fifth Outline Level</a:t>
            </a:r>
            <a:endParaRPr b="0" lang="en-US" sz="2000" strike="noStrike" u="none">
              <a:solidFill>
                <a:srgbClr val="000066"/>
              </a:solidFill>
              <a:effectLst/>
              <a:uFillTx/>
              <a:latin typeface="Arial"/>
            </a:endParaRPr>
          </a:p>
          <a:p>
            <a:pPr lvl="5" marL="2016000" indent="-558720">
              <a:buClr>
                <a:srgbClr val="000066"/>
              </a:buClr>
              <a:buSzPct val="75000"/>
              <a:buFont typeface="Arial"/>
              <a:buChar char="–"/>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US" sz="2000" strike="noStrike" u="none">
                <a:solidFill>
                  <a:srgbClr val="000066"/>
                </a:solidFill>
                <a:effectLst/>
                <a:uFillTx/>
                <a:latin typeface="Arial"/>
              </a:rPr>
              <a:t>Sixth Outline Level</a:t>
            </a:r>
            <a:endParaRPr b="0" lang="en-US" sz="2000" strike="noStrike" u="none">
              <a:solidFill>
                <a:srgbClr val="000066"/>
              </a:solidFill>
              <a:effectLst/>
              <a:uFillTx/>
              <a:latin typeface="Arial"/>
            </a:endParaRPr>
          </a:p>
          <a:p>
            <a:pPr lvl="6" marL="2016000" indent="-558720">
              <a:buClr>
                <a:srgbClr val="000066"/>
              </a:buClr>
              <a:buSzPct val="75000"/>
              <a:buFont typeface="Arial"/>
              <a:buChar char="–"/>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US" sz="2000" strike="noStrike" u="none">
                <a:solidFill>
                  <a:srgbClr val="000066"/>
                </a:solidFill>
                <a:effectLst/>
                <a:uFillTx/>
                <a:latin typeface="Arial"/>
              </a:rPr>
              <a:t>Seventh Outline Level</a:t>
            </a:r>
            <a:endParaRPr b="0" lang="en-US" sz="2000" strike="noStrike" u="none">
              <a:solidFill>
                <a:srgbClr val="000066"/>
              </a:solidFill>
              <a:effectLst/>
              <a:uFillTx/>
              <a:latin typeface="Arial"/>
            </a:endParaRPr>
          </a:p>
        </p:txBody>
      </p:sp>
      <p:grpSp>
        <p:nvGrpSpPr>
          <p:cNvPr id="5" name="McK Slide Elements"/>
          <p:cNvGrpSpPr/>
          <p:nvPr/>
        </p:nvGrpSpPr>
        <p:grpSpPr>
          <a:xfrm>
            <a:off x="122400" y="933480"/>
            <a:ext cx="8792640" cy="5470200"/>
            <a:chOff x="122400" y="933480"/>
            <a:chExt cx="8792640" cy="5470200"/>
          </a:xfrm>
        </p:grpSpPr>
        <p:sp>
          <p:nvSpPr>
            <p:cNvPr id="6" name="McK Measure" hidden="1"/>
            <p:cNvSpPr/>
            <p:nvPr/>
          </p:nvSpPr>
          <p:spPr>
            <a:xfrm>
              <a:off x="122400" y="933480"/>
              <a:ext cx="8792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US" sz="1600" strike="noStrike" u="none">
                  <a:solidFill>
                    <a:srgbClr val="000066"/>
                  </a:solidFill>
                  <a:effectLst/>
                  <a:uFillTx/>
                  <a:latin typeface="Arial"/>
                </a:rPr>
                <a:t>Unit of measure</a:t>
              </a:r>
              <a:endParaRPr b="0" lang="en-US" sz="1600" strike="noStrike" u="none">
                <a:solidFill>
                  <a:srgbClr val="000066"/>
                </a:solidFill>
                <a:effectLst/>
                <a:uFillTx/>
                <a:latin typeface="Times New Roman"/>
              </a:endParaRPr>
            </a:p>
          </p:txBody>
        </p:sp>
        <p:sp>
          <p:nvSpPr>
            <p:cNvPr id="7" name="McK Footnote" hidden="1"/>
            <p:cNvSpPr/>
            <p:nvPr/>
          </p:nvSpPr>
          <p:spPr>
            <a:xfrm>
              <a:off x="125640" y="6037560"/>
              <a:ext cx="8758800" cy="366120"/>
            </a:xfrm>
            <a:prstGeom prst="rect">
              <a:avLst/>
            </a:prstGeom>
            <a:noFill/>
            <a:ln w="0">
              <a:noFill/>
            </a:ln>
          </p:spPr>
          <p:style>
            <a:lnRef idx="0"/>
            <a:fillRef idx="0"/>
            <a:effectRef idx="0"/>
            <a:fontRef idx="minor"/>
          </p:style>
          <p:txBody>
            <a:bodyPr lIns="0" rIns="0" tIns="0" bIns="0" anchor="b">
              <a:spAutoFit/>
            </a:bodyPr>
            <a:p>
              <a:pPr marL="585720" indent="-585720">
                <a:lnSpc>
                  <a:spcPct val="100000"/>
                </a:lnSpc>
                <a:tabLst>
                  <a:tab algn="l" pos="0"/>
                  <a:tab algn="r" pos="54468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US" sz="1200" strike="noStrike" u="none">
                  <a:solidFill>
                    <a:srgbClr val="000066"/>
                  </a:solidFill>
                  <a:effectLst/>
                  <a:uFillTx/>
                  <a:latin typeface="Arial"/>
                </a:rPr>
                <a:t>	</a:t>
              </a:r>
              <a:r>
                <a:rPr b="0" lang="en-US" sz="1200" strike="noStrike" u="none">
                  <a:solidFill>
                    <a:srgbClr val="000066"/>
                  </a:solidFill>
                  <a:effectLst/>
                  <a:uFillTx/>
                  <a:latin typeface="Arial"/>
                </a:rPr>
                <a:t>*</a:t>
              </a:r>
              <a:r>
                <a:rPr b="0" lang="en-US" sz="1200" strike="noStrike" u="none">
                  <a:solidFill>
                    <a:srgbClr val="000066"/>
                  </a:solidFill>
                  <a:effectLst/>
                  <a:uFillTx/>
                  <a:latin typeface="Arial"/>
                </a:rPr>
                <a:t>	</a:t>
              </a:r>
              <a:r>
                <a:rPr b="0" lang="en-US" sz="1200" strike="noStrike" u="none">
                  <a:solidFill>
                    <a:srgbClr val="000066"/>
                  </a:solidFill>
                  <a:effectLst/>
                  <a:uFillTx/>
                  <a:latin typeface="Arial"/>
                </a:rPr>
                <a:t>Footnote</a:t>
              </a:r>
              <a:endParaRPr b="0" lang="en-US" sz="1200" strike="noStrike" u="none">
                <a:solidFill>
                  <a:srgbClr val="000066"/>
                </a:solidFill>
                <a:effectLst/>
                <a:uFillTx/>
                <a:latin typeface="Times New Roman"/>
              </a:endParaRPr>
            </a:p>
            <a:p>
              <a:pPr marL="585720" indent="-585720">
                <a:lnSpc>
                  <a:spcPct val="100000"/>
                </a:lnSpc>
                <a:tabLst>
                  <a:tab algn="l" pos="0"/>
                  <a:tab algn="r" pos="54468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US" sz="1200" strike="noStrike" u="none">
                  <a:solidFill>
                    <a:srgbClr val="000066"/>
                  </a:solidFill>
                  <a:effectLst/>
                  <a:uFillTx/>
                  <a:latin typeface="Arial"/>
                </a:rPr>
                <a:t>Source:</a:t>
              </a:r>
              <a:r>
                <a:rPr b="0" lang="en-US" sz="1200" strike="noStrike" u="none">
                  <a:solidFill>
                    <a:srgbClr val="000066"/>
                  </a:solidFill>
                  <a:effectLst/>
                  <a:uFillTx/>
                  <a:latin typeface="Arial"/>
                </a:rPr>
                <a:t>	</a:t>
              </a:r>
              <a:r>
                <a:rPr b="0" lang="en-US" sz="1200" strike="noStrike" u="none">
                  <a:solidFill>
                    <a:srgbClr val="000066"/>
                  </a:solidFill>
                  <a:effectLst/>
                  <a:uFillTx/>
                  <a:latin typeface="Arial"/>
                </a:rPr>
                <a:t>	</a:t>
              </a:r>
              <a:r>
                <a:rPr b="0" lang="en-US" sz="1200" strike="noStrike" u="none">
                  <a:solidFill>
                    <a:srgbClr val="000066"/>
                  </a:solidFill>
                  <a:effectLst/>
                  <a:uFillTx/>
                  <a:latin typeface="Arial"/>
                </a:rPr>
                <a:t>Source</a:t>
              </a:r>
              <a:endParaRPr b="0" lang="en-US" sz="1200" strike="noStrike" u="none">
                <a:solidFill>
                  <a:srgbClr val="000066"/>
                </a:solidFill>
                <a:effectLst/>
                <a:uFillTx/>
                <a:latin typeface="Times New Roman"/>
              </a:endParaRPr>
            </a:p>
          </p:txBody>
        </p:sp>
      </p:grpSp>
      <p:grpSp>
        <p:nvGrpSpPr>
          <p:cNvPr id="8" name="McK Legend Boxes"/>
          <p:cNvGrpSpPr/>
          <p:nvPr/>
        </p:nvGrpSpPr>
        <p:grpSpPr>
          <a:xfrm>
            <a:off x="7981920" y="933480"/>
            <a:ext cx="948240" cy="827280"/>
            <a:chOff x="7981920" y="933480"/>
            <a:chExt cx="948240" cy="827280"/>
          </a:xfrm>
        </p:grpSpPr>
        <p:sp>
          <p:nvSpPr>
            <p:cNvPr id="9" name="LegendRectangle1" hidden="1"/>
            <p:cNvSpPr/>
            <p:nvPr/>
          </p:nvSpPr>
          <p:spPr>
            <a:xfrm>
              <a:off x="7981920" y="944280"/>
              <a:ext cx="218520" cy="163440"/>
            </a:xfrm>
            <a:prstGeom prst="rect">
              <a:avLst/>
            </a:prstGeom>
            <a:solidFill>
              <a:srgbClr val="d2d8ea"/>
            </a:solidFill>
            <a:ln w="9360">
              <a:solidFill>
                <a:srgbClr val="000066"/>
              </a:solidFill>
              <a:miter/>
            </a:ln>
          </p:spPr>
          <p:style>
            <a:lnRef idx="0"/>
            <a:fillRef idx="0"/>
            <a:effectRef idx="0"/>
            <a:fontRef idx="minor"/>
          </p:style>
          <p:txBody>
            <a:bodyPr lIns="0" rIns="0" tIns="0" bIns="0" anchor="t">
              <a:noAutofit/>
            </a:bodyPr>
            <a:p>
              <a:pPr>
                <a:lnSpc>
                  <a:spcPct val="100000"/>
                </a:lnSpc>
                <a:tabLst>
                  <a:tab algn="l" pos="0"/>
                  <a:tab algn="l" pos="933480"/>
                  <a:tab algn="l" pos="1866960"/>
                  <a:tab algn="l" pos="2800440"/>
                  <a:tab algn="l" pos="3733920"/>
                  <a:tab algn="l" pos="4667400"/>
                  <a:tab algn="l" pos="5600880"/>
                  <a:tab algn="l" pos="6534000"/>
                  <a:tab algn="l" pos="7467480"/>
                  <a:tab algn="l" pos="8400960"/>
                  <a:tab algn="l" pos="9334440"/>
                  <a:tab algn="l" pos="10267920"/>
                </a:tabLst>
              </a:pPr>
              <a:endParaRPr b="0" lang="en-US" sz="2400" strike="noStrike" u="none">
                <a:solidFill>
                  <a:srgbClr val="000066"/>
                </a:solidFill>
                <a:effectLst/>
                <a:uFillTx/>
                <a:latin typeface="Times New Roman"/>
              </a:endParaRPr>
            </a:p>
          </p:txBody>
        </p:sp>
        <p:sp>
          <p:nvSpPr>
            <p:cNvPr id="10" name="LegendRectangle2" hidden="1"/>
            <p:cNvSpPr/>
            <p:nvPr/>
          </p:nvSpPr>
          <p:spPr>
            <a:xfrm>
              <a:off x="7981920" y="1158120"/>
              <a:ext cx="218520" cy="163080"/>
            </a:xfrm>
            <a:prstGeom prst="rect">
              <a:avLst/>
            </a:prstGeom>
            <a:solidFill>
              <a:srgbClr val="9eaad2"/>
            </a:solidFill>
            <a:ln w="9360">
              <a:solidFill>
                <a:srgbClr val="000066"/>
              </a:solidFill>
              <a:miter/>
            </a:ln>
          </p:spPr>
          <p:style>
            <a:lnRef idx="0"/>
            <a:fillRef idx="0"/>
            <a:effectRef idx="0"/>
            <a:fontRef idx="minor"/>
          </p:style>
          <p:txBody>
            <a:bodyPr lIns="0" rIns="0" tIns="0" bIns="0" anchor="t">
              <a:noAutofit/>
            </a:bodyPr>
            <a:p>
              <a:pPr>
                <a:lnSpc>
                  <a:spcPct val="100000"/>
                </a:lnSpc>
                <a:tabLst>
                  <a:tab algn="l" pos="0"/>
                  <a:tab algn="l" pos="933480"/>
                  <a:tab algn="l" pos="1866960"/>
                  <a:tab algn="l" pos="2800440"/>
                  <a:tab algn="l" pos="3733920"/>
                  <a:tab algn="l" pos="4667400"/>
                  <a:tab algn="l" pos="5600880"/>
                  <a:tab algn="l" pos="6534000"/>
                  <a:tab algn="l" pos="7467480"/>
                  <a:tab algn="l" pos="8400960"/>
                  <a:tab algn="l" pos="9334440"/>
                  <a:tab algn="l" pos="10267920"/>
                </a:tabLst>
              </a:pPr>
              <a:endParaRPr b="0" lang="en-US" sz="2400" strike="noStrike" u="none">
                <a:solidFill>
                  <a:srgbClr val="000066"/>
                </a:solidFill>
                <a:effectLst/>
                <a:uFillTx/>
                <a:latin typeface="Times New Roman"/>
              </a:endParaRPr>
            </a:p>
          </p:txBody>
        </p:sp>
        <p:sp>
          <p:nvSpPr>
            <p:cNvPr id="11" name="LegendRectangle3" hidden="1"/>
            <p:cNvSpPr/>
            <p:nvPr/>
          </p:nvSpPr>
          <p:spPr>
            <a:xfrm>
              <a:off x="7981920" y="1373400"/>
              <a:ext cx="218520" cy="163080"/>
            </a:xfrm>
            <a:prstGeom prst="rect">
              <a:avLst/>
            </a:prstGeom>
            <a:solidFill>
              <a:srgbClr val="f36921"/>
            </a:solidFill>
            <a:ln w="9360">
              <a:solidFill>
                <a:srgbClr val="000066"/>
              </a:solidFill>
              <a:miter/>
            </a:ln>
          </p:spPr>
          <p:style>
            <a:lnRef idx="0"/>
            <a:fillRef idx="0"/>
            <a:effectRef idx="0"/>
            <a:fontRef idx="minor"/>
          </p:style>
          <p:txBody>
            <a:bodyPr lIns="0" rIns="0" tIns="0" bIns="0" anchor="t">
              <a:noAutofit/>
            </a:bodyPr>
            <a:p>
              <a:pPr>
                <a:lnSpc>
                  <a:spcPct val="100000"/>
                </a:lnSpc>
                <a:tabLst>
                  <a:tab algn="l" pos="0"/>
                  <a:tab algn="l" pos="933480"/>
                  <a:tab algn="l" pos="1866960"/>
                  <a:tab algn="l" pos="2800440"/>
                  <a:tab algn="l" pos="3733920"/>
                  <a:tab algn="l" pos="4667400"/>
                  <a:tab algn="l" pos="5600880"/>
                  <a:tab algn="l" pos="6534000"/>
                  <a:tab algn="l" pos="7467480"/>
                  <a:tab algn="l" pos="8400960"/>
                  <a:tab algn="l" pos="9334440"/>
                  <a:tab algn="l" pos="10267920"/>
                </a:tabLst>
              </a:pPr>
              <a:endParaRPr b="0" lang="en-US" sz="2400" strike="noStrike" u="none">
                <a:solidFill>
                  <a:srgbClr val="000066"/>
                </a:solidFill>
                <a:effectLst/>
                <a:uFillTx/>
                <a:latin typeface="Times New Roman"/>
              </a:endParaRPr>
            </a:p>
          </p:txBody>
        </p:sp>
        <p:sp>
          <p:nvSpPr>
            <p:cNvPr id="12" name="LegendRectangle4" hidden="1"/>
            <p:cNvSpPr/>
            <p:nvPr/>
          </p:nvSpPr>
          <p:spPr>
            <a:xfrm>
              <a:off x="7981920" y="1588680"/>
              <a:ext cx="218520" cy="163080"/>
            </a:xfrm>
            <a:prstGeom prst="rect">
              <a:avLst/>
            </a:prstGeom>
            <a:solidFill>
              <a:srgbClr val="25408f"/>
            </a:solidFill>
            <a:ln w="9360">
              <a:solidFill>
                <a:srgbClr val="000066"/>
              </a:solidFill>
              <a:miter/>
            </a:ln>
          </p:spPr>
          <p:style>
            <a:lnRef idx="0"/>
            <a:fillRef idx="0"/>
            <a:effectRef idx="0"/>
            <a:fontRef idx="minor"/>
          </p:style>
          <p:txBody>
            <a:bodyPr lIns="0" rIns="0" tIns="0" bIns="0" anchor="t">
              <a:noAutofit/>
            </a:bodyPr>
            <a:p>
              <a:pPr>
                <a:lnSpc>
                  <a:spcPct val="100000"/>
                </a:lnSpc>
                <a:tabLst>
                  <a:tab algn="l" pos="0"/>
                  <a:tab algn="l" pos="933480"/>
                  <a:tab algn="l" pos="1866960"/>
                  <a:tab algn="l" pos="2800440"/>
                  <a:tab algn="l" pos="3733920"/>
                  <a:tab algn="l" pos="4667400"/>
                  <a:tab algn="l" pos="5600880"/>
                  <a:tab algn="l" pos="6534000"/>
                  <a:tab algn="l" pos="7467480"/>
                  <a:tab algn="l" pos="8400960"/>
                  <a:tab algn="l" pos="9334440"/>
                  <a:tab algn="l" pos="10267920"/>
                </a:tabLst>
              </a:pPr>
              <a:endParaRPr b="0" lang="en-US" sz="2400" strike="noStrike" u="none">
                <a:solidFill>
                  <a:srgbClr val="000066"/>
                </a:solidFill>
                <a:effectLst/>
                <a:uFillTx/>
                <a:latin typeface="Times New Roman"/>
              </a:endParaRPr>
            </a:p>
          </p:txBody>
        </p:sp>
        <p:sp>
          <p:nvSpPr>
            <p:cNvPr id="13" name="" hidden="1"/>
            <p:cNvSpPr/>
            <p:nvPr/>
          </p:nvSpPr>
          <p:spPr>
            <a:xfrm>
              <a:off x="8293680" y="933480"/>
              <a:ext cx="636480" cy="18324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33480"/>
                  <a:tab algn="l" pos="1866960"/>
                  <a:tab algn="l" pos="2800440"/>
                  <a:tab algn="l" pos="3733920"/>
                  <a:tab algn="l" pos="4667400"/>
                  <a:tab algn="l" pos="5600880"/>
                  <a:tab algn="l" pos="6534000"/>
                  <a:tab algn="l" pos="7467480"/>
                  <a:tab algn="l" pos="8400960"/>
                  <a:tab algn="l" pos="9334440"/>
                  <a:tab algn="l" pos="10267920"/>
                </a:tabLst>
              </a:pPr>
              <a:r>
                <a:rPr b="0" lang="en-US" sz="1200" strike="noStrike" u="none">
                  <a:solidFill>
                    <a:srgbClr val="000066"/>
                  </a:solidFill>
                  <a:effectLst/>
                  <a:uFillTx/>
                  <a:latin typeface="Arial"/>
                </a:rPr>
                <a:t>Legend 1</a:t>
              </a:r>
              <a:endParaRPr b="0" lang="en-US" sz="1200" strike="noStrike" u="none">
                <a:solidFill>
                  <a:srgbClr val="000066"/>
                </a:solidFill>
                <a:effectLst/>
                <a:uFillTx/>
                <a:latin typeface="Times New Roman"/>
              </a:endParaRPr>
            </a:p>
          </p:txBody>
        </p:sp>
        <p:sp>
          <p:nvSpPr>
            <p:cNvPr id="14" name="" hidden="1"/>
            <p:cNvSpPr/>
            <p:nvPr/>
          </p:nvSpPr>
          <p:spPr>
            <a:xfrm>
              <a:off x="8293680" y="1146960"/>
              <a:ext cx="636480" cy="18324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33480"/>
                  <a:tab algn="l" pos="1866960"/>
                  <a:tab algn="l" pos="2800440"/>
                  <a:tab algn="l" pos="3733920"/>
                  <a:tab algn="l" pos="4667400"/>
                  <a:tab algn="l" pos="5600880"/>
                  <a:tab algn="l" pos="6534000"/>
                  <a:tab algn="l" pos="7467480"/>
                  <a:tab algn="l" pos="8400960"/>
                  <a:tab algn="l" pos="9334440"/>
                  <a:tab algn="l" pos="10267920"/>
                </a:tabLst>
              </a:pPr>
              <a:r>
                <a:rPr b="0" lang="en-US" sz="1200" strike="noStrike" u="none">
                  <a:solidFill>
                    <a:srgbClr val="000066"/>
                  </a:solidFill>
                  <a:effectLst/>
                  <a:uFillTx/>
                  <a:latin typeface="Arial"/>
                </a:rPr>
                <a:t>Legend 2</a:t>
              </a:r>
              <a:endParaRPr b="0" lang="en-US" sz="1200" strike="noStrike" u="none">
                <a:solidFill>
                  <a:srgbClr val="000066"/>
                </a:solidFill>
                <a:effectLst/>
                <a:uFillTx/>
                <a:latin typeface="Times New Roman"/>
              </a:endParaRPr>
            </a:p>
          </p:txBody>
        </p:sp>
        <p:sp>
          <p:nvSpPr>
            <p:cNvPr id="15" name="" hidden="1"/>
            <p:cNvSpPr/>
            <p:nvPr/>
          </p:nvSpPr>
          <p:spPr>
            <a:xfrm>
              <a:off x="8293680" y="1361880"/>
              <a:ext cx="636480" cy="18324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33480"/>
                  <a:tab algn="l" pos="1866960"/>
                  <a:tab algn="l" pos="2800440"/>
                  <a:tab algn="l" pos="3733920"/>
                  <a:tab algn="l" pos="4667400"/>
                  <a:tab algn="l" pos="5600880"/>
                  <a:tab algn="l" pos="6534000"/>
                  <a:tab algn="l" pos="7467480"/>
                  <a:tab algn="l" pos="8400960"/>
                  <a:tab algn="l" pos="9334440"/>
                  <a:tab algn="l" pos="10267920"/>
                </a:tabLst>
              </a:pPr>
              <a:r>
                <a:rPr b="0" lang="en-US" sz="1200" strike="noStrike" u="none">
                  <a:solidFill>
                    <a:srgbClr val="000066"/>
                  </a:solidFill>
                  <a:effectLst/>
                  <a:uFillTx/>
                  <a:latin typeface="Arial"/>
                </a:rPr>
                <a:t>Legend 3</a:t>
              </a:r>
              <a:endParaRPr b="0" lang="en-US" sz="1200" strike="noStrike" u="none">
                <a:solidFill>
                  <a:srgbClr val="000066"/>
                </a:solidFill>
                <a:effectLst/>
                <a:uFillTx/>
                <a:latin typeface="Times New Roman"/>
              </a:endParaRPr>
            </a:p>
          </p:txBody>
        </p:sp>
        <p:sp>
          <p:nvSpPr>
            <p:cNvPr id="16" name="" hidden="1"/>
            <p:cNvSpPr/>
            <p:nvPr/>
          </p:nvSpPr>
          <p:spPr>
            <a:xfrm>
              <a:off x="8293680" y="1577520"/>
              <a:ext cx="636480" cy="18324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33480"/>
                  <a:tab algn="l" pos="1866960"/>
                  <a:tab algn="l" pos="2800440"/>
                  <a:tab algn="l" pos="3733920"/>
                  <a:tab algn="l" pos="4667400"/>
                  <a:tab algn="l" pos="5600880"/>
                  <a:tab algn="l" pos="6534000"/>
                  <a:tab algn="l" pos="7467480"/>
                  <a:tab algn="l" pos="8400960"/>
                  <a:tab algn="l" pos="9334440"/>
                  <a:tab algn="l" pos="10267920"/>
                </a:tabLst>
              </a:pPr>
              <a:r>
                <a:rPr b="0" lang="en-US" sz="1200" strike="noStrike" u="none">
                  <a:solidFill>
                    <a:srgbClr val="000066"/>
                  </a:solidFill>
                  <a:effectLst/>
                  <a:uFillTx/>
                  <a:latin typeface="Arial"/>
                </a:rPr>
                <a:t>Legend 4</a:t>
              </a:r>
              <a:endParaRPr b="0" lang="en-US" sz="1200" strike="noStrike" u="none">
                <a:solidFill>
                  <a:srgbClr val="000066"/>
                </a:solidFill>
                <a:effectLst/>
                <a:uFillTx/>
                <a:latin typeface="Times New Roman"/>
              </a:endParaRPr>
            </a:p>
          </p:txBody>
        </p:sp>
      </p:grpSp>
      <p:grpSp>
        <p:nvGrpSpPr>
          <p:cNvPr id="17" name="McK Sticker"/>
          <p:cNvGrpSpPr/>
          <p:nvPr/>
        </p:nvGrpSpPr>
        <p:grpSpPr>
          <a:xfrm>
            <a:off x="8260920" y="964800"/>
            <a:ext cx="672840" cy="186120"/>
            <a:chOff x="8260920" y="964800"/>
            <a:chExt cx="672840" cy="186120"/>
          </a:xfrm>
        </p:grpSpPr>
        <p:cxnSp>
          <p:nvCxnSpPr>
            <p:cNvPr id="18" name=""/>
            <p:cNvCxnSpPr/>
            <p:nvPr/>
          </p:nvCxnSpPr>
          <p:spPr>
            <a:xfrm>
              <a:off x="8260920" y="964800"/>
              <a:ext cx="673200" cy="1080"/>
            </a:xfrm>
            <a:prstGeom prst="straightConnector1">
              <a:avLst/>
            </a:prstGeom>
            <a:ln w="9360">
              <a:solidFill>
                <a:srgbClr val="000066"/>
              </a:solidFill>
              <a:miter/>
            </a:ln>
          </p:spPr>
        </p:cxnSp>
        <p:cxnSp>
          <p:nvCxnSpPr>
            <p:cNvPr id="19" name=""/>
            <p:cNvCxnSpPr/>
            <p:nvPr/>
          </p:nvCxnSpPr>
          <p:spPr>
            <a:xfrm>
              <a:off x="8260920" y="1150200"/>
              <a:ext cx="673200" cy="1080"/>
            </a:xfrm>
            <a:prstGeom prst="straightConnector1">
              <a:avLst/>
            </a:prstGeom>
            <a:ln w="9360">
              <a:solidFill>
                <a:srgbClr val="000066"/>
              </a:solidFill>
              <a:miter/>
            </a:ln>
          </p:spPr>
        </p:cxnSp>
        <p:sp>
          <p:nvSpPr>
            <p:cNvPr id="20" name="" hidden="1"/>
            <p:cNvSpPr/>
            <p:nvPr/>
          </p:nvSpPr>
          <p:spPr>
            <a:xfrm>
              <a:off x="8267040" y="965160"/>
              <a:ext cx="661320" cy="183240"/>
            </a:xfrm>
            <a:prstGeom prst="leftRightArrow">
              <a:avLst>
                <a:gd name="adj1" fmla="val 100000"/>
                <a:gd name="adj2" fmla="val 0"/>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33480"/>
                  <a:tab algn="l" pos="1866960"/>
                  <a:tab algn="l" pos="2800440"/>
                  <a:tab algn="l" pos="3733920"/>
                  <a:tab algn="l" pos="4667400"/>
                  <a:tab algn="l" pos="5600880"/>
                  <a:tab algn="l" pos="6534000"/>
                  <a:tab algn="l" pos="7467480"/>
                  <a:tab algn="l" pos="8400960"/>
                  <a:tab algn="l" pos="9334440"/>
                  <a:tab algn="l" pos="10267920"/>
                </a:tabLst>
              </a:pPr>
              <a:r>
                <a:rPr b="0" lang="en-US" sz="1200" strike="noStrike" u="none">
                  <a:solidFill>
                    <a:srgbClr val="000066"/>
                  </a:solidFill>
                  <a:effectLst/>
                  <a:uFillTx/>
                  <a:latin typeface="Arial"/>
                </a:rPr>
                <a:t>STICKER</a:t>
              </a:r>
              <a:endParaRPr b="0" lang="en-US" sz="1200" strike="noStrike" u="none">
                <a:solidFill>
                  <a:srgbClr val="000066"/>
                </a:solidFill>
                <a:effectLst/>
                <a:uFillTx/>
                <a:latin typeface="Times New Roman"/>
              </a:endParaRPr>
            </a:p>
          </p:txBody>
        </p:sp>
      </p:grpSp>
      <p:pic>
        <p:nvPicPr>
          <p:cNvPr id="21" name="" descr=""/>
          <p:cNvPicPr/>
          <p:nvPr/>
        </p:nvPicPr>
        <p:blipFill>
          <a:blip r:embed="rId2"/>
          <a:srcRect l="0" t="0" r="0" b="9790"/>
          <a:stretch/>
        </p:blipFill>
        <p:spPr>
          <a:xfrm>
            <a:off x="8362800" y="6418440"/>
            <a:ext cx="781200" cy="441000"/>
          </a:xfrm>
          <a:prstGeom prst="rect">
            <a:avLst/>
          </a:prstGeom>
          <a:noFill/>
          <a:ln w="0">
            <a:noFill/>
          </a:ln>
        </p:spPr>
      </p:pic>
      <p:sp>
        <p:nvSpPr>
          <p:cNvPr id="22" name=""/>
          <p:cNvSpPr/>
          <p:nvPr/>
        </p:nvSpPr>
        <p:spPr>
          <a:xfrm flipV="1">
            <a:off x="0" y="866520"/>
            <a:ext cx="9144000" cy="77760"/>
          </a:xfrm>
          <a:prstGeom prst="rect">
            <a:avLst/>
          </a:prstGeom>
          <a:solidFill>
            <a:srgbClr val="ff6600"/>
          </a:solidFill>
          <a:ln w="0">
            <a:noFill/>
          </a:ln>
        </p:spPr>
        <p:style>
          <a:lnRef idx="0"/>
          <a:fillRef idx="0"/>
          <a:effectRef idx="0"/>
          <a:fontRef idx="minor"/>
        </p:style>
        <p:txBody>
          <a:bodyPr lIns="0" rIns="0" tIns="0" bIns="0" anchor="ctr" rot="10800000">
            <a:noAutofit/>
          </a:bodyPr>
          <a:p>
            <a:pPr algn="ctr">
              <a:lnSpc>
                <a:spcPct val="100000"/>
              </a:lnSpc>
              <a:tabLst>
                <a:tab algn="l" pos="0"/>
                <a:tab algn="l" pos="933480"/>
                <a:tab algn="l" pos="1866960"/>
                <a:tab algn="l" pos="2800440"/>
                <a:tab algn="l" pos="3733920"/>
                <a:tab algn="l" pos="4667400"/>
                <a:tab algn="l" pos="5600880"/>
                <a:tab algn="l" pos="6534000"/>
                <a:tab algn="l" pos="7467480"/>
                <a:tab algn="l" pos="8400960"/>
                <a:tab algn="l" pos="9334440"/>
                <a:tab algn="l" pos="10267920"/>
              </a:tabLst>
            </a:pPr>
            <a:endParaRPr b="0" lang="en-US" sz="2400" strike="noStrike" u="none">
              <a:solidFill>
                <a:srgbClr val="000066"/>
              </a:solidFill>
              <a:effectLst/>
              <a:uFillTx/>
              <a:latin typeface="Times New Roman"/>
            </a:endParaRPr>
          </a:p>
        </p:txBody>
      </p:sp>
      <p:sp>
        <p:nvSpPr>
          <p:cNvPr id="23" name="PlaceHolder 3"/>
          <p:cNvSpPr>
            <a:spLocks noGrp="1"/>
          </p:cNvSpPr>
          <p:nvPr>
            <p:ph type="ftr" idx="1"/>
          </p:nvPr>
        </p:nvSpPr>
        <p:spPr>
          <a:xfrm>
            <a:off x="34560" y="6524640"/>
            <a:ext cx="2895480" cy="216000"/>
          </a:xfrm>
          <a:prstGeom prst="rect">
            <a:avLst/>
          </a:prstGeom>
          <a:noFill/>
          <a:ln w="0">
            <a:noFill/>
          </a:ln>
        </p:spPr>
        <p:txBody>
          <a:bodyPr lIns="90000" rIns="90000" tIns="46800" bIns="46800" anchor="t">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000" strike="noStrike" u="none">
                <a:solidFill>
                  <a:srgbClr val="ffffff"/>
                </a:solidFill>
                <a:effectLst/>
                <a:uFillTx/>
                <a:latin typeface="Arial"/>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none">
                <a:solidFill>
                  <a:srgbClr val="ffffff"/>
                </a:solidFill>
                <a:effectLst/>
                <a:uFillTx/>
                <a:latin typeface="Arial"/>
              </a:rPr>
              <a:t>&lt;footer&gt;</a:t>
            </a:r>
            <a:endParaRPr b="0" lang="en-US" sz="1000" strike="noStrike" u="none">
              <a:solidFill>
                <a:srgbClr val="000000"/>
              </a:solidFill>
              <a:effectLst/>
              <a:uFillTx/>
              <a:latin typeface="Times New Roman"/>
            </a:endParaRPr>
          </a:p>
        </p:txBody>
      </p:sp>
      <p:pic>
        <p:nvPicPr>
          <p:cNvPr id="24" name="" descr=""/>
          <p:cNvPicPr/>
          <p:nvPr/>
        </p:nvPicPr>
        <p:blipFill>
          <a:blip r:embed="rId3"/>
          <a:stretch/>
        </p:blipFill>
        <p:spPr>
          <a:xfrm>
            <a:off x="7524720" y="404640"/>
            <a:ext cx="1619280" cy="428760"/>
          </a:xfrm>
          <a:prstGeom prst="rect">
            <a:avLst/>
          </a:prstGeom>
          <a:noFill/>
          <a:ln w="0">
            <a:noFill/>
          </a:ln>
        </p:spPr>
      </p:pic>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122400" y="167040"/>
            <a:ext cx="8812080" cy="670680"/>
          </a:xfrm>
          <a:prstGeom prst="rect">
            <a:avLst/>
          </a:prstGeom>
          <a:noFill/>
          <a:ln w="0">
            <a:noFill/>
          </a:ln>
        </p:spPr>
        <p:txBody>
          <a:bodyPr lIns="0" rIns="0" tIns="0" bIns="0" anchor="b">
            <a:spAutoFit/>
          </a:bodyPr>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GB" sz="2200" strike="noStrike" u="none">
                <a:solidFill>
                  <a:srgbClr val="000066"/>
                </a:solidFill>
                <a:effectLst/>
                <a:uFillTx/>
                <a:latin typeface="Arial Black"/>
              </a:rPr>
              <a:t> </a:t>
            </a:r>
            <a:br>
              <a:rPr sz="2200"/>
            </a:br>
            <a:endParaRPr b="1" lang="en-US" sz="2200" strike="noStrike" u="none">
              <a:solidFill>
                <a:srgbClr val="000066"/>
              </a:solidFill>
              <a:effectLst/>
              <a:uFillTx/>
              <a:latin typeface="Arial Black"/>
            </a:endParaRPr>
          </a:p>
        </p:txBody>
      </p:sp>
      <p:sp>
        <p:nvSpPr>
          <p:cNvPr id="26" name=""/>
          <p:cNvSpPr/>
          <p:nvPr/>
        </p:nvSpPr>
        <p:spPr>
          <a:xfrm>
            <a:off x="1913040" y="2154240"/>
            <a:ext cx="5057280" cy="1557000"/>
          </a:xfrm>
          <a:prstGeom prst="rect">
            <a:avLst/>
          </a:prstGeom>
          <a:noFill/>
          <a:ln w="0">
            <a:noFill/>
          </a:ln>
        </p:spPr>
        <p:style>
          <a:lnRef idx="0"/>
          <a:fillRef idx="0"/>
          <a:effectRef idx="0"/>
          <a:fontRef idx="minor"/>
        </p:style>
        <p:txBody>
          <a:bodyPr wrap="none"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3600" strike="noStrike" u="none">
                <a:solidFill>
                  <a:srgbClr val="000066"/>
                </a:solidFill>
                <a:effectLst/>
                <a:uFillTx/>
                <a:latin typeface="Times New Roman"/>
              </a:rPr>
              <a:t>SWS Contract Summary</a:t>
            </a:r>
            <a:endParaRPr b="0" lang="en-US" sz="3600" strike="noStrike" u="none">
              <a:solidFill>
                <a:srgbClr val="000066"/>
              </a:solidFill>
              <a:effectLst/>
              <a:uFillTx/>
              <a:latin typeface="Times New Roman"/>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3600" strike="noStrike" u="none">
              <a:solidFill>
                <a:srgbClr val="000066"/>
              </a:solidFill>
              <a:effectLst/>
              <a:uFillTx/>
              <a:latin typeface="Times New Roman"/>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2400" strike="noStrike" u="none">
                <a:solidFill>
                  <a:srgbClr val="000066"/>
                </a:solidFill>
                <a:effectLst/>
                <a:uFillTx/>
                <a:latin typeface="Times New Roman"/>
              </a:rPr>
              <a:t>- High-Level Overview -</a:t>
            </a:r>
            <a:endParaRPr b="0" lang="en-US" sz="2400" strike="noStrike" u="none">
              <a:solidFill>
                <a:srgbClr val="000066"/>
              </a:solidFill>
              <a:effectLst/>
              <a:uFillTx/>
              <a:latin typeface="Times New Roman"/>
            </a:endParaRPr>
          </a:p>
        </p:txBody>
      </p:sp>
      <p:sp>
        <p:nvSpPr>
          <p:cNvPr id="27" name=""/>
          <p:cNvSpPr/>
          <p:nvPr/>
        </p:nvSpPr>
        <p:spPr>
          <a:xfrm>
            <a:off x="7382160" y="5877000"/>
            <a:ext cx="1406160" cy="368280"/>
          </a:xfrm>
          <a:prstGeom prst="rect">
            <a:avLst/>
          </a:prstGeom>
          <a:noFill/>
          <a:ln w="0">
            <a:noFill/>
          </a:ln>
        </p:spPr>
        <p:style>
          <a:lnRef idx="0"/>
          <a:fillRef idx="0"/>
          <a:effectRef idx="0"/>
          <a:fontRef idx="minor"/>
        </p:style>
        <p:txBody>
          <a:bodyPr wrap="none"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800" strike="noStrike" u="none">
                <a:solidFill>
                  <a:srgbClr val="000066"/>
                </a:solidFill>
                <a:effectLst/>
                <a:uFillTx/>
                <a:latin typeface="Times New Roman"/>
              </a:rPr>
              <a:t>January 2007</a:t>
            </a:r>
            <a:endParaRPr b="0" lang="en-US" sz="1800" strike="noStrike" u="none">
              <a:solidFill>
                <a:srgbClr val="000066"/>
              </a:solidFill>
              <a:effectLst/>
              <a:uFillTx/>
              <a:latin typeface="Times New Roman"/>
            </a:endParaRPr>
          </a:p>
        </p:txBody>
      </p:sp>
      <p:sp>
        <p:nvSpPr>
          <p:cNvPr id="3" name="PlaceHolder 2"/>
          <p:cNvSpPr>
            <a:spLocks noGrp="1"/>
          </p:cNvSpPr>
          <p:nvPr>
            <p:ph type="ftr" idx="1"/>
          </p:nvPr>
        </p:nvSpPr>
        <p:spPr/>
        <p:txBody>
          <a:bodyPr/>
          <a:p>
            <a:r>
              <a:t>SWS Contract Lanscape</a:t>
            </a:r>
          </a:p>
        </p:txBody>
      </p:sp>
    </p:spTree>
  </p:cSld>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122400" y="502560"/>
            <a:ext cx="8812080" cy="335520"/>
          </a:xfrm>
          <a:prstGeom prst="rect">
            <a:avLst/>
          </a:prstGeom>
          <a:noFill/>
          <a:ln w="0">
            <a:noFill/>
          </a:ln>
        </p:spPr>
        <p:txBody>
          <a:bodyPr lIns="0" rIns="0" tIns="0" bIns="0" anchor="b">
            <a:spAutoFit/>
          </a:bodyPr>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GB" sz="2200" strike="noStrike" u="none">
                <a:solidFill>
                  <a:srgbClr val="000066"/>
                </a:solidFill>
                <a:effectLst/>
                <a:uFillTx/>
                <a:latin typeface="Arial Black"/>
              </a:rPr>
              <a:t>Why Did We Contract?</a:t>
            </a:r>
            <a:endParaRPr b="1" lang="en-US" sz="2200" strike="noStrike" u="none">
              <a:solidFill>
                <a:srgbClr val="000066"/>
              </a:solidFill>
              <a:effectLst/>
              <a:uFillTx/>
              <a:latin typeface="Arial Black"/>
            </a:endParaRPr>
          </a:p>
        </p:txBody>
      </p:sp>
      <p:sp>
        <p:nvSpPr>
          <p:cNvPr id="29" name=""/>
          <p:cNvSpPr/>
          <p:nvPr/>
        </p:nvSpPr>
        <p:spPr>
          <a:xfrm>
            <a:off x="247680" y="1582560"/>
            <a:ext cx="1765440" cy="255600"/>
          </a:xfrm>
          <a:prstGeom prst="rect">
            <a:avLst/>
          </a:prstGeom>
          <a:solidFill>
            <a:srgbClr val="f36921"/>
          </a:solidFill>
          <a:ln w="9360">
            <a:solidFill>
              <a:srgbClr val="000066"/>
            </a:solidFill>
            <a:miter/>
          </a:ln>
          <a:effectLst>
            <a:outerShdw dist="53966" dir="2700000" blurRad="0" rotWithShape="0">
              <a:srgbClr val="000066">
                <a:alpha val="50000"/>
              </a:srgbClr>
            </a:outerShdw>
          </a:effectLst>
        </p:spPr>
        <p:style>
          <a:lnRef idx="0"/>
          <a:fillRef idx="0"/>
          <a:effectRef idx="0"/>
          <a:fontRef idx="minor"/>
        </p:style>
        <p:txBody>
          <a:bodyPr lIns="72000" rIns="72000" anchor="ctr">
            <a:noAutofit/>
          </a:bodyPr>
          <a:p>
            <a:pPr marL="93600" indent="-93600"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trike="noStrike" u="none">
                <a:solidFill>
                  <a:srgbClr val="000000"/>
                </a:solidFill>
                <a:effectLst/>
                <a:uFillTx/>
                <a:latin typeface="Arial"/>
              </a:rPr>
              <a:t>RFP Objectives</a:t>
            </a:r>
            <a:endParaRPr b="0" lang="en-US" sz="1100" strike="noStrike" u="none">
              <a:solidFill>
                <a:srgbClr val="000066"/>
              </a:solidFill>
              <a:effectLst/>
              <a:uFillTx/>
              <a:latin typeface="Times New Roman"/>
            </a:endParaRPr>
          </a:p>
        </p:txBody>
      </p:sp>
      <p:sp>
        <p:nvSpPr>
          <p:cNvPr id="30" name=""/>
          <p:cNvSpPr/>
          <p:nvPr/>
        </p:nvSpPr>
        <p:spPr>
          <a:xfrm>
            <a:off x="2428920" y="1593720"/>
            <a:ext cx="2824200" cy="255600"/>
          </a:xfrm>
          <a:prstGeom prst="rect">
            <a:avLst/>
          </a:prstGeom>
          <a:solidFill>
            <a:srgbClr val="f36921"/>
          </a:solidFill>
          <a:ln w="9360">
            <a:solidFill>
              <a:srgbClr val="000066"/>
            </a:solidFill>
            <a:miter/>
          </a:ln>
          <a:effectLst>
            <a:outerShdw dist="53966" dir="2700000" blurRad="0" rotWithShape="0">
              <a:srgbClr val="000066">
                <a:alpha val="50000"/>
              </a:srgbClr>
            </a:outerShdw>
          </a:effectLst>
        </p:spPr>
        <p:style>
          <a:lnRef idx="0"/>
          <a:fillRef idx="0"/>
          <a:effectRef idx="0"/>
          <a:fontRef idx="minor"/>
        </p:style>
        <p:txBody>
          <a:bodyPr lIns="72000" rIns="72000" anchor="ctr">
            <a:noAutofit/>
          </a:bodyPr>
          <a:p>
            <a:pPr marL="93600" indent="-93600"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trike="noStrike" u="none">
                <a:solidFill>
                  <a:srgbClr val="000000"/>
                </a:solidFill>
                <a:effectLst/>
                <a:uFillTx/>
                <a:latin typeface="Arial"/>
              </a:rPr>
              <a:t>Why is it important ?</a:t>
            </a:r>
            <a:endParaRPr b="0" lang="en-US" sz="1100" strike="noStrike" u="none">
              <a:solidFill>
                <a:srgbClr val="000066"/>
              </a:solidFill>
              <a:effectLst/>
              <a:uFillTx/>
              <a:latin typeface="Times New Roman"/>
            </a:endParaRPr>
          </a:p>
        </p:txBody>
      </p:sp>
      <p:sp>
        <p:nvSpPr>
          <p:cNvPr id="31" name=""/>
          <p:cNvSpPr/>
          <p:nvPr/>
        </p:nvSpPr>
        <p:spPr>
          <a:xfrm>
            <a:off x="5695920" y="1603440"/>
            <a:ext cx="3252960" cy="255600"/>
          </a:xfrm>
          <a:prstGeom prst="rect">
            <a:avLst/>
          </a:prstGeom>
          <a:solidFill>
            <a:srgbClr val="f36921"/>
          </a:solidFill>
          <a:ln w="9360">
            <a:solidFill>
              <a:srgbClr val="000066"/>
            </a:solidFill>
            <a:miter/>
          </a:ln>
          <a:effectLst>
            <a:outerShdw dist="53966" dir="2700000" blurRad="0" rotWithShape="0">
              <a:srgbClr val="000066">
                <a:alpha val="50000"/>
              </a:srgbClr>
            </a:outerShdw>
          </a:effectLst>
        </p:spPr>
        <p:style>
          <a:lnRef idx="0"/>
          <a:fillRef idx="0"/>
          <a:effectRef idx="0"/>
          <a:fontRef idx="minor"/>
        </p:style>
        <p:txBody>
          <a:bodyPr lIns="72000" rIns="72000" anchor="ctr">
            <a:noAutofit/>
          </a:bodyPr>
          <a:p>
            <a:pPr marL="93600" indent="-93600"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trike="noStrike" u="none">
                <a:solidFill>
                  <a:srgbClr val="000000"/>
                </a:solidFill>
                <a:effectLst/>
                <a:uFillTx/>
                <a:latin typeface="Arial"/>
              </a:rPr>
              <a:t>Contractual Implications ?</a:t>
            </a:r>
            <a:endParaRPr b="0" lang="en-US" sz="1100" strike="noStrike" u="none">
              <a:solidFill>
                <a:srgbClr val="000066"/>
              </a:solidFill>
              <a:effectLst/>
              <a:uFillTx/>
              <a:latin typeface="Times New Roman"/>
            </a:endParaRPr>
          </a:p>
        </p:txBody>
      </p:sp>
      <p:sp>
        <p:nvSpPr>
          <p:cNvPr id="32" name=""/>
          <p:cNvSpPr/>
          <p:nvPr/>
        </p:nvSpPr>
        <p:spPr>
          <a:xfrm>
            <a:off x="250920" y="3679920"/>
            <a:ext cx="1765080" cy="730080"/>
          </a:xfrm>
          <a:prstGeom prst="rect">
            <a:avLst/>
          </a:prstGeom>
          <a:solidFill>
            <a:srgbClr val="ffffe7"/>
          </a:solidFill>
          <a:ln w="9360">
            <a:solidFill>
              <a:srgbClr val="000066"/>
            </a:solidFill>
            <a:miter/>
          </a:ln>
          <a:effectLst>
            <a:outerShdw dist="53966" dir="2700000" blurRad="0" rotWithShape="0">
              <a:srgbClr val="000066">
                <a:alpha val="50000"/>
              </a:srgbClr>
            </a:outerShdw>
          </a:effectLst>
        </p:spPr>
        <p:style>
          <a:lnRef idx="0"/>
          <a:fillRef idx="0"/>
          <a:effectRef idx="0"/>
          <a:fontRef idx="minor"/>
        </p:style>
        <p:txBody>
          <a:bodyPr lIns="72000" rIns="72000" anchor="ctr">
            <a:noAutofit/>
          </a:bodyPr>
          <a:p>
            <a:pPr marL="93600" indent="-144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trike="noStrike" u="none">
                <a:solidFill>
                  <a:srgbClr val="000066"/>
                </a:solidFill>
                <a:effectLst/>
                <a:uFillTx/>
                <a:latin typeface="Arial"/>
              </a:rPr>
              <a:t>Increased Cost Efficiencies</a:t>
            </a:r>
            <a:endParaRPr b="0" lang="en-US" sz="1000" strike="noStrike" u="none">
              <a:solidFill>
                <a:srgbClr val="000066"/>
              </a:solidFill>
              <a:effectLst/>
              <a:uFillTx/>
              <a:latin typeface="Times New Roman"/>
            </a:endParaRPr>
          </a:p>
        </p:txBody>
      </p:sp>
      <p:sp>
        <p:nvSpPr>
          <p:cNvPr id="33" name=""/>
          <p:cNvSpPr/>
          <p:nvPr/>
        </p:nvSpPr>
        <p:spPr>
          <a:xfrm>
            <a:off x="243000" y="2836800"/>
            <a:ext cx="1765080" cy="730440"/>
          </a:xfrm>
          <a:prstGeom prst="rect">
            <a:avLst/>
          </a:prstGeom>
          <a:solidFill>
            <a:srgbClr val="ffffe7"/>
          </a:solidFill>
          <a:ln w="9360">
            <a:solidFill>
              <a:srgbClr val="000066"/>
            </a:solidFill>
            <a:miter/>
          </a:ln>
          <a:effectLst>
            <a:outerShdw dist="53966" dir="2700000" blurRad="0" rotWithShape="0">
              <a:srgbClr val="000066">
                <a:alpha val="50000"/>
              </a:srgbClr>
            </a:outerShdw>
          </a:effectLst>
        </p:spPr>
        <p:style>
          <a:lnRef idx="0"/>
          <a:fillRef idx="0"/>
          <a:effectRef idx="0"/>
          <a:fontRef idx="minor"/>
        </p:style>
        <p:txBody>
          <a:bodyPr lIns="72000" rIns="72000" anchor="ctr">
            <a:noAutofit/>
          </a:bodyPr>
          <a:p>
            <a:pPr marL="93600" indent="-144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trike="noStrike" u="none">
                <a:solidFill>
                  <a:srgbClr val="000066"/>
                </a:solidFill>
                <a:effectLst/>
                <a:uFillTx/>
                <a:latin typeface="Arial"/>
              </a:rPr>
              <a:t>Improved Service Quality</a:t>
            </a:r>
            <a:endParaRPr b="0" lang="en-US" sz="1000" strike="noStrike" u="none">
              <a:solidFill>
                <a:srgbClr val="000066"/>
              </a:solidFill>
              <a:effectLst/>
              <a:uFillTx/>
              <a:latin typeface="Times New Roman"/>
            </a:endParaRPr>
          </a:p>
        </p:txBody>
      </p:sp>
      <p:sp>
        <p:nvSpPr>
          <p:cNvPr id="34" name=""/>
          <p:cNvSpPr/>
          <p:nvPr/>
        </p:nvSpPr>
        <p:spPr>
          <a:xfrm>
            <a:off x="247680" y="1984320"/>
            <a:ext cx="1765440" cy="730440"/>
          </a:xfrm>
          <a:prstGeom prst="rect">
            <a:avLst/>
          </a:prstGeom>
          <a:solidFill>
            <a:srgbClr val="ffffe7"/>
          </a:solidFill>
          <a:ln w="9360">
            <a:solidFill>
              <a:srgbClr val="000066"/>
            </a:solidFill>
            <a:miter/>
          </a:ln>
          <a:effectLst>
            <a:outerShdw dist="53966" dir="2700000" blurRad="0" rotWithShape="0">
              <a:srgbClr val="000066">
                <a:alpha val="50000"/>
              </a:srgbClr>
            </a:outerShdw>
          </a:effectLst>
        </p:spPr>
        <p:style>
          <a:lnRef idx="0"/>
          <a:fillRef idx="0"/>
          <a:effectRef idx="0"/>
          <a:fontRef idx="minor"/>
        </p:style>
        <p:txBody>
          <a:bodyPr lIns="72000" rIns="72000" anchor="ctr">
            <a:noAutofit/>
          </a:bodyPr>
          <a:p>
            <a:pPr marL="93600" indent="-144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trike="noStrike" u="none">
                <a:solidFill>
                  <a:srgbClr val="000066"/>
                </a:solidFill>
                <a:effectLst/>
                <a:uFillTx/>
                <a:latin typeface="Arial"/>
              </a:rPr>
              <a:t>Increased Flexibility</a:t>
            </a:r>
            <a:endParaRPr b="0" lang="en-US" sz="1000" strike="noStrike" u="none">
              <a:solidFill>
                <a:srgbClr val="000066"/>
              </a:solidFill>
              <a:effectLst/>
              <a:uFillTx/>
              <a:latin typeface="Times New Roman"/>
            </a:endParaRPr>
          </a:p>
        </p:txBody>
      </p:sp>
      <p:sp>
        <p:nvSpPr>
          <p:cNvPr id="35" name=""/>
          <p:cNvSpPr/>
          <p:nvPr/>
        </p:nvSpPr>
        <p:spPr>
          <a:xfrm>
            <a:off x="2432160" y="3679920"/>
            <a:ext cx="2822400" cy="730080"/>
          </a:xfrm>
          <a:prstGeom prst="rect">
            <a:avLst/>
          </a:prstGeom>
          <a:solidFill>
            <a:srgbClr val="ffffe7"/>
          </a:solidFill>
          <a:ln w="9360">
            <a:solidFill>
              <a:srgbClr val="000066"/>
            </a:solidFill>
            <a:miter/>
          </a:ln>
          <a:effectLst>
            <a:outerShdw dist="53966" dir="2700000" blurRad="0" rotWithShape="0">
              <a:srgbClr val="000066">
                <a:alpha val="50000"/>
              </a:srgbClr>
            </a:outerShdw>
          </a:effectLst>
        </p:spPr>
        <p:style>
          <a:lnRef idx="0"/>
          <a:fillRef idx="0"/>
          <a:effectRef idx="0"/>
          <a:fontRef idx="minor"/>
        </p:style>
        <p:txBody>
          <a:bodyPr lIns="72000" rIns="72000" anchor="ctr">
            <a:noAutofit/>
          </a:bodyPr>
          <a:p>
            <a:pPr marL="9216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trike="noStrike" u="none">
                <a:solidFill>
                  <a:srgbClr val="000066"/>
                </a:solidFill>
                <a:effectLst/>
                <a:uFillTx/>
                <a:latin typeface="Arial"/>
              </a:rPr>
              <a:t>Releases funds to reinvest in growth and drives profitability directly</a:t>
            </a:r>
            <a:endParaRPr b="0" lang="en-US" sz="1000" strike="noStrike" u="none">
              <a:solidFill>
                <a:srgbClr val="000066"/>
              </a:solidFill>
              <a:effectLst/>
              <a:uFillTx/>
              <a:latin typeface="Times New Roman"/>
            </a:endParaRPr>
          </a:p>
        </p:txBody>
      </p:sp>
      <p:sp>
        <p:nvSpPr>
          <p:cNvPr id="36" name=""/>
          <p:cNvSpPr/>
          <p:nvPr/>
        </p:nvSpPr>
        <p:spPr>
          <a:xfrm>
            <a:off x="2424240" y="2836800"/>
            <a:ext cx="2824200" cy="730440"/>
          </a:xfrm>
          <a:prstGeom prst="rect">
            <a:avLst/>
          </a:prstGeom>
          <a:solidFill>
            <a:srgbClr val="ffffe7"/>
          </a:solidFill>
          <a:ln w="9360">
            <a:solidFill>
              <a:srgbClr val="000066"/>
            </a:solidFill>
            <a:miter/>
          </a:ln>
          <a:effectLst>
            <a:outerShdw dist="53966" dir="2700000" blurRad="0" rotWithShape="0">
              <a:srgbClr val="000066">
                <a:alpha val="50000"/>
              </a:srgbClr>
            </a:outerShdw>
          </a:effectLst>
        </p:spPr>
        <p:style>
          <a:lnRef idx="0"/>
          <a:fillRef idx="0"/>
          <a:effectRef idx="0"/>
          <a:fontRef idx="minor"/>
        </p:style>
        <p:txBody>
          <a:bodyPr lIns="72000" rIns="72000" anchor="ctr">
            <a:noAutofit/>
          </a:bodyPr>
          <a:p>
            <a:pPr marL="9216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trike="noStrike" u="none">
                <a:solidFill>
                  <a:srgbClr val="000066"/>
                </a:solidFill>
                <a:effectLst/>
                <a:uFillTx/>
                <a:latin typeface="Arial"/>
              </a:rPr>
              <a:t>Increases client satisfaction, which in turns increases growth and leads to better results</a:t>
            </a:r>
            <a:endParaRPr b="0" lang="en-US" sz="1000" strike="noStrike" u="none">
              <a:solidFill>
                <a:srgbClr val="000066"/>
              </a:solidFill>
              <a:effectLst/>
              <a:uFillTx/>
              <a:latin typeface="Times New Roman"/>
            </a:endParaRPr>
          </a:p>
        </p:txBody>
      </p:sp>
      <p:sp>
        <p:nvSpPr>
          <p:cNvPr id="37" name=""/>
          <p:cNvSpPr/>
          <p:nvPr/>
        </p:nvSpPr>
        <p:spPr>
          <a:xfrm>
            <a:off x="2428920" y="1984320"/>
            <a:ext cx="2824200" cy="730440"/>
          </a:xfrm>
          <a:prstGeom prst="rect">
            <a:avLst/>
          </a:prstGeom>
          <a:solidFill>
            <a:srgbClr val="ffffe7"/>
          </a:solidFill>
          <a:ln w="9360">
            <a:solidFill>
              <a:srgbClr val="000066"/>
            </a:solidFill>
            <a:miter/>
          </a:ln>
          <a:effectLst>
            <a:outerShdw dist="53966" dir="2700000" blurRad="0" rotWithShape="0">
              <a:srgbClr val="000066">
                <a:alpha val="50000"/>
              </a:srgbClr>
            </a:outerShdw>
          </a:effectLst>
        </p:spPr>
        <p:style>
          <a:lnRef idx="0"/>
          <a:fillRef idx="0"/>
          <a:effectRef idx="0"/>
          <a:fontRef idx="minor"/>
        </p:style>
        <p:txBody>
          <a:bodyPr lIns="72000" rIns="72000" anchor="ctr">
            <a:noAutofit/>
          </a:bodyPr>
          <a:p>
            <a:pPr marL="93600" indent="-144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trike="noStrike" u="none">
                <a:solidFill>
                  <a:srgbClr val="000066"/>
                </a:solidFill>
                <a:effectLst/>
                <a:uFillTx/>
                <a:latin typeface="Arial"/>
              </a:rPr>
              <a:t>Allows ING to take advantage of new opportunities and respond quickly to changes in the market; optimises service delivery capacity to demand</a:t>
            </a:r>
            <a:endParaRPr b="0" lang="en-US" sz="1000" strike="noStrike" u="none">
              <a:solidFill>
                <a:srgbClr val="000066"/>
              </a:solidFill>
              <a:effectLst/>
              <a:uFillTx/>
              <a:latin typeface="Times New Roman"/>
            </a:endParaRPr>
          </a:p>
        </p:txBody>
      </p:sp>
      <p:sp>
        <p:nvSpPr>
          <p:cNvPr id="38" name=""/>
          <p:cNvSpPr/>
          <p:nvPr/>
        </p:nvSpPr>
        <p:spPr>
          <a:xfrm>
            <a:off x="2087640" y="3870360"/>
            <a:ext cx="291960" cy="309600"/>
          </a:xfrm>
          <a:prstGeom prst="rightArrow">
            <a:avLst>
              <a:gd name="adj1" fmla="val 50000"/>
              <a:gd name="adj2" fmla="val 25000"/>
            </a:avLst>
          </a:prstGeom>
          <a:solidFill>
            <a:srgbClr val="c0c0c0"/>
          </a:solidFill>
          <a:ln w="0">
            <a:noFill/>
          </a:ln>
          <a:effectLst>
            <a:outerShdw dist="153753" dir="2700000" blurRad="0" rotWithShape="0">
              <a:srgbClr val="727272"/>
            </a:outerShdw>
          </a:effectLst>
        </p:spPr>
        <p:style>
          <a:lnRef idx="0"/>
          <a:fillRef idx="0"/>
          <a:effectRef idx="0"/>
          <a:fontRef idx="minor"/>
        </p:style>
        <p:txBody>
          <a:bodyPr wrap="none" lIns="90000" rIns="90000" tIns="46800" bIns="46800" anchor="ctr">
            <a:noAutofit/>
          </a:bodyPr>
          <a:p>
            <a:endParaRPr b="0" lang="en-US" sz="2400" strike="noStrike" u="none">
              <a:solidFill>
                <a:srgbClr val="000066"/>
              </a:solidFill>
              <a:effectLst/>
              <a:uFillTx/>
              <a:latin typeface="Times New Roman"/>
            </a:endParaRPr>
          </a:p>
        </p:txBody>
      </p:sp>
      <p:sp>
        <p:nvSpPr>
          <p:cNvPr id="39" name=""/>
          <p:cNvSpPr/>
          <p:nvPr/>
        </p:nvSpPr>
        <p:spPr>
          <a:xfrm>
            <a:off x="2089080" y="3057480"/>
            <a:ext cx="293760" cy="312840"/>
          </a:xfrm>
          <a:prstGeom prst="rightArrow">
            <a:avLst>
              <a:gd name="adj1" fmla="val 50000"/>
              <a:gd name="adj2" fmla="val 25000"/>
            </a:avLst>
          </a:prstGeom>
          <a:solidFill>
            <a:srgbClr val="c0c0c0"/>
          </a:solidFill>
          <a:ln w="0">
            <a:noFill/>
          </a:ln>
          <a:effectLst>
            <a:outerShdw dist="153753" dir="2700000" blurRad="0" rotWithShape="0">
              <a:srgbClr val="727272"/>
            </a:outerShdw>
          </a:effectLst>
        </p:spPr>
        <p:style>
          <a:lnRef idx="0"/>
          <a:fillRef idx="0"/>
          <a:effectRef idx="0"/>
          <a:fontRef idx="minor"/>
        </p:style>
        <p:txBody>
          <a:bodyPr wrap="none" lIns="90000" rIns="90000" tIns="46800" bIns="46800" anchor="ctr">
            <a:noAutofit/>
          </a:bodyPr>
          <a:p>
            <a:endParaRPr b="0" lang="en-US" sz="2400" strike="noStrike" u="none">
              <a:solidFill>
                <a:srgbClr val="000066"/>
              </a:solidFill>
              <a:effectLst/>
              <a:uFillTx/>
              <a:latin typeface="Times New Roman"/>
            </a:endParaRPr>
          </a:p>
        </p:txBody>
      </p:sp>
      <p:sp>
        <p:nvSpPr>
          <p:cNvPr id="40" name=""/>
          <p:cNvSpPr/>
          <p:nvPr/>
        </p:nvSpPr>
        <p:spPr>
          <a:xfrm>
            <a:off x="2112840" y="2181240"/>
            <a:ext cx="292320" cy="311040"/>
          </a:xfrm>
          <a:prstGeom prst="rightArrow">
            <a:avLst>
              <a:gd name="adj1" fmla="val 50000"/>
              <a:gd name="adj2" fmla="val 25000"/>
            </a:avLst>
          </a:prstGeom>
          <a:solidFill>
            <a:srgbClr val="c0c0c0"/>
          </a:solidFill>
          <a:ln w="0">
            <a:noFill/>
          </a:ln>
          <a:effectLst>
            <a:outerShdw dist="153753" dir="2700000" blurRad="0" rotWithShape="0">
              <a:srgbClr val="727272"/>
            </a:outerShdw>
          </a:effectLst>
        </p:spPr>
        <p:style>
          <a:lnRef idx="0"/>
          <a:fillRef idx="0"/>
          <a:effectRef idx="0"/>
          <a:fontRef idx="minor"/>
        </p:style>
        <p:txBody>
          <a:bodyPr wrap="none" lIns="90000" rIns="90000" tIns="46800" bIns="46800" anchor="ctr">
            <a:noAutofit/>
          </a:bodyPr>
          <a:p>
            <a:endParaRPr b="0" lang="en-US" sz="2400" strike="noStrike" u="none">
              <a:solidFill>
                <a:srgbClr val="000066"/>
              </a:solidFill>
              <a:effectLst/>
              <a:uFillTx/>
              <a:latin typeface="Times New Roman"/>
            </a:endParaRPr>
          </a:p>
        </p:txBody>
      </p:sp>
      <p:sp>
        <p:nvSpPr>
          <p:cNvPr id="41" name=""/>
          <p:cNvSpPr/>
          <p:nvPr/>
        </p:nvSpPr>
        <p:spPr>
          <a:xfrm>
            <a:off x="5699160" y="3689280"/>
            <a:ext cx="3265560" cy="730440"/>
          </a:xfrm>
          <a:prstGeom prst="rect">
            <a:avLst/>
          </a:prstGeom>
          <a:solidFill>
            <a:srgbClr val="ffffe7"/>
          </a:solidFill>
          <a:ln w="9360">
            <a:solidFill>
              <a:srgbClr val="000066"/>
            </a:solidFill>
            <a:miter/>
          </a:ln>
          <a:effectLst>
            <a:outerShdw dist="53966" dir="2700000" blurRad="0" rotWithShape="0">
              <a:srgbClr val="000066">
                <a:alpha val="50000"/>
              </a:srgbClr>
            </a:outerShdw>
          </a:effectLst>
        </p:spPr>
        <p:style>
          <a:lnRef idx="0"/>
          <a:fillRef idx="0"/>
          <a:effectRef idx="0"/>
          <a:fontRef idx="minor"/>
        </p:style>
        <p:txBody>
          <a:bodyPr lIns="72000" rIns="720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trike="noStrike" u="none">
                <a:solidFill>
                  <a:srgbClr val="000066"/>
                </a:solidFill>
                <a:effectLst/>
                <a:uFillTx/>
                <a:latin typeface="Arial"/>
              </a:rPr>
              <a:t>Committed 5 year Supplier pricing, declining base charge.  Indexation only for years 6 &amp; 7. Charging based on seat pricing model.  Rigorous benchmarking cost transparency obligations.</a:t>
            </a:r>
            <a:endParaRPr b="0" lang="en-US" sz="1000" strike="noStrike" u="none">
              <a:solidFill>
                <a:srgbClr val="000066"/>
              </a:solidFill>
              <a:effectLst/>
              <a:uFillTx/>
              <a:latin typeface="Times New Roman"/>
            </a:endParaRPr>
          </a:p>
        </p:txBody>
      </p:sp>
      <p:sp>
        <p:nvSpPr>
          <p:cNvPr id="42" name=""/>
          <p:cNvSpPr/>
          <p:nvPr/>
        </p:nvSpPr>
        <p:spPr>
          <a:xfrm>
            <a:off x="5691240" y="2846520"/>
            <a:ext cx="3252600" cy="730080"/>
          </a:xfrm>
          <a:prstGeom prst="rect">
            <a:avLst/>
          </a:prstGeom>
          <a:solidFill>
            <a:srgbClr val="ffffe7"/>
          </a:solidFill>
          <a:ln w="9360">
            <a:solidFill>
              <a:srgbClr val="000066"/>
            </a:solidFill>
            <a:miter/>
          </a:ln>
          <a:effectLst>
            <a:outerShdw dist="53966" dir="2700000" blurRad="0" rotWithShape="0">
              <a:srgbClr val="000066">
                <a:alpha val="50000"/>
              </a:srgbClr>
            </a:outerShdw>
          </a:effectLst>
        </p:spPr>
        <p:style>
          <a:lnRef idx="0"/>
          <a:fillRef idx="0"/>
          <a:effectRef idx="0"/>
          <a:fontRef idx="minor"/>
        </p:style>
        <p:txBody>
          <a:bodyPr lIns="72000" rIns="720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trike="noStrike" u="none">
                <a:solidFill>
                  <a:srgbClr val="000066"/>
                </a:solidFill>
                <a:effectLst/>
                <a:uFillTx/>
                <a:latin typeface="Arial"/>
              </a:rPr>
              <a:t>Explicitly contracted service levels.  Significant Supplier at risk amounts.  Year on year service improvement obligations.  Increasing levels of unit standardisation.  More formalisation.</a:t>
            </a:r>
            <a:endParaRPr b="0" lang="en-US" sz="1000" strike="noStrike" u="none">
              <a:solidFill>
                <a:srgbClr val="000066"/>
              </a:solidFill>
              <a:effectLst/>
              <a:uFillTx/>
              <a:latin typeface="Times New Roman"/>
            </a:endParaRPr>
          </a:p>
        </p:txBody>
      </p:sp>
      <p:sp>
        <p:nvSpPr>
          <p:cNvPr id="43" name=""/>
          <p:cNvSpPr/>
          <p:nvPr/>
        </p:nvSpPr>
        <p:spPr>
          <a:xfrm>
            <a:off x="5695920" y="1994040"/>
            <a:ext cx="3252960" cy="730080"/>
          </a:xfrm>
          <a:prstGeom prst="rect">
            <a:avLst/>
          </a:prstGeom>
          <a:solidFill>
            <a:srgbClr val="ffffe7"/>
          </a:solidFill>
          <a:ln w="9360">
            <a:solidFill>
              <a:srgbClr val="000066"/>
            </a:solidFill>
            <a:miter/>
          </a:ln>
          <a:effectLst>
            <a:outerShdw dist="53966" dir="2700000" blurRad="0" rotWithShape="0">
              <a:srgbClr val="000066">
                <a:alpha val="50000"/>
              </a:srgbClr>
            </a:outerShdw>
          </a:effectLst>
        </p:spPr>
        <p:style>
          <a:lnRef idx="0"/>
          <a:fillRef idx="0"/>
          <a:effectRef idx="0"/>
          <a:fontRef idx="minor"/>
        </p:style>
        <p:txBody>
          <a:bodyPr lIns="72000" rIns="72000" anchor="ctr">
            <a:noAutofit/>
          </a:bodyPr>
          <a:p>
            <a:pPr marL="1440" indent="-144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trike="noStrike" u="none">
                <a:solidFill>
                  <a:srgbClr val="000066"/>
                </a:solidFill>
                <a:effectLst/>
                <a:uFillTx/>
                <a:latin typeface="Arial"/>
              </a:rPr>
              <a:t>Predictable, variable, unit-based pricing. Alignment with service levels and work content.  Supplier commitments to Best in Class market terms and pricing. Extensive termination rights.</a:t>
            </a:r>
            <a:endParaRPr b="0" lang="en-US" sz="1000" strike="noStrike" u="none">
              <a:solidFill>
                <a:srgbClr val="000066"/>
              </a:solidFill>
              <a:effectLst/>
              <a:uFillTx/>
              <a:latin typeface="Times New Roman"/>
            </a:endParaRPr>
          </a:p>
        </p:txBody>
      </p:sp>
      <p:sp>
        <p:nvSpPr>
          <p:cNvPr id="44" name=""/>
          <p:cNvSpPr/>
          <p:nvPr/>
        </p:nvSpPr>
        <p:spPr>
          <a:xfrm>
            <a:off x="5354640" y="3879720"/>
            <a:ext cx="291960" cy="309600"/>
          </a:xfrm>
          <a:prstGeom prst="rightArrow">
            <a:avLst>
              <a:gd name="adj1" fmla="val 50000"/>
              <a:gd name="adj2" fmla="val 25000"/>
            </a:avLst>
          </a:prstGeom>
          <a:solidFill>
            <a:srgbClr val="c0c0c0"/>
          </a:solidFill>
          <a:ln w="0">
            <a:noFill/>
          </a:ln>
          <a:effectLst>
            <a:outerShdw dist="153753" dir="2700000" blurRad="0" rotWithShape="0">
              <a:srgbClr val="727272"/>
            </a:outerShdw>
          </a:effectLst>
        </p:spPr>
        <p:style>
          <a:lnRef idx="0"/>
          <a:fillRef idx="0"/>
          <a:effectRef idx="0"/>
          <a:fontRef idx="minor"/>
        </p:style>
        <p:txBody>
          <a:bodyPr wrap="none" lIns="90000" rIns="90000" tIns="46800" bIns="46800" anchor="ctr">
            <a:noAutofit/>
          </a:bodyPr>
          <a:p>
            <a:endParaRPr b="0" lang="en-US" sz="2400" strike="noStrike" u="none">
              <a:solidFill>
                <a:srgbClr val="000066"/>
              </a:solidFill>
              <a:effectLst/>
              <a:uFillTx/>
              <a:latin typeface="Times New Roman"/>
            </a:endParaRPr>
          </a:p>
        </p:txBody>
      </p:sp>
      <p:sp>
        <p:nvSpPr>
          <p:cNvPr id="45" name=""/>
          <p:cNvSpPr/>
          <p:nvPr/>
        </p:nvSpPr>
        <p:spPr>
          <a:xfrm>
            <a:off x="5356080" y="3067200"/>
            <a:ext cx="293760" cy="312480"/>
          </a:xfrm>
          <a:prstGeom prst="rightArrow">
            <a:avLst>
              <a:gd name="adj1" fmla="val 50000"/>
              <a:gd name="adj2" fmla="val 25000"/>
            </a:avLst>
          </a:prstGeom>
          <a:solidFill>
            <a:srgbClr val="c0c0c0"/>
          </a:solidFill>
          <a:ln w="0">
            <a:noFill/>
          </a:ln>
          <a:effectLst>
            <a:outerShdw dist="153753" dir="2700000" blurRad="0" rotWithShape="0">
              <a:srgbClr val="727272"/>
            </a:outerShdw>
          </a:effectLst>
        </p:spPr>
        <p:style>
          <a:lnRef idx="0"/>
          <a:fillRef idx="0"/>
          <a:effectRef idx="0"/>
          <a:fontRef idx="minor"/>
        </p:style>
        <p:txBody>
          <a:bodyPr wrap="none" lIns="90000" rIns="90000" tIns="46800" bIns="46800" anchor="ctr">
            <a:noAutofit/>
          </a:bodyPr>
          <a:p>
            <a:endParaRPr b="0" lang="en-US" sz="2400" strike="noStrike" u="none">
              <a:solidFill>
                <a:srgbClr val="000066"/>
              </a:solidFill>
              <a:effectLst/>
              <a:uFillTx/>
              <a:latin typeface="Times New Roman"/>
            </a:endParaRPr>
          </a:p>
        </p:txBody>
      </p:sp>
      <p:sp>
        <p:nvSpPr>
          <p:cNvPr id="46" name=""/>
          <p:cNvSpPr/>
          <p:nvPr/>
        </p:nvSpPr>
        <p:spPr>
          <a:xfrm>
            <a:off x="5380200" y="2190600"/>
            <a:ext cx="291960" cy="311400"/>
          </a:xfrm>
          <a:prstGeom prst="rightArrow">
            <a:avLst>
              <a:gd name="adj1" fmla="val 50000"/>
              <a:gd name="adj2" fmla="val 25000"/>
            </a:avLst>
          </a:prstGeom>
          <a:solidFill>
            <a:srgbClr val="c0c0c0"/>
          </a:solidFill>
          <a:ln w="0">
            <a:noFill/>
          </a:ln>
          <a:effectLst>
            <a:outerShdw dist="153753" dir="2700000" blurRad="0" rotWithShape="0">
              <a:srgbClr val="727272"/>
            </a:outerShdw>
          </a:effectLst>
        </p:spPr>
        <p:style>
          <a:lnRef idx="0"/>
          <a:fillRef idx="0"/>
          <a:effectRef idx="0"/>
          <a:fontRef idx="minor"/>
        </p:style>
        <p:txBody>
          <a:bodyPr wrap="none" lIns="90000" rIns="90000" tIns="46800" bIns="46800" anchor="ctr">
            <a:noAutofit/>
          </a:bodyPr>
          <a:p>
            <a:endParaRPr b="0" lang="en-US" sz="2400" strike="noStrike" u="none">
              <a:solidFill>
                <a:srgbClr val="000066"/>
              </a:solidFill>
              <a:effectLst/>
              <a:uFillTx/>
              <a:latin typeface="Times New Roman"/>
            </a:endParaRPr>
          </a:p>
        </p:txBody>
      </p:sp>
      <p:sp>
        <p:nvSpPr>
          <p:cNvPr id="47" name=""/>
          <p:cNvSpPr/>
          <p:nvPr/>
        </p:nvSpPr>
        <p:spPr>
          <a:xfrm>
            <a:off x="250920" y="4581360"/>
            <a:ext cx="1765080" cy="730440"/>
          </a:xfrm>
          <a:prstGeom prst="rect">
            <a:avLst/>
          </a:prstGeom>
          <a:solidFill>
            <a:srgbClr val="ffffe7"/>
          </a:solidFill>
          <a:ln w="9360">
            <a:solidFill>
              <a:srgbClr val="000066"/>
            </a:solidFill>
            <a:miter/>
          </a:ln>
          <a:effectLst>
            <a:outerShdw dist="53966" dir="2700000" blurRad="0" rotWithShape="0">
              <a:srgbClr val="000066">
                <a:alpha val="50000"/>
              </a:srgbClr>
            </a:outerShdw>
          </a:effectLst>
        </p:spPr>
        <p:style>
          <a:lnRef idx="0"/>
          <a:fillRef idx="0"/>
          <a:effectRef idx="0"/>
          <a:fontRef idx="minor"/>
        </p:style>
        <p:txBody>
          <a:bodyPr lIns="72000" rIns="72000" anchor="ctr">
            <a:noAutofit/>
          </a:bodyPr>
          <a:p>
            <a:pPr marL="93600" indent="-144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trike="noStrike" u="none">
                <a:solidFill>
                  <a:srgbClr val="000066"/>
                </a:solidFill>
                <a:effectLst/>
                <a:uFillTx/>
                <a:latin typeface="Arial"/>
              </a:rPr>
              <a:t>Increased Manageability</a:t>
            </a:r>
            <a:endParaRPr b="0" lang="en-US" sz="1000" strike="noStrike" u="none">
              <a:solidFill>
                <a:srgbClr val="000066"/>
              </a:solidFill>
              <a:effectLst/>
              <a:uFillTx/>
              <a:latin typeface="Times New Roman"/>
            </a:endParaRPr>
          </a:p>
        </p:txBody>
      </p:sp>
      <p:sp>
        <p:nvSpPr>
          <p:cNvPr id="48" name=""/>
          <p:cNvSpPr/>
          <p:nvPr/>
        </p:nvSpPr>
        <p:spPr>
          <a:xfrm>
            <a:off x="2432160" y="4581360"/>
            <a:ext cx="2822400" cy="730440"/>
          </a:xfrm>
          <a:prstGeom prst="rect">
            <a:avLst/>
          </a:prstGeom>
          <a:solidFill>
            <a:srgbClr val="ffffe7"/>
          </a:solidFill>
          <a:ln w="9360">
            <a:solidFill>
              <a:srgbClr val="000066"/>
            </a:solidFill>
            <a:miter/>
          </a:ln>
          <a:effectLst>
            <a:outerShdw dist="53966" dir="2700000" blurRad="0" rotWithShape="0">
              <a:srgbClr val="000066">
                <a:alpha val="50000"/>
              </a:srgbClr>
            </a:outerShdw>
          </a:effectLst>
        </p:spPr>
        <p:style>
          <a:lnRef idx="0"/>
          <a:fillRef idx="0"/>
          <a:effectRef idx="0"/>
          <a:fontRef idx="minor"/>
        </p:style>
        <p:txBody>
          <a:bodyPr lIns="72000" rIns="72000" anchor="ctr">
            <a:noAutofit/>
          </a:bodyPr>
          <a:p>
            <a:pPr marL="9216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trike="noStrike" u="none">
                <a:solidFill>
                  <a:srgbClr val="000066"/>
                </a:solidFill>
                <a:effectLst/>
                <a:uFillTx/>
                <a:latin typeface="Arial"/>
              </a:rPr>
              <a:t>Contributes towards cost reductions and ING responsiveness to market changes</a:t>
            </a:r>
            <a:endParaRPr b="0" lang="en-US" sz="1000" strike="noStrike" u="none">
              <a:solidFill>
                <a:srgbClr val="000066"/>
              </a:solidFill>
              <a:effectLst/>
              <a:uFillTx/>
              <a:latin typeface="Times New Roman"/>
            </a:endParaRPr>
          </a:p>
        </p:txBody>
      </p:sp>
      <p:sp>
        <p:nvSpPr>
          <p:cNvPr id="49" name=""/>
          <p:cNvSpPr/>
          <p:nvPr/>
        </p:nvSpPr>
        <p:spPr>
          <a:xfrm>
            <a:off x="2087640" y="4772160"/>
            <a:ext cx="291960" cy="309600"/>
          </a:xfrm>
          <a:prstGeom prst="rightArrow">
            <a:avLst>
              <a:gd name="adj1" fmla="val 50000"/>
              <a:gd name="adj2" fmla="val 25000"/>
            </a:avLst>
          </a:prstGeom>
          <a:solidFill>
            <a:srgbClr val="c0c0c0"/>
          </a:solidFill>
          <a:ln w="0">
            <a:noFill/>
          </a:ln>
          <a:effectLst>
            <a:outerShdw dist="153753" dir="2700000" blurRad="0" rotWithShape="0">
              <a:srgbClr val="727272"/>
            </a:outerShdw>
          </a:effectLst>
        </p:spPr>
        <p:style>
          <a:lnRef idx="0"/>
          <a:fillRef idx="0"/>
          <a:effectRef idx="0"/>
          <a:fontRef idx="minor"/>
        </p:style>
        <p:txBody>
          <a:bodyPr wrap="none" lIns="90000" rIns="90000" tIns="46800" bIns="46800" anchor="ctr">
            <a:noAutofit/>
          </a:bodyPr>
          <a:p>
            <a:endParaRPr b="0" lang="en-US" sz="2400" strike="noStrike" u="none">
              <a:solidFill>
                <a:srgbClr val="000066"/>
              </a:solidFill>
              <a:effectLst/>
              <a:uFillTx/>
              <a:latin typeface="Times New Roman"/>
            </a:endParaRPr>
          </a:p>
        </p:txBody>
      </p:sp>
      <p:sp>
        <p:nvSpPr>
          <p:cNvPr id="50" name=""/>
          <p:cNvSpPr/>
          <p:nvPr/>
        </p:nvSpPr>
        <p:spPr>
          <a:xfrm>
            <a:off x="5699160" y="4591080"/>
            <a:ext cx="3265560" cy="730080"/>
          </a:xfrm>
          <a:prstGeom prst="rect">
            <a:avLst/>
          </a:prstGeom>
          <a:solidFill>
            <a:srgbClr val="ffffe7"/>
          </a:solidFill>
          <a:ln w="9360">
            <a:solidFill>
              <a:srgbClr val="000066"/>
            </a:solidFill>
            <a:miter/>
          </a:ln>
          <a:effectLst>
            <a:outerShdw dist="53966" dir="2700000" blurRad="0" rotWithShape="0">
              <a:srgbClr val="000066">
                <a:alpha val="50000"/>
              </a:srgbClr>
            </a:outerShdw>
          </a:effectLst>
        </p:spPr>
        <p:style>
          <a:lnRef idx="0"/>
          <a:fillRef idx="0"/>
          <a:effectRef idx="0"/>
          <a:fontRef idx="minor"/>
        </p:style>
        <p:txBody>
          <a:bodyPr lIns="72000" rIns="720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trike="noStrike" u="none">
                <a:solidFill>
                  <a:srgbClr val="000066"/>
                </a:solidFill>
                <a:effectLst/>
                <a:uFillTx/>
                <a:latin typeface="Arial"/>
              </a:rPr>
              <a:t>Smaller IT organisation managing retained functions. Infrastructure integration management function (2IM) also outsourced. Supplier management of ING Third Party Contracts</a:t>
            </a:r>
            <a:endParaRPr b="0" lang="en-US" sz="1000" strike="noStrike" u="none">
              <a:solidFill>
                <a:srgbClr val="000066"/>
              </a:solidFill>
              <a:effectLst/>
              <a:uFillTx/>
              <a:latin typeface="Times New Roman"/>
            </a:endParaRPr>
          </a:p>
        </p:txBody>
      </p:sp>
      <p:sp>
        <p:nvSpPr>
          <p:cNvPr id="51" name=""/>
          <p:cNvSpPr/>
          <p:nvPr/>
        </p:nvSpPr>
        <p:spPr>
          <a:xfrm>
            <a:off x="5354640" y="4781520"/>
            <a:ext cx="291960" cy="309600"/>
          </a:xfrm>
          <a:prstGeom prst="rightArrow">
            <a:avLst>
              <a:gd name="adj1" fmla="val 50000"/>
              <a:gd name="adj2" fmla="val 25000"/>
            </a:avLst>
          </a:prstGeom>
          <a:solidFill>
            <a:srgbClr val="c0c0c0"/>
          </a:solidFill>
          <a:ln w="0">
            <a:noFill/>
          </a:ln>
          <a:effectLst>
            <a:outerShdw dist="153753" dir="2700000" blurRad="0" rotWithShape="0">
              <a:srgbClr val="727272"/>
            </a:outerShdw>
          </a:effectLst>
        </p:spPr>
        <p:style>
          <a:lnRef idx="0"/>
          <a:fillRef idx="0"/>
          <a:effectRef idx="0"/>
          <a:fontRef idx="minor"/>
        </p:style>
        <p:txBody>
          <a:bodyPr wrap="none" lIns="90000" rIns="90000" tIns="46800" bIns="46800" anchor="ctr">
            <a:noAutofit/>
          </a:bodyPr>
          <a:p>
            <a:endParaRPr b="0" lang="en-US" sz="2400" strike="noStrike" u="none">
              <a:solidFill>
                <a:srgbClr val="000066"/>
              </a:solidFill>
              <a:effectLst/>
              <a:uFillTx/>
              <a:latin typeface="Times New Roman"/>
            </a:endParaRPr>
          </a:p>
        </p:txBody>
      </p:sp>
      <p:sp>
        <p:nvSpPr>
          <p:cNvPr id="52" name=""/>
          <p:cNvSpPr/>
          <p:nvPr/>
        </p:nvSpPr>
        <p:spPr>
          <a:xfrm>
            <a:off x="324000" y="5589720"/>
            <a:ext cx="8353440" cy="314280"/>
          </a:xfrm>
          <a:prstGeom prst="rect">
            <a:avLst/>
          </a:prstGeom>
          <a:solidFill>
            <a:srgbClr val="f36921"/>
          </a:solidFill>
          <a:ln w="9360">
            <a:solidFill>
              <a:srgbClr val="000066"/>
            </a:solidFill>
            <a:miter/>
          </a:ln>
          <a:effectLst>
            <a:outerShdw dist="53966" dir="2700000" blurRad="0" rotWithShape="0">
              <a:srgbClr val="000066">
                <a:alpha val="50000"/>
              </a:srgbClr>
            </a:outerShdw>
          </a:effectLst>
        </p:spPr>
        <p:style>
          <a:lnRef idx="0"/>
          <a:fillRef idx="0"/>
          <a:effectRef idx="0"/>
          <a:fontRef idx="minor"/>
        </p:style>
        <p:txBody>
          <a:bodyPr lIns="72000" rIns="72000" anchor="ctr">
            <a:noAutofit/>
          </a:bodyPr>
          <a:p>
            <a:pPr marL="93600" indent="-93600"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trike="noStrike" u="none">
                <a:solidFill>
                  <a:srgbClr val="000000"/>
                </a:solidFill>
                <a:effectLst/>
                <a:uFillTx/>
                <a:latin typeface="Arial"/>
              </a:rPr>
              <a:t>Contracting strategy in the context of Ops&amp;IT Banking strategic and sourcing objectives</a:t>
            </a:r>
            <a:endParaRPr b="0" lang="en-US" sz="1100" strike="noStrike" u="none">
              <a:solidFill>
                <a:srgbClr val="000066"/>
              </a:solidFill>
              <a:effectLst/>
              <a:uFillTx/>
              <a:latin typeface="Times New Roman"/>
            </a:endParaRPr>
          </a:p>
        </p:txBody>
      </p:sp>
      <p:sp>
        <p:nvSpPr>
          <p:cNvPr id="3" name="PlaceHolder 2"/>
          <p:cNvSpPr>
            <a:spLocks noGrp="1"/>
          </p:cNvSpPr>
          <p:nvPr>
            <p:ph type="ftr" idx="1"/>
          </p:nvPr>
        </p:nvSpPr>
        <p:spPr/>
        <p:txBody>
          <a:bodyPr/>
          <a:p>
            <a:r>
              <a:t>SWS Contract Lanscape</a:t>
            </a:r>
          </a:p>
        </p:txBody>
      </p:sp>
    </p:spTree>
  </p:cSld>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122400" y="502560"/>
            <a:ext cx="8812080" cy="335520"/>
          </a:xfrm>
          <a:prstGeom prst="rect">
            <a:avLst/>
          </a:prstGeom>
          <a:noFill/>
          <a:ln w="0">
            <a:noFill/>
          </a:ln>
        </p:spPr>
        <p:txBody>
          <a:bodyPr lIns="0" rIns="0" tIns="0" bIns="0" anchor="b">
            <a:spAutoFit/>
          </a:bodyPr>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GB" sz="2200" strike="noStrike" u="none">
                <a:solidFill>
                  <a:srgbClr val="000066"/>
                </a:solidFill>
                <a:effectLst/>
                <a:uFillTx/>
                <a:latin typeface="Arial Black"/>
              </a:rPr>
              <a:t>The Contract Landscape</a:t>
            </a:r>
            <a:endParaRPr b="1" lang="en-US" sz="2200" strike="noStrike" u="none">
              <a:solidFill>
                <a:srgbClr val="000066"/>
              </a:solidFill>
              <a:effectLst/>
              <a:uFillTx/>
              <a:latin typeface="Arial Black"/>
            </a:endParaRPr>
          </a:p>
        </p:txBody>
      </p:sp>
      <p:sp>
        <p:nvSpPr>
          <p:cNvPr id="54" name=""/>
          <p:cNvSpPr/>
          <p:nvPr/>
        </p:nvSpPr>
        <p:spPr>
          <a:xfrm>
            <a:off x="324000" y="1125360"/>
            <a:ext cx="2519280" cy="551160"/>
          </a:xfrm>
          <a:prstGeom prst="rect">
            <a:avLst/>
          </a:prstGeom>
          <a:solidFill>
            <a:srgbClr val="f36921"/>
          </a:solidFill>
          <a:ln w="9360">
            <a:solidFill>
              <a:srgbClr val="000066"/>
            </a:solidFill>
            <a:miter/>
          </a:ln>
          <a:effectLst>
            <a:outerShdw dist="53966" dir="2700000" blurRad="0" rotWithShape="0">
              <a:srgbClr val="000066">
                <a:alpha val="50000"/>
              </a:srgbClr>
            </a:outerShdw>
          </a:effectLst>
        </p:spPr>
        <p:style>
          <a:lnRef idx="0"/>
          <a:fillRef idx="0"/>
          <a:effectRef idx="0"/>
          <a:fontRef idx="minor"/>
        </p:style>
        <p:txBody>
          <a:bodyPr lIns="72000" rIns="72000" anchor="ctr">
            <a:noAutofit/>
          </a:bodyPr>
          <a:p>
            <a:pPr marL="93600" indent="-93600"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200" strike="noStrike" u="none">
                <a:solidFill>
                  <a:srgbClr val="000000"/>
                </a:solidFill>
                <a:effectLst/>
                <a:uFillTx/>
                <a:latin typeface="Arial"/>
              </a:rPr>
              <a:t>Service Integrator</a:t>
            </a:r>
            <a:endParaRPr b="0" lang="en-US" sz="1200" strike="noStrike" u="none">
              <a:solidFill>
                <a:srgbClr val="000066"/>
              </a:solidFill>
              <a:effectLst/>
              <a:uFillTx/>
              <a:latin typeface="Times New Roman"/>
            </a:endParaRPr>
          </a:p>
          <a:p>
            <a:pPr marL="93600" indent="-93600"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200" strike="noStrike" u="none">
                <a:solidFill>
                  <a:srgbClr val="ffffff"/>
                </a:solidFill>
                <a:effectLst/>
                <a:uFillTx/>
                <a:latin typeface="Arial"/>
              </a:rPr>
              <a:t>(Accenture)</a:t>
            </a:r>
            <a:endParaRPr b="0" lang="en-US" sz="1200" strike="noStrike" u="none">
              <a:solidFill>
                <a:srgbClr val="000066"/>
              </a:solidFill>
              <a:effectLst/>
              <a:uFillTx/>
              <a:latin typeface="Times New Roman"/>
            </a:endParaRPr>
          </a:p>
        </p:txBody>
      </p:sp>
      <p:sp>
        <p:nvSpPr>
          <p:cNvPr id="55" name=""/>
          <p:cNvSpPr/>
          <p:nvPr/>
        </p:nvSpPr>
        <p:spPr>
          <a:xfrm>
            <a:off x="3132000" y="1125360"/>
            <a:ext cx="2737080" cy="551160"/>
          </a:xfrm>
          <a:prstGeom prst="rect">
            <a:avLst/>
          </a:prstGeom>
          <a:solidFill>
            <a:srgbClr val="f36921"/>
          </a:solidFill>
          <a:ln w="9360">
            <a:solidFill>
              <a:srgbClr val="000066"/>
            </a:solidFill>
            <a:miter/>
          </a:ln>
          <a:effectLst>
            <a:outerShdw dist="53966" dir="2700000" blurRad="0" rotWithShape="0">
              <a:srgbClr val="000066">
                <a:alpha val="50000"/>
              </a:srgbClr>
            </a:outerShdw>
          </a:effectLst>
        </p:spPr>
        <p:style>
          <a:lnRef idx="0"/>
          <a:fillRef idx="0"/>
          <a:effectRef idx="0"/>
          <a:fontRef idx="minor"/>
        </p:style>
        <p:txBody>
          <a:bodyPr lIns="72000" rIns="72000" anchor="ctr">
            <a:noAutofit/>
          </a:bodyPr>
          <a:p>
            <a:pPr marL="93600" indent="-93600"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200" strike="noStrike" u="none">
                <a:solidFill>
                  <a:srgbClr val="000000"/>
                </a:solidFill>
                <a:effectLst/>
                <a:uFillTx/>
                <a:latin typeface="Arial"/>
              </a:rPr>
              <a:t>Desktop, Applications &amp; Server Services</a:t>
            </a:r>
            <a:endParaRPr b="0" lang="en-US" sz="1200" strike="noStrike" u="none">
              <a:solidFill>
                <a:srgbClr val="000066"/>
              </a:solidFill>
              <a:effectLst/>
              <a:uFillTx/>
              <a:latin typeface="Times New Roman"/>
            </a:endParaRPr>
          </a:p>
          <a:p>
            <a:pPr marL="93600" indent="-93600"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200" strike="noStrike" u="none">
                <a:solidFill>
                  <a:srgbClr val="ffffff"/>
                </a:solidFill>
                <a:effectLst/>
                <a:uFillTx/>
                <a:latin typeface="Arial"/>
              </a:rPr>
              <a:t>(Atos Origin &amp; Getronics)</a:t>
            </a:r>
            <a:endParaRPr b="0" lang="en-US" sz="1200" strike="noStrike" u="none">
              <a:solidFill>
                <a:srgbClr val="000066"/>
              </a:solidFill>
              <a:effectLst/>
              <a:uFillTx/>
              <a:latin typeface="Times New Roman"/>
            </a:endParaRPr>
          </a:p>
        </p:txBody>
      </p:sp>
      <p:sp>
        <p:nvSpPr>
          <p:cNvPr id="56" name=""/>
          <p:cNvSpPr/>
          <p:nvPr/>
        </p:nvSpPr>
        <p:spPr>
          <a:xfrm>
            <a:off x="6156360" y="1125360"/>
            <a:ext cx="2519280" cy="551160"/>
          </a:xfrm>
          <a:prstGeom prst="rect">
            <a:avLst/>
          </a:prstGeom>
          <a:solidFill>
            <a:srgbClr val="f36921"/>
          </a:solidFill>
          <a:ln w="9360">
            <a:solidFill>
              <a:srgbClr val="000066"/>
            </a:solidFill>
            <a:miter/>
          </a:ln>
          <a:effectLst>
            <a:outerShdw dist="53966" dir="2700000" blurRad="0" rotWithShape="0">
              <a:srgbClr val="000066">
                <a:alpha val="50000"/>
              </a:srgbClr>
            </a:outerShdw>
          </a:effectLst>
        </p:spPr>
        <p:style>
          <a:lnRef idx="0"/>
          <a:fillRef idx="0"/>
          <a:effectRef idx="0"/>
          <a:fontRef idx="minor"/>
        </p:style>
        <p:txBody>
          <a:bodyPr lIns="72000" rIns="72000" anchor="ctr">
            <a:noAutofit/>
          </a:bodyPr>
          <a:p>
            <a:pPr marL="93600" indent="-93600"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200" strike="noStrike" u="none">
                <a:solidFill>
                  <a:srgbClr val="000000"/>
                </a:solidFill>
                <a:effectLst/>
                <a:uFillTx/>
                <a:latin typeface="Arial"/>
              </a:rPr>
              <a:t>LAN &amp; Voice Services </a:t>
            </a:r>
            <a:endParaRPr b="0" lang="en-US" sz="1200" strike="noStrike" u="none">
              <a:solidFill>
                <a:srgbClr val="000066"/>
              </a:solidFill>
              <a:effectLst/>
              <a:uFillTx/>
              <a:latin typeface="Times New Roman"/>
            </a:endParaRPr>
          </a:p>
          <a:p>
            <a:pPr marL="93600" indent="-93600"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200" strike="noStrike" u="none">
                <a:solidFill>
                  <a:srgbClr val="ffffff"/>
                </a:solidFill>
                <a:effectLst/>
                <a:uFillTx/>
                <a:latin typeface="Arial"/>
              </a:rPr>
              <a:t>(KPN)</a:t>
            </a:r>
            <a:endParaRPr b="0" lang="en-US" sz="1200" strike="noStrike" u="none">
              <a:solidFill>
                <a:srgbClr val="000066"/>
              </a:solidFill>
              <a:effectLst/>
              <a:uFillTx/>
              <a:latin typeface="Times New Roman"/>
            </a:endParaRPr>
          </a:p>
        </p:txBody>
      </p:sp>
      <p:sp>
        <p:nvSpPr>
          <p:cNvPr id="57" name=""/>
          <p:cNvSpPr/>
          <p:nvPr/>
        </p:nvSpPr>
        <p:spPr>
          <a:xfrm>
            <a:off x="612720" y="1773360"/>
            <a:ext cx="2016360" cy="718920"/>
          </a:xfrm>
          <a:prstGeom prst="ellipse">
            <a:avLst/>
          </a:prstGeom>
          <a:solidFill>
            <a:srgbClr val="f36921"/>
          </a:solidFill>
          <a:ln cap="rnd" w="12600">
            <a:solidFill>
              <a:srgbClr val="0000ff"/>
            </a:solidFill>
            <a:miter/>
          </a:ln>
        </p:spPr>
        <p:style>
          <a:lnRef idx="0"/>
          <a:fillRef idx="0"/>
          <a:effectRef idx="0"/>
          <a:fontRef idx="minor"/>
        </p:style>
        <p:txBody>
          <a:bodyPr wrap="none"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200" strike="noStrike" u="none">
                <a:solidFill>
                  <a:srgbClr val="000066"/>
                </a:solidFill>
                <a:effectLst/>
                <a:uFillTx/>
                <a:latin typeface="Times New Roman"/>
              </a:rPr>
              <a:t>Infrastructure </a:t>
            </a:r>
            <a:endParaRPr b="0" lang="en-US" sz="1200" strike="noStrike" u="none">
              <a:solidFill>
                <a:srgbClr val="000066"/>
              </a:solidFill>
              <a:effectLst/>
              <a:uFillTx/>
              <a:latin typeface="Times New Roman"/>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200" strike="noStrike" u="none">
                <a:solidFill>
                  <a:srgbClr val="000066"/>
                </a:solidFill>
                <a:effectLst/>
                <a:uFillTx/>
                <a:latin typeface="Times New Roman"/>
              </a:rPr>
              <a:t>Integration Management</a:t>
            </a:r>
            <a:endParaRPr b="0" lang="en-US" sz="1200" strike="noStrike" u="none">
              <a:solidFill>
                <a:srgbClr val="000066"/>
              </a:solidFill>
              <a:effectLst/>
              <a:uFillTx/>
              <a:latin typeface="Times New Roman"/>
            </a:endParaRPr>
          </a:p>
        </p:txBody>
      </p:sp>
      <p:sp>
        <p:nvSpPr>
          <p:cNvPr id="58" name=""/>
          <p:cNvSpPr/>
          <p:nvPr/>
        </p:nvSpPr>
        <p:spPr>
          <a:xfrm>
            <a:off x="3492360" y="1773360"/>
            <a:ext cx="2016360" cy="718920"/>
          </a:xfrm>
          <a:prstGeom prst="ellipse">
            <a:avLst/>
          </a:prstGeom>
          <a:solidFill>
            <a:srgbClr val="f36921"/>
          </a:solidFill>
          <a:ln cap="rnd" w="12600">
            <a:solidFill>
              <a:srgbClr val="0000ff"/>
            </a:solidFill>
            <a:miter/>
          </a:ln>
        </p:spPr>
        <p:style>
          <a:lnRef idx="0"/>
          <a:fillRef idx="0"/>
          <a:effectRef idx="0"/>
          <a:fontRef idx="minor"/>
        </p:style>
        <p:txBody>
          <a:bodyPr wrap="none"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200" strike="noStrike" u="none">
                <a:solidFill>
                  <a:srgbClr val="000066"/>
                </a:solidFill>
                <a:effectLst/>
                <a:uFillTx/>
                <a:latin typeface="Times New Roman"/>
              </a:rPr>
              <a:t>Server Management</a:t>
            </a:r>
            <a:endParaRPr b="0" lang="en-US" sz="1200" strike="noStrike" u="none">
              <a:solidFill>
                <a:srgbClr val="000066"/>
              </a:solidFill>
              <a:effectLst/>
              <a:uFillTx/>
              <a:latin typeface="Times New Roman"/>
            </a:endParaRPr>
          </a:p>
        </p:txBody>
      </p:sp>
      <p:sp>
        <p:nvSpPr>
          <p:cNvPr id="59" name=""/>
          <p:cNvSpPr/>
          <p:nvPr/>
        </p:nvSpPr>
        <p:spPr>
          <a:xfrm>
            <a:off x="6443640" y="1773360"/>
            <a:ext cx="2016000" cy="718920"/>
          </a:xfrm>
          <a:prstGeom prst="ellipse">
            <a:avLst/>
          </a:prstGeom>
          <a:solidFill>
            <a:srgbClr val="f36921"/>
          </a:solidFill>
          <a:ln cap="rnd" w="12600">
            <a:solidFill>
              <a:srgbClr val="0000ff"/>
            </a:solidFill>
            <a:miter/>
          </a:ln>
        </p:spPr>
        <p:style>
          <a:lnRef idx="0"/>
          <a:fillRef idx="0"/>
          <a:effectRef idx="0"/>
          <a:fontRef idx="minor"/>
        </p:style>
        <p:txBody>
          <a:bodyPr wrap="none"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200" strike="noStrike" u="none">
                <a:solidFill>
                  <a:srgbClr val="000066"/>
                </a:solidFill>
                <a:effectLst/>
                <a:uFillTx/>
                <a:latin typeface="Times New Roman"/>
              </a:rPr>
              <a:t>Telecoms &amp; </a:t>
            </a:r>
            <a:endParaRPr b="0" lang="en-US" sz="1200" strike="noStrike" u="none">
              <a:solidFill>
                <a:srgbClr val="000066"/>
              </a:solidFill>
              <a:effectLst/>
              <a:uFillTx/>
              <a:latin typeface="Times New Roman"/>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200" strike="noStrike" u="none">
                <a:solidFill>
                  <a:srgbClr val="000066"/>
                </a:solidFill>
                <a:effectLst/>
                <a:uFillTx/>
                <a:latin typeface="Times New Roman"/>
              </a:rPr>
              <a:t>Network Services</a:t>
            </a:r>
            <a:endParaRPr b="0" lang="en-US" sz="1200" strike="noStrike" u="none">
              <a:solidFill>
                <a:srgbClr val="000066"/>
              </a:solidFill>
              <a:effectLst/>
              <a:uFillTx/>
              <a:latin typeface="Times New Roman"/>
            </a:endParaRPr>
          </a:p>
        </p:txBody>
      </p:sp>
      <p:sp>
        <p:nvSpPr>
          <p:cNvPr id="60" name=""/>
          <p:cNvSpPr/>
          <p:nvPr/>
        </p:nvSpPr>
        <p:spPr>
          <a:xfrm>
            <a:off x="3492360" y="2349360"/>
            <a:ext cx="2016360" cy="719280"/>
          </a:xfrm>
          <a:prstGeom prst="ellipse">
            <a:avLst/>
          </a:prstGeom>
          <a:solidFill>
            <a:srgbClr val="f36921"/>
          </a:solidFill>
          <a:ln cap="rnd" w="12600">
            <a:solidFill>
              <a:srgbClr val="0000ff"/>
            </a:solidFill>
            <a:miter/>
          </a:ln>
        </p:spPr>
        <p:style>
          <a:lnRef idx="0"/>
          <a:fillRef idx="0"/>
          <a:effectRef idx="0"/>
          <a:fontRef idx="minor"/>
        </p:style>
        <p:txBody>
          <a:bodyPr wrap="none"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200" strike="noStrike" u="none">
                <a:solidFill>
                  <a:srgbClr val="000066"/>
                </a:solidFill>
                <a:effectLst/>
                <a:uFillTx/>
                <a:latin typeface="Times New Roman"/>
              </a:rPr>
              <a:t>Applications, End User</a:t>
            </a:r>
            <a:endParaRPr b="0" lang="en-US" sz="1200" strike="noStrike" u="none">
              <a:solidFill>
                <a:srgbClr val="000066"/>
              </a:solidFill>
              <a:effectLst/>
              <a:uFillTx/>
              <a:latin typeface="Times New Roman"/>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200" strike="noStrike" u="none">
                <a:solidFill>
                  <a:srgbClr val="000066"/>
                </a:solidFill>
                <a:effectLst/>
                <a:uFillTx/>
                <a:latin typeface="Times New Roman"/>
              </a:rPr>
              <a:t> &amp; Desktop Services</a:t>
            </a:r>
            <a:endParaRPr b="0" lang="en-US" sz="1200" strike="noStrike" u="none">
              <a:solidFill>
                <a:srgbClr val="000066"/>
              </a:solidFill>
              <a:effectLst/>
              <a:uFillTx/>
              <a:latin typeface="Times New Roman"/>
            </a:endParaRPr>
          </a:p>
        </p:txBody>
      </p:sp>
      <p:sp>
        <p:nvSpPr>
          <p:cNvPr id="61" name=""/>
          <p:cNvSpPr/>
          <p:nvPr/>
        </p:nvSpPr>
        <p:spPr>
          <a:xfrm>
            <a:off x="468360" y="2349360"/>
            <a:ext cx="1008000" cy="217800"/>
          </a:xfrm>
          <a:prstGeom prst="rect">
            <a:avLst/>
          </a:prstGeom>
          <a:solidFill>
            <a:srgbClr val="ffffff"/>
          </a:solidFill>
          <a:ln cap="rnd" w="12600">
            <a:solidFill>
              <a:srgbClr val="0000ff"/>
            </a:solidFill>
            <a:miter/>
          </a:ln>
        </p:spPr>
        <p:style>
          <a:lnRef idx="0"/>
          <a:fillRef idx="0"/>
          <a:effectRef idx="0"/>
          <a:fontRef idx="minor"/>
        </p:style>
        <p:txBody>
          <a:bodyPr wrap="none"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200" strike="noStrike" u="none">
                <a:solidFill>
                  <a:srgbClr val="000066"/>
                </a:solidFill>
                <a:effectLst/>
                <a:uFillTx/>
                <a:latin typeface="Times New Roman"/>
              </a:rPr>
              <a:t>1 Agreement</a:t>
            </a:r>
            <a:endParaRPr b="0" lang="en-US" sz="1200" strike="noStrike" u="none">
              <a:solidFill>
                <a:srgbClr val="000066"/>
              </a:solidFill>
              <a:effectLst/>
              <a:uFillTx/>
              <a:latin typeface="Times New Roman"/>
            </a:endParaRPr>
          </a:p>
        </p:txBody>
      </p:sp>
      <p:sp>
        <p:nvSpPr>
          <p:cNvPr id="62" name=""/>
          <p:cNvSpPr/>
          <p:nvPr/>
        </p:nvSpPr>
        <p:spPr>
          <a:xfrm>
            <a:off x="2916360" y="2349360"/>
            <a:ext cx="1008000" cy="217800"/>
          </a:xfrm>
          <a:prstGeom prst="rect">
            <a:avLst/>
          </a:prstGeom>
          <a:solidFill>
            <a:srgbClr val="ffffff"/>
          </a:solidFill>
          <a:ln cap="rnd" w="12600">
            <a:solidFill>
              <a:srgbClr val="0000ff"/>
            </a:solidFill>
            <a:miter/>
          </a:ln>
        </p:spPr>
        <p:style>
          <a:lnRef idx="0"/>
          <a:fillRef idx="0"/>
          <a:effectRef idx="0"/>
          <a:fontRef idx="minor"/>
        </p:style>
        <p:txBody>
          <a:bodyPr wrap="none"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200" strike="noStrike" u="none">
                <a:solidFill>
                  <a:srgbClr val="000066"/>
                </a:solidFill>
                <a:effectLst/>
                <a:uFillTx/>
                <a:latin typeface="Times New Roman"/>
              </a:rPr>
              <a:t>2 Agreements</a:t>
            </a:r>
            <a:endParaRPr b="0" lang="en-US" sz="1200" strike="noStrike" u="none">
              <a:solidFill>
                <a:srgbClr val="000066"/>
              </a:solidFill>
              <a:effectLst/>
              <a:uFillTx/>
              <a:latin typeface="Times New Roman"/>
            </a:endParaRPr>
          </a:p>
        </p:txBody>
      </p:sp>
      <p:sp>
        <p:nvSpPr>
          <p:cNvPr id="63" name=""/>
          <p:cNvSpPr/>
          <p:nvPr/>
        </p:nvSpPr>
        <p:spPr>
          <a:xfrm>
            <a:off x="5938920" y="1846440"/>
            <a:ext cx="1008000" cy="217440"/>
          </a:xfrm>
          <a:prstGeom prst="rect">
            <a:avLst/>
          </a:prstGeom>
          <a:solidFill>
            <a:srgbClr val="ffffff"/>
          </a:solidFill>
          <a:ln cap="rnd" w="12600">
            <a:solidFill>
              <a:srgbClr val="0000ff"/>
            </a:solidFill>
            <a:miter/>
          </a:ln>
        </p:spPr>
        <p:style>
          <a:lnRef idx="0"/>
          <a:fillRef idx="0"/>
          <a:effectRef idx="0"/>
          <a:fontRef idx="minor"/>
        </p:style>
        <p:txBody>
          <a:bodyPr wrap="none"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200" strike="noStrike" u="none">
                <a:solidFill>
                  <a:srgbClr val="000066"/>
                </a:solidFill>
                <a:effectLst/>
                <a:uFillTx/>
                <a:latin typeface="Times New Roman"/>
              </a:rPr>
              <a:t>1 Agreement</a:t>
            </a:r>
            <a:endParaRPr b="0" lang="en-US" sz="1200" strike="noStrike" u="none">
              <a:solidFill>
                <a:srgbClr val="000066"/>
              </a:solidFill>
              <a:effectLst/>
              <a:uFillTx/>
              <a:latin typeface="Times New Roman"/>
            </a:endParaRPr>
          </a:p>
        </p:txBody>
      </p:sp>
      <p:sp>
        <p:nvSpPr>
          <p:cNvPr id="64" name=""/>
          <p:cNvSpPr/>
          <p:nvPr/>
        </p:nvSpPr>
        <p:spPr>
          <a:xfrm>
            <a:off x="322200" y="3720960"/>
            <a:ext cx="2521080" cy="1557000"/>
          </a:xfrm>
          <a:prstGeom prst="rect">
            <a:avLst/>
          </a:prstGeom>
          <a:solidFill>
            <a:srgbClr val="ccecff"/>
          </a:solidFill>
          <a:ln cap="rnd" w="12600">
            <a:solidFill>
              <a:srgbClr val="000066"/>
            </a:solidFill>
            <a:miter/>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200" strike="noStrike" u="sng">
                <a:solidFill>
                  <a:srgbClr val="000066"/>
                </a:solidFill>
                <a:effectLst/>
                <a:uFillTx/>
                <a:latin typeface="Times New Roman"/>
              </a:rPr>
              <a:t>2IM</a:t>
            </a:r>
            <a:endParaRPr b="0" lang="en-US" sz="1200" strike="noStrike" u="none">
              <a:solidFill>
                <a:srgbClr val="000066"/>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trike="noStrike" u="none">
                <a:solidFill>
                  <a:srgbClr val="000066"/>
                </a:solidFill>
                <a:effectLst/>
                <a:uFillTx/>
                <a:latin typeface="Times New Roman"/>
              </a:rPr>
              <a:t>7-year Term + ING option at year 5;</a:t>
            </a:r>
            <a:endParaRPr b="0" lang="en-US" sz="1200" strike="noStrike" u="none">
              <a:solidFill>
                <a:srgbClr val="000066"/>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trike="noStrike" u="none">
                <a:solidFill>
                  <a:srgbClr val="000066"/>
                </a:solidFill>
                <a:effectLst/>
                <a:uFillTx/>
                <a:latin typeface="Times New Roman"/>
              </a:rPr>
              <a:t>Accenture €52m</a:t>
            </a:r>
            <a:endParaRPr b="0" lang="en-US" sz="1200" strike="noStrike" u="none">
              <a:solidFill>
                <a:srgbClr val="000066"/>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trike="noStrike" u="none">
                <a:solidFill>
                  <a:srgbClr val="000066"/>
                </a:solidFill>
                <a:effectLst/>
                <a:uFillTx/>
                <a:latin typeface="Times New Roman"/>
              </a:rPr>
              <a:t>Responsible for governance and service &amp; supplier management;</a:t>
            </a:r>
            <a:endParaRPr b="0" lang="en-US" sz="1200" strike="noStrike" u="none">
              <a:solidFill>
                <a:srgbClr val="000066"/>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trike="noStrike" u="none">
                <a:solidFill>
                  <a:srgbClr val="000066"/>
                </a:solidFill>
                <a:effectLst/>
                <a:uFillTx/>
                <a:latin typeface="Times New Roman"/>
              </a:rPr>
              <a:t>No exclusivity;</a:t>
            </a:r>
            <a:endParaRPr b="0" lang="en-US" sz="1200" strike="noStrike" u="none">
              <a:solidFill>
                <a:srgbClr val="000066"/>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trike="noStrike" u="none">
                <a:solidFill>
                  <a:srgbClr val="000066"/>
                </a:solidFill>
                <a:effectLst/>
                <a:uFillTx/>
                <a:latin typeface="Times New Roman"/>
              </a:rPr>
              <a:t>Dutch law</a:t>
            </a:r>
            <a:endParaRPr b="0" lang="en-US" sz="1200" strike="noStrike" u="none">
              <a:solidFill>
                <a:srgbClr val="000066"/>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66"/>
              </a:solidFill>
              <a:effectLst/>
              <a:uFillTx/>
              <a:latin typeface="Times New Roman"/>
            </a:endParaRPr>
          </a:p>
        </p:txBody>
      </p:sp>
      <p:sp>
        <p:nvSpPr>
          <p:cNvPr id="65" name=""/>
          <p:cNvSpPr/>
          <p:nvPr/>
        </p:nvSpPr>
        <p:spPr>
          <a:xfrm>
            <a:off x="3492360" y="2925720"/>
            <a:ext cx="2016360" cy="719280"/>
          </a:xfrm>
          <a:prstGeom prst="ellipse">
            <a:avLst/>
          </a:prstGeom>
          <a:solidFill>
            <a:srgbClr val="f36921"/>
          </a:solidFill>
          <a:ln cap="rnd" w="12600">
            <a:solidFill>
              <a:srgbClr val="0000ff"/>
            </a:solidFill>
            <a:miter/>
          </a:ln>
        </p:spPr>
        <p:style>
          <a:lnRef idx="0"/>
          <a:fillRef idx="0"/>
          <a:effectRef idx="0"/>
          <a:fontRef idx="minor"/>
        </p:style>
        <p:txBody>
          <a:bodyPr wrap="none"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200" strike="noStrike" u="none">
                <a:solidFill>
                  <a:srgbClr val="000066"/>
                </a:solidFill>
                <a:effectLst/>
                <a:uFillTx/>
                <a:latin typeface="Times New Roman"/>
              </a:rPr>
              <a:t>Service Desks</a:t>
            </a:r>
            <a:endParaRPr b="0" lang="en-US" sz="1200" strike="noStrike" u="none">
              <a:solidFill>
                <a:srgbClr val="000066"/>
              </a:solidFill>
              <a:effectLst/>
              <a:uFillTx/>
              <a:latin typeface="Times New Roman"/>
            </a:endParaRPr>
          </a:p>
        </p:txBody>
      </p:sp>
      <p:sp>
        <p:nvSpPr>
          <p:cNvPr id="66" name=""/>
          <p:cNvSpPr/>
          <p:nvPr/>
        </p:nvSpPr>
        <p:spPr>
          <a:xfrm>
            <a:off x="3132000" y="3716280"/>
            <a:ext cx="2735280" cy="1557000"/>
          </a:xfrm>
          <a:prstGeom prst="rect">
            <a:avLst/>
          </a:prstGeom>
          <a:solidFill>
            <a:srgbClr val="ccecff"/>
          </a:solidFill>
          <a:ln cap="rnd" w="12600">
            <a:solidFill>
              <a:srgbClr val="000066"/>
            </a:solidFill>
            <a:miter/>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200" strike="noStrike" u="sng">
                <a:solidFill>
                  <a:srgbClr val="000066"/>
                </a:solidFill>
                <a:effectLst/>
                <a:uFillTx/>
                <a:latin typeface="Times New Roman"/>
              </a:rPr>
              <a:t>Workplace Services</a:t>
            </a:r>
            <a:endParaRPr b="0" lang="en-US" sz="1200" strike="noStrike" u="none">
              <a:solidFill>
                <a:srgbClr val="000066"/>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trike="noStrike" u="none">
                <a:solidFill>
                  <a:srgbClr val="000066"/>
                </a:solidFill>
                <a:effectLst/>
                <a:uFillTx/>
                <a:latin typeface="Times New Roman"/>
              </a:rPr>
              <a:t>7-year Term + ING option at year 5;</a:t>
            </a:r>
            <a:endParaRPr b="0" lang="en-US" sz="1200" strike="noStrike" u="none">
              <a:solidFill>
                <a:srgbClr val="000066"/>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trike="noStrike" u="none">
                <a:solidFill>
                  <a:srgbClr val="000066"/>
                </a:solidFill>
                <a:effectLst/>
                <a:uFillTx/>
                <a:latin typeface="Times New Roman"/>
              </a:rPr>
              <a:t>Can expel Getronics earlier;</a:t>
            </a:r>
            <a:endParaRPr b="0" lang="en-US" sz="1200" strike="noStrike" u="none">
              <a:solidFill>
                <a:srgbClr val="000066"/>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trike="noStrike" u="none">
                <a:solidFill>
                  <a:srgbClr val="000066"/>
                </a:solidFill>
                <a:effectLst/>
                <a:uFillTx/>
                <a:latin typeface="Times New Roman"/>
              </a:rPr>
              <a:t>Getronics: €213m   Atos: €216m</a:t>
            </a:r>
            <a:endParaRPr b="0" lang="en-US" sz="1200" strike="noStrike" u="none">
              <a:solidFill>
                <a:srgbClr val="000066"/>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trike="noStrike" u="none">
                <a:solidFill>
                  <a:srgbClr val="000066"/>
                </a:solidFill>
                <a:effectLst/>
                <a:uFillTx/>
                <a:latin typeface="Times New Roman"/>
              </a:rPr>
              <a:t>Ability to extend countries</a:t>
            </a:r>
            <a:endParaRPr b="0" lang="en-US" sz="1200" strike="noStrike" u="none">
              <a:solidFill>
                <a:srgbClr val="000066"/>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trike="noStrike" u="none">
                <a:solidFill>
                  <a:srgbClr val="000066"/>
                </a:solidFill>
                <a:effectLst/>
                <a:uFillTx/>
                <a:latin typeface="Times New Roman"/>
              </a:rPr>
              <a:t>Cross-functional responsibilities;</a:t>
            </a:r>
            <a:endParaRPr b="0" lang="en-US" sz="1200" strike="noStrike" u="none">
              <a:solidFill>
                <a:srgbClr val="000066"/>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trike="noStrike" u="none">
                <a:solidFill>
                  <a:srgbClr val="000066"/>
                </a:solidFill>
                <a:effectLst/>
                <a:uFillTx/>
                <a:latin typeface="Times New Roman"/>
              </a:rPr>
              <a:t>No exclusivity;</a:t>
            </a:r>
            <a:endParaRPr b="0" lang="en-US" sz="1200" strike="noStrike" u="none">
              <a:solidFill>
                <a:srgbClr val="000066"/>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trike="noStrike" u="none">
                <a:solidFill>
                  <a:srgbClr val="000066"/>
                </a:solidFill>
                <a:effectLst/>
                <a:uFillTx/>
                <a:latin typeface="Times New Roman"/>
              </a:rPr>
              <a:t>Dutch law</a:t>
            </a:r>
            <a:endParaRPr b="0" lang="en-US" sz="1200" strike="noStrike" u="none">
              <a:solidFill>
                <a:srgbClr val="000066"/>
              </a:solidFill>
              <a:effectLst/>
              <a:uFillTx/>
              <a:latin typeface="Times New Roman"/>
            </a:endParaRPr>
          </a:p>
        </p:txBody>
      </p:sp>
      <p:sp>
        <p:nvSpPr>
          <p:cNvPr id="67" name=""/>
          <p:cNvSpPr/>
          <p:nvPr/>
        </p:nvSpPr>
        <p:spPr>
          <a:xfrm>
            <a:off x="6156360" y="3716280"/>
            <a:ext cx="2521080" cy="1557000"/>
          </a:xfrm>
          <a:prstGeom prst="rect">
            <a:avLst/>
          </a:prstGeom>
          <a:solidFill>
            <a:srgbClr val="ccecff"/>
          </a:solidFill>
          <a:ln cap="rnd" w="12600">
            <a:solidFill>
              <a:srgbClr val="000066"/>
            </a:solidFill>
            <a:miter/>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200" strike="noStrike" u="sng">
                <a:solidFill>
                  <a:srgbClr val="000066"/>
                </a:solidFill>
                <a:effectLst/>
                <a:uFillTx/>
                <a:latin typeface="Times New Roman"/>
              </a:rPr>
              <a:t>LAN &amp; Voice Services</a:t>
            </a:r>
            <a:endParaRPr b="0" lang="en-US" sz="1200" strike="noStrike" u="none">
              <a:solidFill>
                <a:srgbClr val="000066"/>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trike="noStrike" u="none">
                <a:solidFill>
                  <a:srgbClr val="000066"/>
                </a:solidFill>
                <a:effectLst/>
                <a:uFillTx/>
                <a:latin typeface="Times New Roman"/>
              </a:rPr>
              <a:t>7-year Term + ING option at year 5;</a:t>
            </a:r>
            <a:endParaRPr b="0" lang="en-US" sz="1200" strike="noStrike" u="none">
              <a:solidFill>
                <a:srgbClr val="000066"/>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trike="noStrike" u="none">
                <a:solidFill>
                  <a:srgbClr val="000066"/>
                </a:solidFill>
                <a:effectLst/>
                <a:uFillTx/>
                <a:latin typeface="Times New Roman"/>
              </a:rPr>
              <a:t>KPN €269m</a:t>
            </a:r>
            <a:endParaRPr b="0" lang="en-US" sz="1200" strike="noStrike" u="none">
              <a:solidFill>
                <a:srgbClr val="000066"/>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trike="noStrike" u="none">
                <a:solidFill>
                  <a:srgbClr val="000066"/>
                </a:solidFill>
                <a:effectLst/>
                <a:uFillTx/>
                <a:latin typeface="Times New Roman"/>
              </a:rPr>
              <a:t>Can be extended to other countries</a:t>
            </a:r>
            <a:endParaRPr b="0" lang="en-US" sz="1200" strike="noStrike" u="none">
              <a:solidFill>
                <a:srgbClr val="000066"/>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trike="noStrike" u="none">
                <a:solidFill>
                  <a:srgbClr val="000066"/>
                </a:solidFill>
                <a:effectLst/>
                <a:uFillTx/>
                <a:latin typeface="Times New Roman"/>
              </a:rPr>
              <a:t>No exclusivity;</a:t>
            </a:r>
            <a:endParaRPr b="0" lang="en-US" sz="1200" strike="noStrike" u="none">
              <a:solidFill>
                <a:srgbClr val="000066"/>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trike="noStrike" u="none">
                <a:solidFill>
                  <a:srgbClr val="000066"/>
                </a:solidFill>
                <a:effectLst/>
                <a:uFillTx/>
                <a:latin typeface="Times New Roman"/>
              </a:rPr>
              <a:t>Dutch law</a:t>
            </a:r>
            <a:endParaRPr b="0" lang="en-US" sz="1200" strike="noStrike" u="none">
              <a:solidFill>
                <a:srgbClr val="000066"/>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66"/>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66"/>
              </a:solidFill>
              <a:effectLst/>
              <a:uFillTx/>
              <a:latin typeface="Times New Roman"/>
            </a:endParaRPr>
          </a:p>
        </p:txBody>
      </p:sp>
      <p:sp>
        <p:nvSpPr>
          <p:cNvPr id="68" name=""/>
          <p:cNvSpPr/>
          <p:nvPr/>
        </p:nvSpPr>
        <p:spPr>
          <a:xfrm>
            <a:off x="324000" y="5300640"/>
            <a:ext cx="8351640" cy="360360"/>
          </a:xfrm>
          <a:prstGeom prst="rect">
            <a:avLst/>
          </a:prstGeom>
          <a:solidFill>
            <a:srgbClr val="99ccff"/>
          </a:solidFill>
          <a:ln w="9360">
            <a:solidFill>
              <a:srgbClr val="000066"/>
            </a:solidFill>
            <a:miter/>
          </a:ln>
          <a:effectLst>
            <a:outerShdw dist="53966" dir="2700000" blurRad="0" rotWithShape="0">
              <a:srgbClr val="000066">
                <a:alpha val="50000"/>
              </a:srgbClr>
            </a:outerShdw>
          </a:effectLst>
        </p:spPr>
        <p:style>
          <a:lnRef idx="0"/>
          <a:fillRef idx="0"/>
          <a:effectRef idx="0"/>
          <a:fontRef idx="minor"/>
        </p:style>
        <p:txBody>
          <a:bodyPr lIns="72000" rIns="72000" anchor="ctr">
            <a:noAutofit/>
          </a:bodyPr>
          <a:p>
            <a:pPr marL="93600" indent="-93600"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trike="noStrike" u="none">
                <a:solidFill>
                  <a:srgbClr val="000000"/>
                </a:solidFill>
                <a:effectLst/>
                <a:uFillTx/>
                <a:latin typeface="Times New Roman"/>
              </a:rPr>
              <a:t>Common language &amp; structures imposed as set of “umbrella” agreements; inter-Supplier co-operation strongly featured; all of which replaces….</a:t>
            </a:r>
            <a:endParaRPr b="0" lang="en-US" sz="1200" strike="noStrike" u="none">
              <a:solidFill>
                <a:srgbClr val="000066"/>
              </a:solidFill>
              <a:effectLst/>
              <a:uFillTx/>
              <a:latin typeface="Times New Roman"/>
            </a:endParaRPr>
          </a:p>
        </p:txBody>
      </p:sp>
      <p:sp>
        <p:nvSpPr>
          <p:cNvPr id="69" name=""/>
          <p:cNvSpPr/>
          <p:nvPr/>
        </p:nvSpPr>
        <p:spPr>
          <a:xfrm>
            <a:off x="324000" y="5805360"/>
            <a:ext cx="8351640" cy="503280"/>
          </a:xfrm>
          <a:prstGeom prst="ellipse">
            <a:avLst/>
          </a:prstGeom>
          <a:gradFill rotWithShape="0">
            <a:gsLst>
              <a:gs pos="0">
                <a:srgbClr val="ccecff"/>
              </a:gs>
              <a:gs pos="50000">
                <a:srgbClr val="f36921"/>
              </a:gs>
              <a:gs pos="100000">
                <a:srgbClr val="ccecff"/>
              </a:gs>
            </a:gsLst>
            <a:lin ang="10800000"/>
          </a:gradFill>
          <a:ln cap="rnd" w="12600">
            <a:solidFill>
              <a:srgbClr val="0000ff"/>
            </a:solidFill>
            <a:miter/>
          </a:ln>
        </p:spPr>
        <p:style>
          <a:lnRef idx="0"/>
          <a:fillRef idx="0"/>
          <a:effectRef idx="0"/>
          <a:fontRef idx="minor"/>
        </p:style>
        <p:txBody>
          <a:bodyPr wrap="none"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trike="noStrike" u="none">
                <a:solidFill>
                  <a:srgbClr val="000066"/>
                </a:solidFill>
                <a:effectLst/>
                <a:uFillTx/>
                <a:latin typeface="Times New Roman"/>
              </a:rPr>
              <a:t>“Legacy” Ops&amp;IT Banking environment provided under 380 Third Party Contracts and supported by 430 in-house staff</a:t>
            </a:r>
            <a:endParaRPr b="0" lang="en-US" sz="1200" strike="noStrike" u="none">
              <a:solidFill>
                <a:srgbClr val="000066"/>
              </a:solidFill>
              <a:effectLst/>
              <a:uFillTx/>
              <a:latin typeface="Times New Roman"/>
            </a:endParaRPr>
          </a:p>
        </p:txBody>
      </p:sp>
      <p:sp>
        <p:nvSpPr>
          <p:cNvPr id="3" name="PlaceHolder 2"/>
          <p:cNvSpPr>
            <a:spLocks noGrp="1"/>
          </p:cNvSpPr>
          <p:nvPr>
            <p:ph type="ftr" idx="1"/>
          </p:nvPr>
        </p:nvSpPr>
        <p:spPr/>
        <p:txBody>
          <a:bodyPr/>
          <a:p>
            <a:r>
              <a:t>SWS Contract Lanscape</a:t>
            </a:r>
          </a:p>
        </p:txBody>
      </p:sp>
    </p:spTree>
  </p:cSld>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0" name="PlaceHolder 1"/>
          <p:cNvSpPr>
            <a:spLocks noGrp="1"/>
          </p:cNvSpPr>
          <p:nvPr>
            <p:ph type="title"/>
          </p:nvPr>
        </p:nvSpPr>
        <p:spPr>
          <a:xfrm>
            <a:off x="122400" y="502560"/>
            <a:ext cx="8812080" cy="335520"/>
          </a:xfrm>
          <a:prstGeom prst="rect">
            <a:avLst/>
          </a:prstGeom>
          <a:noFill/>
          <a:ln w="0">
            <a:noFill/>
          </a:ln>
        </p:spPr>
        <p:txBody>
          <a:bodyPr lIns="0" rIns="0" tIns="0" bIns="0" anchor="b">
            <a:spAutoFit/>
          </a:bodyPr>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GB" sz="2200" strike="noStrike" u="none">
                <a:solidFill>
                  <a:srgbClr val="000066"/>
                </a:solidFill>
                <a:effectLst/>
                <a:uFillTx/>
                <a:latin typeface="Arial Black"/>
              </a:rPr>
              <a:t>Service “Bundle” Overview</a:t>
            </a:r>
            <a:endParaRPr b="1" lang="en-US" sz="2200" strike="noStrike" u="none">
              <a:solidFill>
                <a:srgbClr val="000066"/>
              </a:solidFill>
              <a:effectLst/>
              <a:uFillTx/>
              <a:latin typeface="Arial Black"/>
            </a:endParaRPr>
          </a:p>
        </p:txBody>
      </p:sp>
      <p:pic>
        <p:nvPicPr>
          <p:cNvPr id="71" name="" descr=""/>
          <p:cNvPicPr/>
          <p:nvPr/>
        </p:nvPicPr>
        <p:blipFill>
          <a:blip r:embed="rId1"/>
          <a:stretch/>
        </p:blipFill>
        <p:spPr>
          <a:xfrm>
            <a:off x="755640" y="1052640"/>
            <a:ext cx="7632720" cy="5468760"/>
          </a:xfrm>
          <a:prstGeom prst="rect">
            <a:avLst/>
          </a:prstGeom>
          <a:noFill/>
          <a:ln w="0">
            <a:noFill/>
          </a:ln>
        </p:spPr>
      </p:pic>
      <p:sp>
        <p:nvSpPr>
          <p:cNvPr id="3" name="PlaceHolder 2"/>
          <p:cNvSpPr>
            <a:spLocks noGrp="1"/>
          </p:cNvSpPr>
          <p:nvPr>
            <p:ph type="ftr" idx="1"/>
          </p:nvPr>
        </p:nvSpPr>
        <p:spPr/>
        <p:txBody>
          <a:bodyPr/>
          <a:p>
            <a:r>
              <a:t>SWS Contract Lanscape</a:t>
            </a:r>
          </a:p>
        </p:txBody>
      </p:sp>
    </p:spTree>
  </p:cSld>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2" name="PlaceHolder 1"/>
          <p:cNvSpPr>
            <a:spLocks noGrp="1"/>
          </p:cNvSpPr>
          <p:nvPr>
            <p:ph type="title"/>
          </p:nvPr>
        </p:nvSpPr>
        <p:spPr>
          <a:xfrm>
            <a:off x="122400" y="502560"/>
            <a:ext cx="8812080" cy="335520"/>
          </a:xfrm>
          <a:prstGeom prst="rect">
            <a:avLst/>
          </a:prstGeom>
          <a:noFill/>
          <a:ln w="0">
            <a:noFill/>
          </a:ln>
        </p:spPr>
        <p:txBody>
          <a:bodyPr lIns="0" rIns="0" tIns="0" bIns="0" anchor="b">
            <a:spAutoFit/>
          </a:bodyPr>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GB" sz="2200" strike="noStrike" u="none">
                <a:solidFill>
                  <a:srgbClr val="000066"/>
                </a:solidFill>
                <a:effectLst/>
                <a:uFillTx/>
                <a:latin typeface="Arial Black"/>
              </a:rPr>
              <a:t>Contract Structure (1/2)</a:t>
            </a:r>
            <a:endParaRPr b="1" lang="en-US" sz="2200" strike="noStrike" u="none">
              <a:solidFill>
                <a:srgbClr val="000066"/>
              </a:solidFill>
              <a:effectLst/>
              <a:uFillTx/>
              <a:latin typeface="Arial Black"/>
            </a:endParaRPr>
          </a:p>
        </p:txBody>
      </p:sp>
      <p:grpSp>
        <p:nvGrpSpPr>
          <p:cNvPr id="73" name=""/>
          <p:cNvGrpSpPr/>
          <p:nvPr/>
        </p:nvGrpSpPr>
        <p:grpSpPr>
          <a:xfrm>
            <a:off x="358920" y="1076400"/>
            <a:ext cx="8354880" cy="4749120"/>
            <a:chOff x="358920" y="1076400"/>
            <a:chExt cx="8354880" cy="4749120"/>
          </a:xfrm>
        </p:grpSpPr>
        <p:grpSp>
          <p:nvGrpSpPr>
            <p:cNvPr id="74" name=""/>
            <p:cNvGrpSpPr/>
            <p:nvPr/>
          </p:nvGrpSpPr>
          <p:grpSpPr>
            <a:xfrm>
              <a:off x="5022720" y="1076400"/>
              <a:ext cx="3691080" cy="4738680"/>
              <a:chOff x="5022720" y="1076400"/>
              <a:chExt cx="3691080" cy="4738680"/>
            </a:xfrm>
          </p:grpSpPr>
          <p:sp>
            <p:nvSpPr>
              <p:cNvPr id="75" name=""/>
              <p:cNvSpPr/>
              <p:nvPr/>
            </p:nvSpPr>
            <p:spPr>
              <a:xfrm>
                <a:off x="5092560" y="1076400"/>
                <a:ext cx="3544920" cy="4738680"/>
              </a:xfrm>
              <a:prstGeom prst="rect">
                <a:avLst/>
              </a:prstGeom>
              <a:solidFill>
                <a:srgbClr val="ffffcc"/>
              </a:solidFill>
              <a:ln w="0">
                <a:noFill/>
              </a:ln>
            </p:spPr>
            <p:style>
              <a:lnRef idx="0"/>
              <a:fillRef idx="0"/>
              <a:effectRef idx="0"/>
              <a:fontRef idx="minor"/>
            </p:style>
            <p:txBody>
              <a:bodyPr lIns="81720" rIns="81720" tIns="32760" bIns="32760" anchor="b">
                <a:noAutofit/>
              </a:bodyPr>
              <a:p>
                <a:endParaRPr b="0" lang="en-US" sz="2400" strike="noStrike" u="none">
                  <a:solidFill>
                    <a:srgbClr val="000066"/>
                  </a:solidFill>
                  <a:effectLst/>
                  <a:uFillTx/>
                  <a:latin typeface="Times New Roman"/>
                </a:endParaRPr>
              </a:p>
            </p:txBody>
          </p:sp>
          <p:sp>
            <p:nvSpPr>
              <p:cNvPr id="76" name=""/>
              <p:cNvSpPr/>
              <p:nvPr/>
            </p:nvSpPr>
            <p:spPr>
              <a:xfrm>
                <a:off x="5022720" y="1092240"/>
                <a:ext cx="3691080" cy="4317840"/>
              </a:xfrm>
              <a:prstGeom prst="rect">
                <a:avLst/>
              </a:prstGeom>
              <a:noFill/>
              <a:ln w="0">
                <a:noFill/>
              </a:ln>
            </p:spPr>
            <p:style>
              <a:lnRef idx="0"/>
              <a:fillRef idx="0"/>
              <a:effectRef idx="0"/>
              <a:fontRef idx="minor"/>
            </p:style>
            <p:txBody>
              <a:bodyPr lIns="90000" rIns="90000" tIns="46800" bIns="46800" anchor="t">
                <a:noAutofit/>
              </a:bodyPr>
              <a:p>
                <a:pPr marL="263520" indent="-176040">
                  <a:lnSpc>
                    <a:spcPct val="100000"/>
                  </a:lnSpc>
                  <a:spcBef>
                    <a:spcPts val="4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600" strike="noStrike" u="none">
                    <a:solidFill>
                      <a:srgbClr val="000066"/>
                    </a:solidFill>
                    <a:effectLst/>
                    <a:uFillTx/>
                    <a:latin typeface="Arial"/>
                  </a:rPr>
                  <a:t>Key Points</a:t>
                </a:r>
                <a:endParaRPr b="0" lang="en-US" sz="1600" strike="noStrike" u="none">
                  <a:solidFill>
                    <a:srgbClr val="000066"/>
                  </a:solidFill>
                  <a:effectLst/>
                  <a:uFillTx/>
                  <a:latin typeface="Times New Roman"/>
                </a:endParaRPr>
              </a:p>
              <a:p>
                <a:pPr marL="263520" indent="-176040">
                  <a:lnSpc>
                    <a:spcPct val="100000"/>
                  </a:lnSpc>
                  <a:spcBef>
                    <a:spcPts val="400"/>
                  </a:spcBef>
                  <a:buClr>
                    <a:srgbClr val="25408f"/>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1600" strike="noStrike" u="none">
                    <a:solidFill>
                      <a:srgbClr val="000066"/>
                    </a:solidFill>
                    <a:effectLst/>
                    <a:uFillTx/>
                    <a:latin typeface="Arial"/>
                  </a:rPr>
                  <a:t>One 2IM MSA and three PST Supplier MSAs</a:t>
                </a:r>
                <a:endParaRPr b="0" lang="en-US" sz="1600" strike="noStrike" u="none">
                  <a:solidFill>
                    <a:srgbClr val="000066"/>
                  </a:solidFill>
                  <a:effectLst/>
                  <a:uFillTx/>
                  <a:latin typeface="Times New Roman"/>
                </a:endParaRPr>
              </a:p>
              <a:p>
                <a:pPr marL="263520" indent="-176040">
                  <a:lnSpc>
                    <a:spcPct val="100000"/>
                  </a:lnSpc>
                  <a:spcBef>
                    <a:spcPts val="400"/>
                  </a:spcBef>
                  <a:buClr>
                    <a:srgbClr val="25408f"/>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1600" strike="noStrike" u="none">
                    <a:solidFill>
                      <a:srgbClr val="000066"/>
                    </a:solidFill>
                    <a:effectLst/>
                    <a:uFillTx/>
                    <a:latin typeface="Arial"/>
                  </a:rPr>
                  <a:t>Each MSA has a complete set of exhibits (with different SoWs for each)</a:t>
                </a:r>
                <a:endParaRPr b="0" lang="en-US" sz="1600" strike="noStrike" u="none">
                  <a:solidFill>
                    <a:srgbClr val="000066"/>
                  </a:solidFill>
                  <a:effectLst/>
                  <a:uFillTx/>
                  <a:latin typeface="Times New Roman"/>
                </a:endParaRPr>
              </a:p>
              <a:p>
                <a:pPr marL="263520" indent="-176040">
                  <a:lnSpc>
                    <a:spcPct val="100000"/>
                  </a:lnSpc>
                  <a:spcBef>
                    <a:spcPts val="400"/>
                  </a:spcBef>
                  <a:buClr>
                    <a:srgbClr val="25408f"/>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1600" strike="noStrike" u="none">
                    <a:solidFill>
                      <a:srgbClr val="000066"/>
                    </a:solidFill>
                    <a:effectLst/>
                    <a:uFillTx/>
                    <a:latin typeface="Arial"/>
                  </a:rPr>
                  <a:t>PST Supplier’s obligations to ING all flow through the MSA</a:t>
                </a:r>
                <a:endParaRPr b="0" lang="en-US" sz="1600" strike="noStrike" u="none">
                  <a:solidFill>
                    <a:srgbClr val="000066"/>
                  </a:solidFill>
                  <a:effectLst/>
                  <a:uFillTx/>
                  <a:latin typeface="Times New Roman"/>
                </a:endParaRPr>
              </a:p>
              <a:p>
                <a:pPr marL="263520" indent="-176040">
                  <a:lnSpc>
                    <a:spcPct val="100000"/>
                  </a:lnSpc>
                  <a:spcBef>
                    <a:spcPts val="400"/>
                  </a:spcBef>
                  <a:buClr>
                    <a:srgbClr val="25408f"/>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1600" strike="noStrike" u="none">
                    <a:solidFill>
                      <a:srgbClr val="000066"/>
                    </a:solidFill>
                    <a:effectLst/>
                    <a:uFillTx/>
                    <a:latin typeface="Arial"/>
                  </a:rPr>
                  <a:t>ING approves OLAs between Suppliers</a:t>
                </a:r>
                <a:endParaRPr b="0" lang="en-US" sz="1600" strike="noStrike" u="none">
                  <a:solidFill>
                    <a:srgbClr val="000066"/>
                  </a:solidFill>
                  <a:effectLst/>
                  <a:uFillTx/>
                  <a:latin typeface="Times New Roman"/>
                </a:endParaRPr>
              </a:p>
              <a:p>
                <a:pPr marL="263520" indent="-176040">
                  <a:lnSpc>
                    <a:spcPct val="100000"/>
                  </a:lnSpc>
                  <a:spcBef>
                    <a:spcPts val="400"/>
                  </a:spcBef>
                  <a:buClr>
                    <a:srgbClr val="25408f"/>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1600" strike="noStrike" u="none">
                    <a:solidFill>
                      <a:srgbClr val="000066"/>
                    </a:solidFill>
                    <a:effectLst/>
                    <a:uFillTx/>
                    <a:latin typeface="Arial"/>
                  </a:rPr>
                  <a:t>Any relief from performance to ING are addressed in the MSA, not in the OLA</a:t>
                </a:r>
                <a:endParaRPr b="0" lang="en-US" sz="1600" strike="noStrike" u="none">
                  <a:solidFill>
                    <a:srgbClr val="000066"/>
                  </a:solidFill>
                  <a:effectLst/>
                  <a:uFillTx/>
                  <a:latin typeface="Times New Roman"/>
                </a:endParaRPr>
              </a:p>
              <a:p>
                <a:pPr marL="263520" indent="-176040">
                  <a:lnSpc>
                    <a:spcPct val="100000"/>
                  </a:lnSpc>
                  <a:spcBef>
                    <a:spcPts val="400"/>
                  </a:spcBef>
                  <a:buClr>
                    <a:srgbClr val="25408f"/>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1600" strike="noStrike" u="none">
                    <a:solidFill>
                      <a:srgbClr val="000066"/>
                    </a:solidFill>
                    <a:effectLst/>
                    <a:uFillTx/>
                    <a:latin typeface="Arial"/>
                  </a:rPr>
                  <a:t>Breach by one PST Supplier of an OLA does not relieve other PST Supplier of performance to ING except as prescribed in MSA</a:t>
                </a:r>
                <a:endParaRPr b="0" lang="en-US" sz="1600" strike="noStrike" u="none">
                  <a:solidFill>
                    <a:srgbClr val="000066"/>
                  </a:solidFill>
                  <a:effectLst/>
                  <a:uFillTx/>
                  <a:latin typeface="Times New Roman"/>
                </a:endParaRPr>
              </a:p>
            </p:txBody>
          </p:sp>
        </p:grpSp>
        <p:grpSp>
          <p:nvGrpSpPr>
            <p:cNvPr id="77" name=""/>
            <p:cNvGrpSpPr/>
            <p:nvPr/>
          </p:nvGrpSpPr>
          <p:grpSpPr>
            <a:xfrm>
              <a:off x="358920" y="1076400"/>
              <a:ext cx="4468320" cy="4749120"/>
              <a:chOff x="358920" y="1076400"/>
              <a:chExt cx="4468320" cy="4749120"/>
            </a:xfrm>
          </p:grpSpPr>
          <p:sp>
            <p:nvSpPr>
              <p:cNvPr id="78" name=""/>
              <p:cNvSpPr/>
              <p:nvPr/>
            </p:nvSpPr>
            <p:spPr>
              <a:xfrm>
                <a:off x="382680" y="1076400"/>
                <a:ext cx="4444560" cy="4738320"/>
              </a:xfrm>
              <a:prstGeom prst="rect">
                <a:avLst/>
              </a:prstGeom>
              <a:solidFill>
                <a:srgbClr val="ffffcc"/>
              </a:solidFill>
              <a:ln w="0">
                <a:noFill/>
              </a:ln>
            </p:spPr>
            <p:style>
              <a:lnRef idx="0"/>
              <a:fillRef idx="0"/>
              <a:effectRef idx="0"/>
              <a:fontRef idx="minor"/>
            </p:style>
            <p:txBody>
              <a:bodyPr lIns="81720" rIns="81720" tIns="32760" bIns="32760" anchor="b">
                <a:noAutofit/>
              </a:bodyPr>
              <a:p>
                <a:endParaRPr b="0" lang="en-US" sz="2400" strike="noStrike" u="none">
                  <a:solidFill>
                    <a:srgbClr val="000066"/>
                  </a:solidFill>
                  <a:effectLst/>
                  <a:uFillTx/>
                  <a:latin typeface="Times New Roman"/>
                </a:endParaRPr>
              </a:p>
            </p:txBody>
          </p:sp>
          <p:grpSp>
            <p:nvGrpSpPr>
              <p:cNvPr id="79" name=""/>
              <p:cNvGrpSpPr/>
              <p:nvPr/>
            </p:nvGrpSpPr>
            <p:grpSpPr>
              <a:xfrm>
                <a:off x="528480" y="1198080"/>
                <a:ext cx="4131000" cy="520560"/>
                <a:chOff x="528480" y="1198080"/>
                <a:chExt cx="4131000" cy="520560"/>
              </a:xfrm>
            </p:grpSpPr>
            <p:sp>
              <p:nvSpPr>
                <p:cNvPr id="80" name=""/>
                <p:cNvSpPr/>
                <p:nvPr/>
              </p:nvSpPr>
              <p:spPr>
                <a:xfrm>
                  <a:off x="528480" y="1198080"/>
                  <a:ext cx="4131000" cy="520560"/>
                </a:xfrm>
                <a:prstGeom prst="roundRect">
                  <a:avLst>
                    <a:gd name="adj" fmla="val 16667"/>
                  </a:avLst>
                </a:prstGeom>
                <a:solidFill>
                  <a:srgbClr val="ff8621"/>
                </a:solidFill>
                <a:ln w="0">
                  <a:noFill/>
                </a:ln>
              </p:spPr>
              <p:style>
                <a:lnRef idx="0"/>
                <a:fillRef idx="0"/>
                <a:effectRef idx="0"/>
                <a:fontRef idx="minor"/>
              </p:style>
              <p:txBody>
                <a:bodyPr wrap="none" lIns="90000" rIns="90000" tIns="46800" bIns="46800" anchor="ctr">
                  <a:noAutofit/>
                </a:bodyPr>
                <a:p>
                  <a:endParaRPr b="0" lang="en-US" sz="2400" strike="noStrike" u="none">
                    <a:solidFill>
                      <a:srgbClr val="000066"/>
                    </a:solidFill>
                    <a:effectLst/>
                    <a:uFillTx/>
                    <a:latin typeface="Times New Roman"/>
                  </a:endParaRPr>
                </a:p>
              </p:txBody>
            </p:sp>
            <p:sp>
              <p:nvSpPr>
                <p:cNvPr id="81" name=""/>
                <p:cNvSpPr/>
                <p:nvPr/>
              </p:nvSpPr>
              <p:spPr>
                <a:xfrm>
                  <a:off x="528480" y="1198080"/>
                  <a:ext cx="4131000" cy="515160"/>
                </a:xfrm>
                <a:prstGeom prst="roundRect">
                  <a:avLst>
                    <a:gd name="adj" fmla="val 16667"/>
                  </a:avLst>
                </a:prstGeom>
                <a:solidFill>
                  <a:srgbClr val="ff8621"/>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trike="noStrike" u="none">
                    <a:solidFill>
                      <a:srgbClr val="000066"/>
                    </a:solidFill>
                    <a:effectLst/>
                    <a:uFillTx/>
                    <a:latin typeface="Times New Roman"/>
                  </a:endParaRPr>
                </a:p>
              </p:txBody>
            </p:sp>
            <p:sp>
              <p:nvSpPr>
                <p:cNvPr id="82" name=""/>
                <p:cNvSpPr/>
                <p:nvPr/>
              </p:nvSpPr>
              <p:spPr>
                <a:xfrm>
                  <a:off x="651960" y="1336320"/>
                  <a:ext cx="4007520" cy="224640"/>
                </a:xfrm>
                <a:prstGeom prst="roundRect">
                  <a:avLst>
                    <a:gd name="adj" fmla="val 16667"/>
                  </a:avLst>
                </a:prstGeom>
                <a:solidFill>
                  <a:srgbClr val="ff8621"/>
                </a:soli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400" strike="noStrike" u="none">
                      <a:solidFill>
                        <a:srgbClr val="000066"/>
                      </a:solidFill>
                      <a:effectLst/>
                      <a:uFillTx/>
                      <a:latin typeface="Arial"/>
                      <a:ea typeface="Arial"/>
                    </a:rPr>
                    <a:t>ING  </a:t>
                  </a:r>
                  <a:r>
                    <a:rPr b="1" lang="en-US" sz="1000" strike="noStrike" u="none">
                      <a:solidFill>
                        <a:srgbClr val="000066"/>
                      </a:solidFill>
                      <a:effectLst/>
                      <a:uFillTx/>
                      <a:latin typeface="Arial"/>
                      <a:ea typeface="Arial"/>
                    </a:rPr>
                    <a:t>    </a:t>
                  </a:r>
                  <a:endParaRPr b="0" lang="en-US" sz="1000" strike="noStrike" u="none">
                    <a:solidFill>
                      <a:srgbClr val="000066"/>
                    </a:solidFill>
                    <a:effectLst/>
                    <a:uFillTx/>
                    <a:latin typeface="Times New Roman"/>
                  </a:endParaRPr>
                </a:p>
              </p:txBody>
            </p:sp>
          </p:grpSp>
          <p:sp>
            <p:nvSpPr>
              <p:cNvPr id="83" name=""/>
              <p:cNvSpPr/>
              <p:nvPr/>
            </p:nvSpPr>
            <p:spPr>
              <a:xfrm>
                <a:off x="1528560" y="4079520"/>
                <a:ext cx="946080" cy="417240"/>
              </a:xfrm>
              <a:prstGeom prst="roundRect">
                <a:avLst>
                  <a:gd name="adj" fmla="val 16667"/>
                </a:avLst>
              </a:prstGeom>
              <a:solidFill>
                <a:srgbClr val="000066"/>
              </a:solidFill>
              <a:ln w="9360">
                <a:solidFill>
                  <a:srgbClr val="000000"/>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000" strike="noStrike" u="none">
                    <a:solidFill>
                      <a:srgbClr val="000066"/>
                    </a:solidFill>
                    <a:effectLst/>
                    <a:uFillTx/>
                    <a:latin typeface="Arial"/>
                    <a:ea typeface="Arial"/>
                  </a:rPr>
                  <a:t>PST Supplier</a:t>
                </a:r>
                <a:endParaRPr b="0" lang="en-US" sz="1000" strike="noStrike" u="none">
                  <a:solidFill>
                    <a:srgbClr val="000066"/>
                  </a:solidFill>
                  <a:effectLst/>
                  <a:uFillTx/>
                  <a:latin typeface="Times New Roman"/>
                </a:endParaRPr>
              </a:p>
            </p:txBody>
          </p:sp>
          <p:sp>
            <p:nvSpPr>
              <p:cNvPr id="84" name=""/>
              <p:cNvSpPr/>
              <p:nvPr/>
            </p:nvSpPr>
            <p:spPr>
              <a:xfrm>
                <a:off x="528480" y="4079520"/>
                <a:ext cx="944280" cy="417240"/>
              </a:xfrm>
              <a:prstGeom prst="roundRect">
                <a:avLst>
                  <a:gd name="adj" fmla="val 16667"/>
                </a:avLst>
              </a:prstGeom>
              <a:solidFill>
                <a:srgbClr val="000066"/>
              </a:solidFill>
              <a:ln w="9360">
                <a:solidFill>
                  <a:srgbClr val="000000"/>
                </a:solidFill>
                <a:miter/>
              </a:ln>
            </p:spPr>
            <p:style>
              <a:lnRef idx="0"/>
              <a:fillRef idx="0"/>
              <a:effectRef idx="0"/>
              <a:fontRef idx="minor"/>
            </p:style>
            <p:txBody>
              <a:bodyPr lIns="0" rIns="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000" strike="noStrike" u="none">
                    <a:solidFill>
                      <a:srgbClr val="000066"/>
                    </a:solidFill>
                    <a:effectLst/>
                    <a:uFillTx/>
                    <a:latin typeface="Arial"/>
                    <a:ea typeface="Arial"/>
                  </a:rPr>
                  <a:t>PST </a:t>
                </a:r>
                <a:endParaRPr b="0" lang="en-US" sz="1000" strike="noStrike" u="none">
                  <a:solidFill>
                    <a:srgbClr val="000066"/>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000" strike="noStrike" u="none">
                    <a:solidFill>
                      <a:srgbClr val="000066"/>
                    </a:solidFill>
                    <a:effectLst/>
                    <a:uFillTx/>
                    <a:latin typeface="Arial"/>
                    <a:ea typeface="Arial"/>
                  </a:rPr>
                  <a:t>Supplier</a:t>
                </a:r>
                <a:endParaRPr b="0" lang="en-US" sz="1000" strike="noStrike" u="none">
                  <a:solidFill>
                    <a:srgbClr val="000066"/>
                  </a:solidFill>
                  <a:effectLst/>
                  <a:uFillTx/>
                  <a:latin typeface="Times New Roman"/>
                </a:endParaRPr>
              </a:p>
            </p:txBody>
          </p:sp>
          <p:sp>
            <p:nvSpPr>
              <p:cNvPr id="85" name=""/>
              <p:cNvSpPr/>
              <p:nvPr/>
            </p:nvSpPr>
            <p:spPr>
              <a:xfrm>
                <a:off x="2528640" y="4079520"/>
                <a:ext cx="946080" cy="417240"/>
              </a:xfrm>
              <a:prstGeom prst="roundRect">
                <a:avLst>
                  <a:gd name="adj" fmla="val 16667"/>
                </a:avLst>
              </a:prstGeom>
              <a:solidFill>
                <a:srgbClr val="000066"/>
              </a:solidFill>
              <a:ln w="9360">
                <a:solidFill>
                  <a:srgbClr val="000000"/>
                </a:solidFill>
                <a:miter/>
              </a:ln>
            </p:spPr>
            <p:style>
              <a:lnRef idx="0"/>
              <a:fillRef idx="0"/>
              <a:effectRef idx="0"/>
              <a:fontRef idx="minor"/>
            </p:style>
            <p:txBody>
              <a:bodyPr lIns="0" rIns="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000" strike="noStrike" u="none">
                    <a:solidFill>
                      <a:srgbClr val="000066"/>
                    </a:solidFill>
                    <a:effectLst/>
                    <a:uFillTx/>
                    <a:latin typeface="Arial"/>
                    <a:ea typeface="Arial"/>
                  </a:rPr>
                  <a:t>PST </a:t>
                </a:r>
                <a:endParaRPr b="0" lang="en-US" sz="1000" strike="noStrike" u="none">
                  <a:solidFill>
                    <a:srgbClr val="000066"/>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000" strike="noStrike" u="none">
                    <a:solidFill>
                      <a:srgbClr val="000066"/>
                    </a:solidFill>
                    <a:effectLst/>
                    <a:uFillTx/>
                    <a:latin typeface="Arial"/>
                    <a:ea typeface="Arial"/>
                  </a:rPr>
                  <a:t>Supplier</a:t>
                </a:r>
                <a:endParaRPr b="0" lang="en-US" sz="1000" strike="noStrike" u="none">
                  <a:solidFill>
                    <a:srgbClr val="000066"/>
                  </a:solidFill>
                  <a:effectLst/>
                  <a:uFillTx/>
                  <a:latin typeface="Times New Roman"/>
                </a:endParaRPr>
              </a:p>
            </p:txBody>
          </p:sp>
          <p:sp>
            <p:nvSpPr>
              <p:cNvPr id="86" name=""/>
              <p:cNvSpPr/>
              <p:nvPr/>
            </p:nvSpPr>
            <p:spPr>
              <a:xfrm>
                <a:off x="3533760" y="2827080"/>
                <a:ext cx="947160" cy="417240"/>
              </a:xfrm>
              <a:prstGeom prst="roundRect">
                <a:avLst>
                  <a:gd name="adj" fmla="val 16667"/>
                </a:avLst>
              </a:prstGeom>
              <a:solidFill>
                <a:srgbClr val="000066"/>
              </a:solidFill>
              <a:ln w="9360">
                <a:solidFill>
                  <a:srgbClr val="000000"/>
                </a:solidFill>
                <a:miter/>
              </a:ln>
            </p:spPr>
            <p:style>
              <a:lnRef idx="0"/>
              <a:fillRef idx="0"/>
              <a:effectRef idx="0"/>
              <a:fontRef idx="minor"/>
            </p:style>
            <p:txBody>
              <a:bodyPr lIns="0" rIns="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000" strike="noStrike" u="none">
                    <a:solidFill>
                      <a:srgbClr val="000066"/>
                    </a:solidFill>
                    <a:effectLst/>
                    <a:uFillTx/>
                    <a:latin typeface="Arial"/>
                    <a:ea typeface="Arial"/>
                  </a:rPr>
                  <a:t>2IM</a:t>
                </a:r>
                <a:endParaRPr b="0" lang="en-US" sz="1000" strike="noStrike" u="none">
                  <a:solidFill>
                    <a:srgbClr val="000066"/>
                  </a:solidFill>
                  <a:effectLst/>
                  <a:uFillTx/>
                  <a:latin typeface="Times New Roman"/>
                </a:endParaRPr>
              </a:p>
            </p:txBody>
          </p:sp>
          <p:sp>
            <p:nvSpPr>
              <p:cNvPr id="87" name=""/>
              <p:cNvSpPr/>
              <p:nvPr/>
            </p:nvSpPr>
            <p:spPr>
              <a:xfrm>
                <a:off x="3971880" y="1699920"/>
                <a:ext cx="0" cy="1126800"/>
              </a:xfrm>
              <a:prstGeom prst="line">
                <a:avLst/>
              </a:prstGeom>
              <a:ln w="12600">
                <a:solidFill>
                  <a:srgbClr val="000066"/>
                </a:solidFill>
                <a:miter/>
                <a:headEnd len="med" type="triangle" w="med"/>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000066"/>
                  </a:solidFill>
                  <a:effectLst/>
                  <a:uFillTx/>
                  <a:latin typeface="Times New Roman"/>
                </a:endParaRPr>
              </a:p>
            </p:txBody>
          </p:sp>
          <p:sp>
            <p:nvSpPr>
              <p:cNvPr id="88" name=""/>
              <p:cNvSpPr/>
              <p:nvPr/>
            </p:nvSpPr>
            <p:spPr>
              <a:xfrm>
                <a:off x="1092240" y="1699920"/>
                <a:ext cx="0" cy="2379240"/>
              </a:xfrm>
              <a:prstGeom prst="line">
                <a:avLst/>
              </a:prstGeom>
              <a:ln w="12600">
                <a:solidFill>
                  <a:srgbClr val="000066"/>
                </a:solidFill>
                <a:miter/>
                <a:headEnd len="med" type="triangle" w="med"/>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000066"/>
                  </a:solidFill>
                  <a:effectLst/>
                  <a:uFillTx/>
                  <a:latin typeface="Times New Roman"/>
                </a:endParaRPr>
              </a:p>
            </p:txBody>
          </p:sp>
          <p:sp>
            <p:nvSpPr>
              <p:cNvPr id="89" name=""/>
              <p:cNvSpPr/>
              <p:nvPr/>
            </p:nvSpPr>
            <p:spPr>
              <a:xfrm>
                <a:off x="1968480" y="1699920"/>
                <a:ext cx="0" cy="2379240"/>
              </a:xfrm>
              <a:prstGeom prst="line">
                <a:avLst/>
              </a:prstGeom>
              <a:ln w="12600">
                <a:solidFill>
                  <a:srgbClr val="000066"/>
                </a:solidFill>
                <a:miter/>
                <a:headEnd len="med" type="triangle" w="med"/>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000066"/>
                  </a:solidFill>
                  <a:effectLst/>
                  <a:uFillTx/>
                  <a:latin typeface="Times New Roman"/>
                </a:endParaRPr>
              </a:p>
            </p:txBody>
          </p:sp>
          <p:sp>
            <p:nvSpPr>
              <p:cNvPr id="90" name=""/>
              <p:cNvSpPr/>
              <p:nvPr/>
            </p:nvSpPr>
            <p:spPr>
              <a:xfrm>
                <a:off x="2908080" y="1699920"/>
                <a:ext cx="0" cy="2379240"/>
              </a:xfrm>
              <a:prstGeom prst="line">
                <a:avLst/>
              </a:prstGeom>
              <a:ln w="12600">
                <a:solidFill>
                  <a:srgbClr val="000066"/>
                </a:solidFill>
                <a:miter/>
                <a:headEnd len="med" type="triangle" w="med"/>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000066"/>
                  </a:solidFill>
                  <a:effectLst/>
                  <a:uFillTx/>
                  <a:latin typeface="Times New Roman"/>
                </a:endParaRPr>
              </a:p>
            </p:txBody>
          </p:sp>
          <p:sp>
            <p:nvSpPr>
              <p:cNvPr id="91" name=""/>
              <p:cNvSpPr/>
              <p:nvPr/>
            </p:nvSpPr>
            <p:spPr>
              <a:xfrm>
                <a:off x="1092240" y="4522320"/>
                <a:ext cx="0" cy="307800"/>
              </a:xfrm>
              <a:prstGeom prst="line">
                <a:avLst/>
              </a:prstGeom>
              <a:ln w="12600">
                <a:solidFill>
                  <a:srgbClr val="000066"/>
                </a:solidFill>
                <a:miter/>
                <a:headEnd len="med" type="triangle" w="med"/>
              </a:ln>
            </p:spPr>
            <p:style>
              <a:lnRef idx="0"/>
              <a:fillRef idx="0"/>
              <a:effectRef idx="0"/>
              <a:fontRef idx="minor"/>
            </p:style>
            <p:txBody>
              <a:bodyPr lIns="90000" rIns="90000" tIns="46800" bIns="46800" anchor="ctr">
                <a:noAutofit/>
              </a:bodyPr>
              <a:p>
                <a:endParaRPr b="0" lang="en-US" sz="2400" strike="noStrike" u="none">
                  <a:solidFill>
                    <a:srgbClr val="000066"/>
                  </a:solidFill>
                  <a:effectLst/>
                  <a:uFillTx/>
                  <a:latin typeface="Times New Roman"/>
                </a:endParaRPr>
              </a:p>
            </p:txBody>
          </p:sp>
          <p:sp>
            <p:nvSpPr>
              <p:cNvPr id="92" name=""/>
              <p:cNvSpPr/>
              <p:nvPr/>
            </p:nvSpPr>
            <p:spPr>
              <a:xfrm>
                <a:off x="903240" y="2138040"/>
                <a:ext cx="2190240" cy="399240"/>
              </a:xfrm>
              <a:prstGeom prst="rect">
                <a:avLst/>
              </a:prstGeom>
              <a:solidFill>
                <a:srgbClr val="ffffff"/>
              </a:solidFill>
              <a:ln w="12600">
                <a:solidFill>
                  <a:srgbClr val="000066"/>
                </a:solidFill>
                <a:miter/>
              </a:ln>
            </p:spPr>
            <p:style>
              <a:lnRef idx="0"/>
              <a:fillRef idx="0"/>
              <a:effectRef idx="0"/>
              <a:fontRef idx="minor"/>
            </p:style>
            <p:txBody>
              <a:bodyPr lIns="90000" rIns="90000" tIns="46800" bIns="46800" anchor="t">
                <a:sp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trike="noStrike" u="none">
                    <a:solidFill>
                      <a:srgbClr val="000066"/>
                    </a:solidFill>
                    <a:effectLst/>
                    <a:uFillTx/>
                    <a:latin typeface="Arial"/>
                  </a:rPr>
                  <a:t>PST Supplier MSAs</a:t>
                </a:r>
                <a:endParaRPr b="0" lang="en-US" sz="1000" strike="noStrike" u="none">
                  <a:solidFill>
                    <a:srgbClr val="000066"/>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trike="noStrike" u="none">
                    <a:solidFill>
                      <a:srgbClr val="000066"/>
                    </a:solidFill>
                    <a:effectLst/>
                    <a:uFillTx/>
                    <a:latin typeface="Arial"/>
                  </a:rPr>
                  <a:t>(SoW, SLAs)</a:t>
                </a:r>
                <a:endParaRPr b="0" lang="en-US" sz="1000" strike="noStrike" u="none">
                  <a:solidFill>
                    <a:srgbClr val="000066"/>
                  </a:solidFill>
                  <a:effectLst/>
                  <a:uFillTx/>
                  <a:latin typeface="Times New Roman"/>
                </a:endParaRPr>
              </a:p>
            </p:txBody>
          </p:sp>
          <p:sp>
            <p:nvSpPr>
              <p:cNvPr id="93" name=""/>
              <p:cNvSpPr/>
              <p:nvPr/>
            </p:nvSpPr>
            <p:spPr>
              <a:xfrm>
                <a:off x="3346200" y="2138040"/>
                <a:ext cx="1314360" cy="399240"/>
              </a:xfrm>
              <a:prstGeom prst="rect">
                <a:avLst/>
              </a:prstGeom>
              <a:solidFill>
                <a:srgbClr val="ffffff"/>
              </a:solidFill>
              <a:ln w="12600">
                <a:solidFill>
                  <a:srgbClr val="000066"/>
                </a:solidFill>
                <a:miter/>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trike="noStrike" u="none">
                    <a:solidFill>
                      <a:srgbClr val="000066"/>
                    </a:solidFill>
                    <a:effectLst/>
                    <a:uFillTx/>
                    <a:latin typeface="Arial"/>
                  </a:rPr>
                  <a:t>2IM MSA </a:t>
                </a:r>
                <a:endParaRPr b="0" lang="en-US" sz="1000" strike="noStrike" u="none">
                  <a:solidFill>
                    <a:srgbClr val="000066"/>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trike="noStrike" u="none">
                    <a:solidFill>
                      <a:srgbClr val="000066"/>
                    </a:solidFill>
                    <a:effectLst/>
                    <a:uFillTx/>
                    <a:latin typeface="Arial"/>
                  </a:rPr>
                  <a:t>(SoW, SLAs)</a:t>
                </a:r>
                <a:endParaRPr b="0" lang="en-US" sz="1000" strike="noStrike" u="none">
                  <a:solidFill>
                    <a:srgbClr val="000066"/>
                  </a:solidFill>
                  <a:effectLst/>
                  <a:uFillTx/>
                  <a:latin typeface="Times New Roman"/>
                </a:endParaRPr>
              </a:p>
            </p:txBody>
          </p:sp>
          <p:sp>
            <p:nvSpPr>
              <p:cNvPr id="94" name=""/>
              <p:cNvSpPr/>
              <p:nvPr/>
            </p:nvSpPr>
            <p:spPr>
              <a:xfrm flipH="1">
                <a:off x="1092240" y="4830480"/>
                <a:ext cx="2879280" cy="0"/>
              </a:xfrm>
              <a:prstGeom prst="line">
                <a:avLst/>
              </a:prstGeom>
              <a:ln w="9360">
                <a:solidFill>
                  <a:srgbClr val="000066"/>
                </a:solidFill>
                <a:miter/>
              </a:ln>
            </p:spPr>
            <p:style>
              <a:lnRef idx="0"/>
              <a:fillRef idx="0"/>
              <a:effectRef idx="0"/>
              <a:fontRef idx="minor"/>
            </p:style>
            <p:txBody>
              <a:bodyPr lIns="90000" rIns="90000" tIns="-46800" bIns="-46800" anchor="ctr">
                <a:noAutofit/>
              </a:bodyPr>
              <a:p>
                <a:endParaRPr b="0" lang="en-US" sz="2400" strike="noStrike" u="none">
                  <a:solidFill>
                    <a:srgbClr val="000066"/>
                  </a:solidFill>
                  <a:effectLst/>
                  <a:uFillTx/>
                  <a:latin typeface="Times New Roman"/>
                </a:endParaRPr>
              </a:p>
            </p:txBody>
          </p:sp>
          <p:sp>
            <p:nvSpPr>
              <p:cNvPr id="95" name=""/>
              <p:cNvSpPr/>
              <p:nvPr/>
            </p:nvSpPr>
            <p:spPr>
              <a:xfrm flipV="1">
                <a:off x="2093760" y="3703320"/>
                <a:ext cx="0" cy="375840"/>
              </a:xfrm>
              <a:prstGeom prst="line">
                <a:avLst/>
              </a:prstGeom>
              <a:ln w="9360">
                <a:solidFill>
                  <a:srgbClr val="000066"/>
                </a:solidFill>
                <a:miter/>
                <a:headEnd len="med" type="triangle" w="med"/>
              </a:ln>
            </p:spPr>
            <p:style>
              <a:lnRef idx="0"/>
              <a:fillRef idx="0"/>
              <a:effectRef idx="0"/>
              <a:fontRef idx="minor"/>
            </p:style>
            <p:txBody>
              <a:bodyPr lIns="90000" rIns="90000" tIns="46800" bIns="46800" anchor="ctr">
                <a:noAutofit/>
              </a:bodyPr>
              <a:p>
                <a:endParaRPr b="0" lang="en-US" sz="2400" strike="noStrike" u="none">
                  <a:solidFill>
                    <a:srgbClr val="000066"/>
                  </a:solidFill>
                  <a:effectLst/>
                  <a:uFillTx/>
                  <a:latin typeface="Times New Roman"/>
                </a:endParaRPr>
              </a:p>
            </p:txBody>
          </p:sp>
          <p:sp>
            <p:nvSpPr>
              <p:cNvPr id="96" name=""/>
              <p:cNvSpPr/>
              <p:nvPr/>
            </p:nvSpPr>
            <p:spPr>
              <a:xfrm>
                <a:off x="2093760" y="3703320"/>
                <a:ext cx="61560" cy="0"/>
              </a:xfrm>
              <a:prstGeom prst="line">
                <a:avLst/>
              </a:prstGeom>
              <a:ln w="9360">
                <a:solidFill>
                  <a:srgbClr val="000066"/>
                </a:solidFill>
                <a:miter/>
              </a:ln>
            </p:spPr>
            <p:style>
              <a:lnRef idx="0"/>
              <a:fillRef idx="0"/>
              <a:effectRef idx="0"/>
              <a:fontRef idx="minor"/>
            </p:style>
            <p:txBody>
              <a:bodyPr lIns="90000" rIns="90000" tIns="-46800" bIns="-46800" anchor="ctr">
                <a:noAutofit/>
              </a:bodyPr>
              <a:p>
                <a:endParaRPr b="0" lang="en-US" sz="2400" strike="noStrike" u="none">
                  <a:solidFill>
                    <a:srgbClr val="000066"/>
                  </a:solidFill>
                  <a:effectLst/>
                  <a:uFillTx/>
                  <a:latin typeface="Times New Roman"/>
                </a:endParaRPr>
              </a:p>
            </p:txBody>
          </p:sp>
          <p:sp>
            <p:nvSpPr>
              <p:cNvPr id="97" name=""/>
              <p:cNvSpPr/>
              <p:nvPr/>
            </p:nvSpPr>
            <p:spPr>
              <a:xfrm>
                <a:off x="2720880" y="3703320"/>
                <a:ext cx="60120" cy="0"/>
              </a:xfrm>
              <a:prstGeom prst="line">
                <a:avLst/>
              </a:prstGeom>
              <a:ln w="9360">
                <a:solidFill>
                  <a:srgbClr val="000066"/>
                </a:solidFill>
                <a:miter/>
              </a:ln>
            </p:spPr>
            <p:style>
              <a:lnRef idx="0"/>
              <a:fillRef idx="0"/>
              <a:effectRef idx="0"/>
              <a:fontRef idx="minor"/>
            </p:style>
            <p:txBody>
              <a:bodyPr lIns="90000" rIns="90000" tIns="-46800" bIns="-46800" anchor="ctr">
                <a:noAutofit/>
              </a:bodyPr>
              <a:p>
                <a:endParaRPr b="0" lang="en-US" sz="2400" strike="noStrike" u="none">
                  <a:solidFill>
                    <a:srgbClr val="000066"/>
                  </a:solidFill>
                  <a:effectLst/>
                  <a:uFillTx/>
                  <a:latin typeface="Times New Roman"/>
                </a:endParaRPr>
              </a:p>
            </p:txBody>
          </p:sp>
          <p:sp>
            <p:nvSpPr>
              <p:cNvPr id="98" name=""/>
              <p:cNvSpPr/>
              <p:nvPr/>
            </p:nvSpPr>
            <p:spPr>
              <a:xfrm>
                <a:off x="2781360" y="3703320"/>
                <a:ext cx="0" cy="375840"/>
              </a:xfrm>
              <a:prstGeom prst="line">
                <a:avLst/>
              </a:prstGeom>
              <a:ln w="9360">
                <a:solidFill>
                  <a:srgbClr val="000066"/>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000066"/>
                  </a:solidFill>
                  <a:effectLst/>
                  <a:uFillTx/>
                  <a:latin typeface="Times New Roman"/>
                </a:endParaRPr>
              </a:p>
            </p:txBody>
          </p:sp>
          <p:sp>
            <p:nvSpPr>
              <p:cNvPr id="99" name=""/>
              <p:cNvSpPr/>
              <p:nvPr/>
            </p:nvSpPr>
            <p:spPr>
              <a:xfrm>
                <a:off x="2155680" y="3579480"/>
                <a:ext cx="564840" cy="248760"/>
              </a:xfrm>
              <a:prstGeom prst="rect">
                <a:avLst/>
              </a:prstGeom>
              <a:noFill/>
              <a:ln w="9360">
                <a:solidFill>
                  <a:srgbClr val="000066"/>
                </a:solidFill>
                <a:miter/>
              </a:ln>
            </p:spPr>
            <p:style>
              <a:lnRef idx="0"/>
              <a:fillRef idx="0"/>
              <a:effectRef idx="0"/>
              <a:fontRef idx="minor"/>
            </p:style>
            <p:txBody>
              <a:bodyPr wrap="none" lIns="90000" rIns="90000" tIns="46800" bIns="46800" anchor="ctr">
                <a:noAutofit/>
              </a:bodyPr>
              <a:p>
                <a:endParaRPr b="0" lang="en-US" sz="2400" strike="noStrike" u="none">
                  <a:solidFill>
                    <a:srgbClr val="000066"/>
                  </a:solidFill>
                  <a:effectLst/>
                  <a:uFillTx/>
                  <a:latin typeface="Times New Roman"/>
                </a:endParaRPr>
              </a:p>
            </p:txBody>
          </p:sp>
          <p:sp>
            <p:nvSpPr>
              <p:cNvPr id="100" name=""/>
              <p:cNvSpPr/>
              <p:nvPr/>
            </p:nvSpPr>
            <p:spPr>
              <a:xfrm>
                <a:off x="2219400" y="3641400"/>
                <a:ext cx="501120" cy="24408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000066"/>
                  </a:solidFill>
                  <a:effectLst/>
                  <a:uFillTx/>
                  <a:latin typeface="Times New Roman"/>
                </a:endParaRPr>
              </a:p>
            </p:txBody>
          </p:sp>
          <p:sp>
            <p:nvSpPr>
              <p:cNvPr id="101" name=""/>
              <p:cNvSpPr/>
              <p:nvPr/>
            </p:nvSpPr>
            <p:spPr>
              <a:xfrm>
                <a:off x="2155680" y="3579480"/>
                <a:ext cx="564840" cy="246600"/>
              </a:xfrm>
              <a:prstGeom prst="rect">
                <a:avLst/>
              </a:prstGeom>
              <a:solidFill>
                <a:srgbClr val="ffffff"/>
              </a:solidFill>
              <a:ln w="12600">
                <a:solidFill>
                  <a:srgbClr val="000066"/>
                </a:solidFill>
                <a:miter/>
              </a:ln>
            </p:spPr>
            <p:style>
              <a:lnRef idx="0"/>
              <a:fillRef idx="0"/>
              <a:effectRef idx="0"/>
              <a:fontRef idx="minor"/>
            </p:style>
            <p:txBody>
              <a:bodyPr lIns="90000" rIns="90000" tIns="46800" bIns="46800" anchor="t">
                <a:sp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trike="noStrike" u="none">
                    <a:solidFill>
                      <a:srgbClr val="000066"/>
                    </a:solidFill>
                    <a:effectLst/>
                    <a:uFillTx/>
                    <a:latin typeface="Arial"/>
                  </a:rPr>
                  <a:t>OLA</a:t>
                </a:r>
                <a:endParaRPr b="0" lang="en-US" sz="1000" strike="noStrike" u="none">
                  <a:solidFill>
                    <a:srgbClr val="000066"/>
                  </a:solidFill>
                  <a:effectLst/>
                  <a:uFillTx/>
                  <a:latin typeface="Times New Roman"/>
                </a:endParaRPr>
              </a:p>
            </p:txBody>
          </p:sp>
          <p:sp>
            <p:nvSpPr>
              <p:cNvPr id="102" name=""/>
              <p:cNvSpPr/>
              <p:nvPr/>
            </p:nvSpPr>
            <p:spPr>
              <a:xfrm flipV="1">
                <a:off x="1842840" y="3703320"/>
                <a:ext cx="0" cy="375840"/>
              </a:xfrm>
              <a:prstGeom prst="line">
                <a:avLst/>
              </a:prstGeom>
              <a:ln w="9360">
                <a:solidFill>
                  <a:srgbClr val="000066"/>
                </a:solidFill>
                <a:miter/>
                <a:headEnd len="med" type="triangle" w="med"/>
              </a:ln>
            </p:spPr>
            <p:style>
              <a:lnRef idx="0"/>
              <a:fillRef idx="0"/>
              <a:effectRef idx="0"/>
              <a:fontRef idx="minor"/>
            </p:style>
            <p:txBody>
              <a:bodyPr lIns="90000" rIns="90000" tIns="46800" bIns="46800" anchor="ctr">
                <a:noAutofit/>
              </a:bodyPr>
              <a:p>
                <a:endParaRPr b="0" lang="en-US" sz="2400" strike="noStrike" u="none">
                  <a:solidFill>
                    <a:srgbClr val="000066"/>
                  </a:solidFill>
                  <a:effectLst/>
                  <a:uFillTx/>
                  <a:latin typeface="Times New Roman"/>
                </a:endParaRPr>
              </a:p>
            </p:txBody>
          </p:sp>
          <p:sp>
            <p:nvSpPr>
              <p:cNvPr id="103" name=""/>
              <p:cNvSpPr/>
              <p:nvPr/>
            </p:nvSpPr>
            <p:spPr>
              <a:xfrm flipH="1">
                <a:off x="1780560" y="3703320"/>
                <a:ext cx="61560" cy="0"/>
              </a:xfrm>
              <a:prstGeom prst="line">
                <a:avLst/>
              </a:prstGeom>
              <a:ln w="9360">
                <a:solidFill>
                  <a:srgbClr val="000066"/>
                </a:solidFill>
                <a:miter/>
              </a:ln>
            </p:spPr>
            <p:style>
              <a:lnRef idx="0"/>
              <a:fillRef idx="0"/>
              <a:effectRef idx="0"/>
              <a:fontRef idx="minor"/>
            </p:style>
            <p:txBody>
              <a:bodyPr lIns="90000" rIns="90000" tIns="-46800" bIns="-46800" anchor="ctr">
                <a:noAutofit/>
              </a:bodyPr>
              <a:p>
                <a:endParaRPr b="0" lang="en-US" sz="2400" strike="noStrike" u="none">
                  <a:solidFill>
                    <a:srgbClr val="000066"/>
                  </a:solidFill>
                  <a:effectLst/>
                  <a:uFillTx/>
                  <a:latin typeface="Times New Roman"/>
                </a:endParaRPr>
              </a:p>
            </p:txBody>
          </p:sp>
          <p:sp>
            <p:nvSpPr>
              <p:cNvPr id="104" name=""/>
              <p:cNvSpPr/>
              <p:nvPr/>
            </p:nvSpPr>
            <p:spPr>
              <a:xfrm flipV="1">
                <a:off x="1216080" y="3703320"/>
                <a:ext cx="0" cy="375840"/>
              </a:xfrm>
              <a:prstGeom prst="line">
                <a:avLst/>
              </a:prstGeom>
              <a:ln w="9360">
                <a:solidFill>
                  <a:srgbClr val="000066"/>
                </a:solidFill>
                <a:miter/>
                <a:headEnd len="med" type="triangle" w="med"/>
              </a:ln>
            </p:spPr>
            <p:style>
              <a:lnRef idx="0"/>
              <a:fillRef idx="0"/>
              <a:effectRef idx="0"/>
              <a:fontRef idx="minor"/>
            </p:style>
            <p:txBody>
              <a:bodyPr lIns="90000" rIns="90000" tIns="46800" bIns="46800" anchor="ctr">
                <a:noAutofit/>
              </a:bodyPr>
              <a:p>
                <a:endParaRPr b="0" lang="en-US" sz="2400" strike="noStrike" u="none">
                  <a:solidFill>
                    <a:srgbClr val="000066"/>
                  </a:solidFill>
                  <a:effectLst/>
                  <a:uFillTx/>
                  <a:latin typeface="Times New Roman"/>
                </a:endParaRPr>
              </a:p>
            </p:txBody>
          </p:sp>
          <p:sp>
            <p:nvSpPr>
              <p:cNvPr id="105" name=""/>
              <p:cNvSpPr/>
              <p:nvPr/>
            </p:nvSpPr>
            <p:spPr>
              <a:xfrm>
                <a:off x="1216080" y="3703320"/>
                <a:ext cx="63000" cy="0"/>
              </a:xfrm>
              <a:prstGeom prst="line">
                <a:avLst/>
              </a:prstGeom>
              <a:ln w="9360">
                <a:solidFill>
                  <a:srgbClr val="000066"/>
                </a:solidFill>
                <a:miter/>
              </a:ln>
            </p:spPr>
            <p:style>
              <a:lnRef idx="0"/>
              <a:fillRef idx="0"/>
              <a:effectRef idx="0"/>
              <a:fontRef idx="minor"/>
            </p:style>
            <p:txBody>
              <a:bodyPr lIns="90000" rIns="90000" tIns="-46800" bIns="-46800" anchor="ctr">
                <a:noAutofit/>
              </a:bodyPr>
              <a:p>
                <a:endParaRPr b="0" lang="en-US" sz="2400" strike="noStrike" u="none">
                  <a:solidFill>
                    <a:srgbClr val="000066"/>
                  </a:solidFill>
                  <a:effectLst/>
                  <a:uFillTx/>
                  <a:latin typeface="Times New Roman"/>
                </a:endParaRPr>
              </a:p>
            </p:txBody>
          </p:sp>
          <p:sp>
            <p:nvSpPr>
              <p:cNvPr id="106" name=""/>
              <p:cNvSpPr/>
              <p:nvPr/>
            </p:nvSpPr>
            <p:spPr>
              <a:xfrm>
                <a:off x="1279440" y="3579480"/>
                <a:ext cx="501120" cy="248760"/>
              </a:xfrm>
              <a:prstGeom prst="rect">
                <a:avLst/>
              </a:prstGeom>
              <a:noFill/>
              <a:ln w="9360">
                <a:solidFill>
                  <a:srgbClr val="000066"/>
                </a:solidFill>
                <a:miter/>
              </a:ln>
            </p:spPr>
            <p:style>
              <a:lnRef idx="0"/>
              <a:fillRef idx="0"/>
              <a:effectRef idx="0"/>
              <a:fontRef idx="minor"/>
            </p:style>
            <p:txBody>
              <a:bodyPr wrap="none" lIns="90000" rIns="90000" tIns="46800" bIns="46800" anchor="ctr">
                <a:noAutofit/>
              </a:bodyPr>
              <a:p>
                <a:endParaRPr b="0" lang="en-US" sz="2400" strike="noStrike" u="none">
                  <a:solidFill>
                    <a:srgbClr val="000066"/>
                  </a:solidFill>
                  <a:effectLst/>
                  <a:uFillTx/>
                  <a:latin typeface="Times New Roman"/>
                </a:endParaRPr>
              </a:p>
            </p:txBody>
          </p:sp>
          <p:sp>
            <p:nvSpPr>
              <p:cNvPr id="107" name=""/>
              <p:cNvSpPr/>
              <p:nvPr/>
            </p:nvSpPr>
            <p:spPr>
              <a:xfrm>
                <a:off x="1279440" y="3579480"/>
                <a:ext cx="501120" cy="246600"/>
              </a:xfrm>
              <a:prstGeom prst="rect">
                <a:avLst/>
              </a:prstGeom>
              <a:solidFill>
                <a:srgbClr val="ffffff"/>
              </a:solidFill>
              <a:ln w="12600">
                <a:solidFill>
                  <a:srgbClr val="000066"/>
                </a:solidFill>
                <a:miter/>
              </a:ln>
            </p:spPr>
            <p:style>
              <a:lnRef idx="0"/>
              <a:fillRef idx="0"/>
              <a:effectRef idx="0"/>
              <a:fontRef idx="minor"/>
            </p:style>
            <p:txBody>
              <a:bodyPr lIns="90000" rIns="90000" tIns="46800" bIns="46800" anchor="t">
                <a:sp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trike="noStrike" u="none">
                    <a:solidFill>
                      <a:srgbClr val="000066"/>
                    </a:solidFill>
                    <a:effectLst/>
                    <a:uFillTx/>
                    <a:latin typeface="Arial"/>
                  </a:rPr>
                  <a:t>OLA</a:t>
                </a:r>
                <a:endParaRPr b="0" lang="en-US" sz="1000" strike="noStrike" u="none">
                  <a:solidFill>
                    <a:srgbClr val="000066"/>
                  </a:solidFill>
                  <a:effectLst/>
                  <a:uFillTx/>
                  <a:latin typeface="Times New Roman"/>
                </a:endParaRPr>
              </a:p>
            </p:txBody>
          </p:sp>
          <p:sp>
            <p:nvSpPr>
              <p:cNvPr id="108" name=""/>
              <p:cNvSpPr/>
              <p:nvPr/>
            </p:nvSpPr>
            <p:spPr>
              <a:xfrm>
                <a:off x="3971880" y="3785760"/>
                <a:ext cx="0" cy="1044360"/>
              </a:xfrm>
              <a:prstGeom prst="line">
                <a:avLst/>
              </a:prstGeom>
              <a:ln w="9360">
                <a:solidFill>
                  <a:srgbClr val="000066"/>
                </a:solidFill>
                <a:miter/>
              </a:ln>
            </p:spPr>
            <p:style>
              <a:lnRef idx="0"/>
              <a:fillRef idx="0"/>
              <a:effectRef idx="0"/>
              <a:fontRef idx="minor"/>
            </p:style>
            <p:txBody>
              <a:bodyPr lIns="90000" rIns="90000" tIns="46800" bIns="46800" anchor="ctr">
                <a:noAutofit/>
              </a:bodyPr>
              <a:p>
                <a:endParaRPr b="0" lang="en-US" sz="2400" strike="noStrike" u="none">
                  <a:solidFill>
                    <a:srgbClr val="000066"/>
                  </a:solidFill>
                  <a:effectLst/>
                  <a:uFillTx/>
                  <a:latin typeface="Times New Roman"/>
                </a:endParaRPr>
              </a:p>
            </p:txBody>
          </p:sp>
          <p:sp>
            <p:nvSpPr>
              <p:cNvPr id="109" name=""/>
              <p:cNvSpPr/>
              <p:nvPr/>
            </p:nvSpPr>
            <p:spPr>
              <a:xfrm flipV="1">
                <a:off x="3971880" y="3265200"/>
                <a:ext cx="0" cy="375840"/>
              </a:xfrm>
              <a:prstGeom prst="line">
                <a:avLst/>
              </a:prstGeom>
              <a:ln w="12600">
                <a:solidFill>
                  <a:srgbClr val="000066"/>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000066"/>
                  </a:solidFill>
                  <a:effectLst/>
                  <a:uFillTx/>
                  <a:latin typeface="Times New Roman"/>
                </a:endParaRPr>
              </a:p>
            </p:txBody>
          </p:sp>
          <p:sp>
            <p:nvSpPr>
              <p:cNvPr id="110" name=""/>
              <p:cNvSpPr/>
              <p:nvPr/>
            </p:nvSpPr>
            <p:spPr>
              <a:xfrm>
                <a:off x="358920" y="5054400"/>
                <a:ext cx="3690720" cy="771120"/>
              </a:xfrm>
              <a:prstGeom prst="rect">
                <a:avLst/>
              </a:prstGeom>
              <a:noFill/>
              <a:ln w="0">
                <a:noFill/>
              </a:ln>
            </p:spPr>
            <p:style>
              <a:lnRef idx="0"/>
              <a:fillRef idx="0"/>
              <a:effectRef idx="0"/>
              <a:fontRef idx="minor"/>
            </p:style>
            <p:txBody>
              <a:bodyPr lIns="90000" rIns="90000" tIns="46800" bIns="46800" anchor="t">
                <a:noAutofit/>
              </a:bodyPr>
              <a:p>
                <a:pPr marL="263520" indent="-176040">
                  <a:lnSpc>
                    <a:spcPct val="10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trike="noStrike" u="none">
                    <a:solidFill>
                      <a:srgbClr val="000066"/>
                    </a:solidFill>
                    <a:effectLst/>
                    <a:uFillTx/>
                    <a:latin typeface="Arial"/>
                  </a:rPr>
                  <a:t>MSA = Master Services Agreement</a:t>
                </a:r>
                <a:endParaRPr b="0" lang="en-US" sz="1000" strike="noStrike" u="none">
                  <a:solidFill>
                    <a:srgbClr val="000066"/>
                  </a:solidFill>
                  <a:effectLst/>
                  <a:uFillTx/>
                  <a:latin typeface="Times New Roman"/>
                </a:endParaRPr>
              </a:p>
              <a:p>
                <a:pPr marL="263520" indent="-176040">
                  <a:lnSpc>
                    <a:spcPct val="10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trike="noStrike" u="none">
                    <a:solidFill>
                      <a:srgbClr val="000066"/>
                    </a:solidFill>
                    <a:effectLst/>
                    <a:uFillTx/>
                    <a:latin typeface="Arial"/>
                  </a:rPr>
                  <a:t>SoW = Statement of Work</a:t>
                </a:r>
                <a:endParaRPr b="0" lang="en-US" sz="1000" strike="noStrike" u="none">
                  <a:solidFill>
                    <a:srgbClr val="000066"/>
                  </a:solidFill>
                  <a:effectLst/>
                  <a:uFillTx/>
                  <a:latin typeface="Times New Roman"/>
                </a:endParaRPr>
              </a:p>
              <a:p>
                <a:pPr marL="263520" indent="-176040">
                  <a:lnSpc>
                    <a:spcPct val="10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trike="noStrike" u="none">
                    <a:solidFill>
                      <a:srgbClr val="000066"/>
                    </a:solidFill>
                    <a:effectLst/>
                    <a:uFillTx/>
                    <a:latin typeface="Arial"/>
                  </a:rPr>
                  <a:t>OLA = Operational Level Agreement</a:t>
                </a:r>
                <a:endParaRPr b="0" lang="en-US" sz="1000" strike="noStrike" u="none">
                  <a:solidFill>
                    <a:srgbClr val="000066"/>
                  </a:solidFill>
                  <a:effectLst/>
                  <a:uFillTx/>
                  <a:latin typeface="Times New Roman"/>
                </a:endParaRPr>
              </a:p>
              <a:p>
                <a:pPr marL="263520" indent="-176040">
                  <a:lnSpc>
                    <a:spcPct val="10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trike="noStrike" u="none">
                    <a:solidFill>
                      <a:srgbClr val="000066"/>
                    </a:solidFill>
                    <a:effectLst/>
                    <a:uFillTx/>
                    <a:latin typeface="Arial"/>
                  </a:rPr>
                  <a:t>SLA = Service Level Agreement</a:t>
                </a:r>
                <a:endParaRPr b="0" lang="en-US" sz="1000" strike="noStrike" u="none">
                  <a:solidFill>
                    <a:srgbClr val="000066"/>
                  </a:solidFill>
                  <a:effectLst/>
                  <a:uFillTx/>
                  <a:latin typeface="Times New Roman"/>
                </a:endParaRPr>
              </a:p>
            </p:txBody>
          </p:sp>
          <p:sp>
            <p:nvSpPr>
              <p:cNvPr id="111" name=""/>
              <p:cNvSpPr/>
              <p:nvPr/>
            </p:nvSpPr>
            <p:spPr>
              <a:xfrm>
                <a:off x="3659040" y="3579480"/>
                <a:ext cx="626760" cy="246600"/>
              </a:xfrm>
              <a:prstGeom prst="rect">
                <a:avLst/>
              </a:prstGeom>
              <a:solidFill>
                <a:srgbClr val="ffffff"/>
              </a:solidFill>
              <a:ln w="12600">
                <a:solidFill>
                  <a:srgbClr val="000066"/>
                </a:solidFill>
                <a:miter/>
              </a:ln>
            </p:spPr>
            <p:style>
              <a:lnRef idx="0"/>
              <a:fillRef idx="0"/>
              <a:effectRef idx="0"/>
              <a:fontRef idx="minor"/>
            </p:style>
            <p:txBody>
              <a:bodyPr lIns="90000" rIns="90000" tIns="46800" bIns="46800" anchor="t">
                <a:sp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trike="noStrike" u="none">
                    <a:solidFill>
                      <a:srgbClr val="000066"/>
                    </a:solidFill>
                    <a:effectLst/>
                    <a:uFillTx/>
                    <a:latin typeface="Arial"/>
                  </a:rPr>
                  <a:t>OLAs</a:t>
                </a:r>
                <a:endParaRPr b="0" lang="en-US" sz="1000" strike="noStrike" u="none">
                  <a:solidFill>
                    <a:srgbClr val="000066"/>
                  </a:solidFill>
                  <a:effectLst/>
                  <a:uFillTx/>
                  <a:latin typeface="Times New Roman"/>
                </a:endParaRPr>
              </a:p>
            </p:txBody>
          </p:sp>
          <p:sp>
            <p:nvSpPr>
              <p:cNvPr id="112" name=""/>
              <p:cNvSpPr/>
              <p:nvPr/>
            </p:nvSpPr>
            <p:spPr>
              <a:xfrm>
                <a:off x="2001600" y="4522320"/>
                <a:ext cx="0" cy="307800"/>
              </a:xfrm>
              <a:prstGeom prst="line">
                <a:avLst/>
              </a:prstGeom>
              <a:ln w="12600">
                <a:solidFill>
                  <a:srgbClr val="000066"/>
                </a:solidFill>
                <a:miter/>
                <a:headEnd len="med" type="triangle" w="med"/>
              </a:ln>
            </p:spPr>
            <p:style>
              <a:lnRef idx="0"/>
              <a:fillRef idx="0"/>
              <a:effectRef idx="0"/>
              <a:fontRef idx="minor"/>
            </p:style>
            <p:txBody>
              <a:bodyPr lIns="90000" rIns="90000" tIns="46800" bIns="46800" anchor="ctr">
                <a:noAutofit/>
              </a:bodyPr>
              <a:p>
                <a:endParaRPr b="0" lang="en-US" sz="2400" strike="noStrike" u="none">
                  <a:solidFill>
                    <a:srgbClr val="000066"/>
                  </a:solidFill>
                  <a:effectLst/>
                  <a:uFillTx/>
                  <a:latin typeface="Times New Roman"/>
                </a:endParaRPr>
              </a:p>
            </p:txBody>
          </p:sp>
          <p:sp>
            <p:nvSpPr>
              <p:cNvPr id="113" name=""/>
              <p:cNvSpPr/>
              <p:nvPr/>
            </p:nvSpPr>
            <p:spPr>
              <a:xfrm>
                <a:off x="3002040" y="4522320"/>
                <a:ext cx="0" cy="307800"/>
              </a:xfrm>
              <a:prstGeom prst="line">
                <a:avLst/>
              </a:prstGeom>
              <a:ln w="12600">
                <a:solidFill>
                  <a:srgbClr val="000066"/>
                </a:solidFill>
                <a:miter/>
                <a:headEnd len="med" type="triangle" w="med"/>
              </a:ln>
            </p:spPr>
            <p:style>
              <a:lnRef idx="0"/>
              <a:fillRef idx="0"/>
              <a:effectRef idx="0"/>
              <a:fontRef idx="minor"/>
            </p:style>
            <p:txBody>
              <a:bodyPr lIns="90000" rIns="90000" tIns="46800" bIns="46800" anchor="ctr">
                <a:noAutofit/>
              </a:bodyPr>
              <a:p>
                <a:endParaRPr b="0" lang="en-US" sz="2400" strike="noStrike" u="none">
                  <a:solidFill>
                    <a:srgbClr val="000066"/>
                  </a:solidFill>
                  <a:effectLst/>
                  <a:uFillTx/>
                  <a:latin typeface="Times New Roman"/>
                </a:endParaRPr>
              </a:p>
            </p:txBody>
          </p:sp>
        </p:grpSp>
      </p:grpSp>
      <p:sp>
        <p:nvSpPr>
          <p:cNvPr id="3" name="PlaceHolder 2"/>
          <p:cNvSpPr>
            <a:spLocks noGrp="1"/>
          </p:cNvSpPr>
          <p:nvPr>
            <p:ph type="ftr" idx="1"/>
          </p:nvPr>
        </p:nvSpPr>
        <p:spPr/>
        <p:txBody>
          <a:bodyPr/>
          <a:p>
            <a:r>
              <a:t>SWS Contract Lanscape</a:t>
            </a:r>
          </a:p>
        </p:txBody>
      </p:sp>
    </p:spTree>
  </p:cSld>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4" name="PlaceHolder 1"/>
          <p:cNvSpPr>
            <a:spLocks noGrp="1"/>
          </p:cNvSpPr>
          <p:nvPr>
            <p:ph type="title"/>
          </p:nvPr>
        </p:nvSpPr>
        <p:spPr>
          <a:xfrm>
            <a:off x="122400" y="502560"/>
            <a:ext cx="8812080" cy="335520"/>
          </a:xfrm>
          <a:prstGeom prst="rect">
            <a:avLst/>
          </a:prstGeom>
          <a:noFill/>
          <a:ln w="0">
            <a:noFill/>
          </a:ln>
        </p:spPr>
        <p:txBody>
          <a:bodyPr lIns="0" rIns="0" tIns="0" bIns="0" anchor="b">
            <a:spAutoFit/>
          </a:bodyPr>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GB" sz="2200" strike="noStrike" u="none">
                <a:solidFill>
                  <a:srgbClr val="000066"/>
                </a:solidFill>
                <a:effectLst/>
                <a:uFillTx/>
                <a:latin typeface="Arial Black"/>
              </a:rPr>
              <a:t>Contract Structure (2/2)</a:t>
            </a:r>
            <a:endParaRPr b="1" lang="en-US" sz="2200" strike="noStrike" u="none">
              <a:solidFill>
                <a:srgbClr val="000066"/>
              </a:solidFill>
              <a:effectLst/>
              <a:uFillTx/>
              <a:latin typeface="Arial Black"/>
            </a:endParaRPr>
          </a:p>
        </p:txBody>
      </p:sp>
      <p:sp>
        <p:nvSpPr>
          <p:cNvPr id="115" name=""/>
          <p:cNvSpPr/>
          <p:nvPr/>
        </p:nvSpPr>
        <p:spPr>
          <a:xfrm>
            <a:off x="4257720" y="3879720"/>
            <a:ext cx="0" cy="358920"/>
          </a:xfrm>
          <a:prstGeom prst="line">
            <a:avLst/>
          </a:prstGeom>
          <a:ln w="9360">
            <a:solidFill>
              <a:srgbClr val="000066"/>
            </a:solidFill>
            <a:miter/>
          </a:ln>
        </p:spPr>
        <p:style>
          <a:lnRef idx="0"/>
          <a:fillRef idx="0"/>
          <a:effectRef idx="0"/>
          <a:fontRef idx="minor"/>
        </p:style>
        <p:txBody>
          <a:bodyPr lIns="0" rIns="0" tIns="0" bIns="0" anchor="t">
            <a:noAutofit/>
          </a:bodyPr>
          <a:p>
            <a:endParaRPr b="0" lang="en-US" sz="2400" strike="noStrike" u="none">
              <a:solidFill>
                <a:srgbClr val="000066"/>
              </a:solidFill>
              <a:effectLst/>
              <a:uFillTx/>
              <a:latin typeface="Times New Roman"/>
            </a:endParaRPr>
          </a:p>
        </p:txBody>
      </p:sp>
      <p:sp>
        <p:nvSpPr>
          <p:cNvPr id="116" name=""/>
          <p:cNvSpPr/>
          <p:nvPr/>
        </p:nvSpPr>
        <p:spPr>
          <a:xfrm>
            <a:off x="3379680" y="3660840"/>
            <a:ext cx="0" cy="358560"/>
          </a:xfrm>
          <a:prstGeom prst="line">
            <a:avLst/>
          </a:prstGeom>
          <a:ln w="9360">
            <a:solidFill>
              <a:srgbClr val="000066"/>
            </a:solidFill>
            <a:miter/>
          </a:ln>
        </p:spPr>
        <p:style>
          <a:lnRef idx="0"/>
          <a:fillRef idx="0"/>
          <a:effectRef idx="0"/>
          <a:fontRef idx="minor"/>
        </p:style>
        <p:txBody>
          <a:bodyPr lIns="0" rIns="0" tIns="0" bIns="0" anchor="t">
            <a:noAutofit/>
          </a:bodyPr>
          <a:p>
            <a:endParaRPr b="0" lang="en-US" sz="2400" strike="noStrike" u="none">
              <a:solidFill>
                <a:srgbClr val="000066"/>
              </a:solidFill>
              <a:effectLst/>
              <a:uFillTx/>
              <a:latin typeface="Times New Roman"/>
            </a:endParaRPr>
          </a:p>
        </p:txBody>
      </p:sp>
      <p:sp>
        <p:nvSpPr>
          <p:cNvPr id="117" name=""/>
          <p:cNvSpPr/>
          <p:nvPr/>
        </p:nvSpPr>
        <p:spPr>
          <a:xfrm>
            <a:off x="2502000" y="3452760"/>
            <a:ext cx="0" cy="358920"/>
          </a:xfrm>
          <a:prstGeom prst="line">
            <a:avLst/>
          </a:prstGeom>
          <a:ln w="9360">
            <a:solidFill>
              <a:srgbClr val="000066"/>
            </a:solidFill>
            <a:miter/>
          </a:ln>
        </p:spPr>
        <p:style>
          <a:lnRef idx="0"/>
          <a:fillRef idx="0"/>
          <a:effectRef idx="0"/>
          <a:fontRef idx="minor"/>
        </p:style>
        <p:txBody>
          <a:bodyPr lIns="0" rIns="0" tIns="0" bIns="0" anchor="t">
            <a:noAutofit/>
          </a:bodyPr>
          <a:p>
            <a:endParaRPr b="0" lang="en-US" sz="2400" strike="noStrike" u="none">
              <a:solidFill>
                <a:srgbClr val="000066"/>
              </a:solidFill>
              <a:effectLst/>
              <a:uFillTx/>
              <a:latin typeface="Times New Roman"/>
            </a:endParaRPr>
          </a:p>
        </p:txBody>
      </p:sp>
      <p:sp>
        <p:nvSpPr>
          <p:cNvPr id="118" name=""/>
          <p:cNvSpPr/>
          <p:nvPr/>
        </p:nvSpPr>
        <p:spPr>
          <a:xfrm>
            <a:off x="2468520" y="2090880"/>
            <a:ext cx="0" cy="196560"/>
          </a:xfrm>
          <a:prstGeom prst="line">
            <a:avLst/>
          </a:prstGeom>
          <a:ln w="9360">
            <a:solidFill>
              <a:srgbClr val="000066"/>
            </a:solidFill>
            <a:miter/>
          </a:ln>
        </p:spPr>
        <p:style>
          <a:lnRef idx="0"/>
          <a:fillRef idx="0"/>
          <a:effectRef idx="0"/>
          <a:fontRef idx="minor"/>
        </p:style>
        <p:txBody>
          <a:bodyPr lIns="0" rIns="0" tIns="0" bIns="0" anchor="t">
            <a:noAutofit/>
          </a:bodyPr>
          <a:p>
            <a:endParaRPr b="0" lang="en-US" sz="2400" strike="noStrike" u="none">
              <a:solidFill>
                <a:srgbClr val="000066"/>
              </a:solidFill>
              <a:effectLst/>
              <a:uFillTx/>
              <a:latin typeface="Times New Roman"/>
            </a:endParaRPr>
          </a:p>
        </p:txBody>
      </p:sp>
      <p:sp>
        <p:nvSpPr>
          <p:cNvPr id="119" name=""/>
          <p:cNvSpPr/>
          <p:nvPr/>
        </p:nvSpPr>
        <p:spPr>
          <a:xfrm>
            <a:off x="3679920" y="2701800"/>
            <a:ext cx="1177920" cy="1202040"/>
          </a:xfrm>
          <a:prstGeom prst="rect">
            <a:avLst/>
          </a:prstGeom>
          <a:solidFill>
            <a:srgbClr val="ccffff"/>
          </a:solidFill>
          <a:ln w="9360">
            <a:solidFill>
              <a:srgbClr val="000066"/>
            </a:solidFill>
            <a:miter/>
          </a:ln>
          <a:effectLst>
            <a:outerShdw dist="53966" dir="2700000" blurRad="0" rotWithShape="0">
              <a:srgbClr val="808080"/>
            </a:outerShdw>
          </a:effectLst>
        </p:spPr>
        <p:style>
          <a:lnRef idx="0"/>
          <a:fillRef idx="0"/>
          <a:effectRef idx="0"/>
          <a:fontRef idx="minor"/>
        </p:style>
        <p:txBody>
          <a:bodyPr lIns="0" rIns="0" tIns="0" bIns="0" anchor="ctr">
            <a:spAutoFit/>
          </a:bodyPr>
          <a:p>
            <a:endParaRPr b="0" lang="en-US" sz="2400" strike="noStrike" u="none">
              <a:solidFill>
                <a:srgbClr val="000066"/>
              </a:solidFill>
              <a:effectLst/>
              <a:uFillTx/>
              <a:latin typeface="Times New Roman"/>
            </a:endParaRPr>
          </a:p>
        </p:txBody>
      </p:sp>
      <p:sp>
        <p:nvSpPr>
          <p:cNvPr id="120" name=""/>
          <p:cNvSpPr/>
          <p:nvPr/>
        </p:nvSpPr>
        <p:spPr>
          <a:xfrm>
            <a:off x="3749760" y="2749680"/>
            <a:ext cx="1062000" cy="1097640"/>
          </a:xfrm>
          <a:prstGeom prst="rect">
            <a:avLst/>
          </a:prstGeom>
          <a:noFill/>
          <a:ln w="0">
            <a:noFill/>
          </a:ln>
        </p:spPr>
        <p:style>
          <a:lnRef idx="0"/>
          <a:fillRef idx="0"/>
          <a:effectRef idx="0"/>
          <a:fontRef idx="minor"/>
        </p:style>
        <p:txBody>
          <a:bodyPr lIns="0" rIns="0" tIns="0" bIns="0" anchor="t">
            <a:spAutoFit/>
          </a:bodyPr>
          <a:p>
            <a:pPr algn="ctr">
              <a:lnSpc>
                <a:spcPct val="120000"/>
              </a:lnSpc>
              <a:spcBef>
                <a:spcPts val="275"/>
              </a:spcBef>
              <a:spcAft>
                <a:spcPts val="275"/>
              </a:spcAft>
              <a:tabLst>
                <a:tab algn="l" pos="0"/>
                <a:tab algn="l" pos="831960"/>
                <a:tab algn="l" pos="1663560"/>
                <a:tab algn="l" pos="2495520"/>
                <a:tab algn="l" pos="3327480"/>
                <a:tab algn="l" pos="4159080"/>
                <a:tab algn="l" pos="4991040"/>
                <a:tab algn="l" pos="5823000"/>
                <a:tab algn="l" pos="6654960"/>
                <a:tab algn="l" pos="7486560"/>
                <a:tab algn="l" pos="8318520"/>
                <a:tab algn="l" pos="9150480"/>
                <a:tab algn="l" pos="9982080"/>
                <a:tab algn="l" pos="10814040"/>
              </a:tabLst>
            </a:pPr>
            <a:r>
              <a:rPr b="1" lang="en-GB" sz="1500" strike="noStrike" u="none">
                <a:solidFill>
                  <a:srgbClr val="000000"/>
                </a:solidFill>
                <a:effectLst/>
                <a:uFillTx/>
                <a:latin typeface="Arial"/>
              </a:rPr>
              <a:t>Local Service Agreement (LSA)</a:t>
            </a:r>
            <a:endParaRPr b="0" lang="en-US" sz="1500" strike="noStrike" u="none">
              <a:solidFill>
                <a:srgbClr val="000066"/>
              </a:solidFill>
              <a:effectLst/>
              <a:uFillTx/>
              <a:latin typeface="Times New Roman"/>
            </a:endParaRPr>
          </a:p>
        </p:txBody>
      </p:sp>
      <p:sp>
        <p:nvSpPr>
          <p:cNvPr id="121" name=""/>
          <p:cNvSpPr/>
          <p:nvPr/>
        </p:nvSpPr>
        <p:spPr>
          <a:xfrm>
            <a:off x="3679920" y="4238640"/>
            <a:ext cx="1177920" cy="1200240"/>
          </a:xfrm>
          <a:prstGeom prst="rect">
            <a:avLst/>
          </a:prstGeom>
          <a:solidFill>
            <a:srgbClr val="ccccff"/>
          </a:solidFill>
          <a:ln w="9360">
            <a:solidFill>
              <a:srgbClr val="000066"/>
            </a:solidFill>
            <a:miter/>
          </a:ln>
          <a:effectLst>
            <a:outerShdw dist="53966" dir="2700000" blurRad="0" rotWithShape="0">
              <a:srgbClr val="808080"/>
            </a:outerShdw>
          </a:effectLst>
        </p:spPr>
        <p:style>
          <a:lnRef idx="0"/>
          <a:fillRef idx="0"/>
          <a:effectRef idx="0"/>
          <a:fontRef idx="minor"/>
        </p:style>
        <p:txBody>
          <a:bodyPr lIns="0" rIns="0" tIns="0" bIns="0" anchor="ctr">
            <a:spAutoFit/>
          </a:bodyPr>
          <a:p>
            <a:endParaRPr b="0" lang="en-US" sz="2400" strike="noStrike" u="none">
              <a:solidFill>
                <a:srgbClr val="000066"/>
              </a:solidFill>
              <a:effectLst/>
              <a:uFillTx/>
              <a:latin typeface="Times New Roman"/>
            </a:endParaRPr>
          </a:p>
        </p:txBody>
      </p:sp>
      <p:sp>
        <p:nvSpPr>
          <p:cNvPr id="122" name=""/>
          <p:cNvSpPr/>
          <p:nvPr/>
        </p:nvSpPr>
        <p:spPr>
          <a:xfrm>
            <a:off x="3749760" y="4284720"/>
            <a:ext cx="1062000" cy="1097640"/>
          </a:xfrm>
          <a:prstGeom prst="rect">
            <a:avLst/>
          </a:prstGeom>
          <a:noFill/>
          <a:ln w="0">
            <a:noFill/>
          </a:ln>
        </p:spPr>
        <p:style>
          <a:lnRef idx="0"/>
          <a:fillRef idx="0"/>
          <a:effectRef idx="0"/>
          <a:fontRef idx="minor"/>
        </p:style>
        <p:txBody>
          <a:bodyPr lIns="0" rIns="0" tIns="0" bIns="0" anchor="t">
            <a:spAutoFit/>
          </a:bodyPr>
          <a:p>
            <a:pPr algn="ctr">
              <a:lnSpc>
                <a:spcPct val="120000"/>
              </a:lnSpc>
              <a:spcBef>
                <a:spcPts val="275"/>
              </a:spcBef>
              <a:spcAft>
                <a:spcPts val="275"/>
              </a:spcAft>
              <a:tabLst>
                <a:tab algn="l" pos="0"/>
                <a:tab algn="l" pos="831960"/>
                <a:tab algn="l" pos="1663560"/>
                <a:tab algn="l" pos="2495520"/>
                <a:tab algn="l" pos="3327480"/>
                <a:tab algn="l" pos="4159080"/>
                <a:tab algn="l" pos="4991040"/>
                <a:tab algn="l" pos="5823000"/>
                <a:tab algn="l" pos="6654960"/>
                <a:tab algn="l" pos="7486560"/>
                <a:tab algn="l" pos="8318520"/>
                <a:tab algn="l" pos="9150480"/>
                <a:tab algn="l" pos="9982080"/>
                <a:tab algn="l" pos="10814040"/>
              </a:tabLst>
            </a:pPr>
            <a:r>
              <a:rPr b="1" lang="en-GB" sz="1500" strike="noStrike" u="none">
                <a:solidFill>
                  <a:srgbClr val="000000"/>
                </a:solidFill>
                <a:effectLst/>
                <a:uFillTx/>
                <a:latin typeface="Arial"/>
              </a:rPr>
              <a:t>Employee Transfer Agreement (ETA)</a:t>
            </a:r>
            <a:endParaRPr b="0" lang="en-US" sz="1500" strike="noStrike" u="none">
              <a:solidFill>
                <a:srgbClr val="000066"/>
              </a:solidFill>
              <a:effectLst/>
              <a:uFillTx/>
              <a:latin typeface="Times New Roman"/>
            </a:endParaRPr>
          </a:p>
        </p:txBody>
      </p:sp>
      <p:sp>
        <p:nvSpPr>
          <p:cNvPr id="123" name=""/>
          <p:cNvSpPr/>
          <p:nvPr/>
        </p:nvSpPr>
        <p:spPr>
          <a:xfrm>
            <a:off x="2825640" y="2482920"/>
            <a:ext cx="1177920" cy="1201680"/>
          </a:xfrm>
          <a:prstGeom prst="rect">
            <a:avLst/>
          </a:prstGeom>
          <a:solidFill>
            <a:srgbClr val="ccffff"/>
          </a:solidFill>
          <a:ln w="9360">
            <a:solidFill>
              <a:srgbClr val="000066"/>
            </a:solidFill>
            <a:miter/>
          </a:ln>
          <a:effectLst>
            <a:outerShdw dist="53966" dir="2700000" blurRad="0" rotWithShape="0">
              <a:srgbClr val="808080"/>
            </a:outerShdw>
          </a:effectLst>
        </p:spPr>
        <p:style>
          <a:lnRef idx="0"/>
          <a:fillRef idx="0"/>
          <a:effectRef idx="0"/>
          <a:fontRef idx="minor"/>
        </p:style>
        <p:txBody>
          <a:bodyPr lIns="0" rIns="0" tIns="0" bIns="0" anchor="ctr">
            <a:spAutoFit/>
          </a:bodyPr>
          <a:p>
            <a:endParaRPr b="0" lang="en-US" sz="2400" strike="noStrike" u="none">
              <a:solidFill>
                <a:srgbClr val="000066"/>
              </a:solidFill>
              <a:effectLst/>
              <a:uFillTx/>
              <a:latin typeface="Times New Roman"/>
            </a:endParaRPr>
          </a:p>
        </p:txBody>
      </p:sp>
      <p:sp>
        <p:nvSpPr>
          <p:cNvPr id="124" name=""/>
          <p:cNvSpPr/>
          <p:nvPr/>
        </p:nvSpPr>
        <p:spPr>
          <a:xfrm>
            <a:off x="2895480" y="2529000"/>
            <a:ext cx="1062000" cy="1097640"/>
          </a:xfrm>
          <a:prstGeom prst="rect">
            <a:avLst/>
          </a:prstGeom>
          <a:noFill/>
          <a:ln w="0">
            <a:noFill/>
          </a:ln>
        </p:spPr>
        <p:style>
          <a:lnRef idx="0"/>
          <a:fillRef idx="0"/>
          <a:effectRef idx="0"/>
          <a:fontRef idx="minor"/>
        </p:style>
        <p:txBody>
          <a:bodyPr lIns="0" rIns="0" tIns="0" bIns="0" anchor="t">
            <a:spAutoFit/>
          </a:bodyPr>
          <a:p>
            <a:pPr algn="ctr">
              <a:lnSpc>
                <a:spcPct val="120000"/>
              </a:lnSpc>
              <a:spcBef>
                <a:spcPts val="275"/>
              </a:spcBef>
              <a:spcAft>
                <a:spcPts val="275"/>
              </a:spcAft>
              <a:tabLst>
                <a:tab algn="l" pos="0"/>
                <a:tab algn="l" pos="831960"/>
                <a:tab algn="l" pos="1663560"/>
                <a:tab algn="l" pos="2495520"/>
                <a:tab algn="l" pos="3327480"/>
                <a:tab algn="l" pos="4159080"/>
                <a:tab algn="l" pos="4991040"/>
                <a:tab algn="l" pos="5823000"/>
                <a:tab algn="l" pos="6654960"/>
                <a:tab algn="l" pos="7486560"/>
                <a:tab algn="l" pos="8318520"/>
                <a:tab algn="l" pos="9150480"/>
                <a:tab algn="l" pos="9982080"/>
                <a:tab algn="l" pos="10814040"/>
              </a:tabLst>
            </a:pPr>
            <a:r>
              <a:rPr b="1" lang="en-GB" sz="1500" strike="noStrike" u="none">
                <a:solidFill>
                  <a:srgbClr val="000000"/>
                </a:solidFill>
                <a:effectLst/>
                <a:uFillTx/>
                <a:latin typeface="Arial"/>
              </a:rPr>
              <a:t>Local Service Agreement (LSA)</a:t>
            </a:r>
            <a:endParaRPr b="0" lang="en-US" sz="1500" strike="noStrike" u="none">
              <a:solidFill>
                <a:srgbClr val="000066"/>
              </a:solidFill>
              <a:effectLst/>
              <a:uFillTx/>
              <a:latin typeface="Times New Roman"/>
            </a:endParaRPr>
          </a:p>
        </p:txBody>
      </p:sp>
      <p:sp>
        <p:nvSpPr>
          <p:cNvPr id="125" name=""/>
          <p:cNvSpPr/>
          <p:nvPr/>
        </p:nvSpPr>
        <p:spPr>
          <a:xfrm>
            <a:off x="2825640" y="4019400"/>
            <a:ext cx="1177920" cy="1200240"/>
          </a:xfrm>
          <a:prstGeom prst="rect">
            <a:avLst/>
          </a:prstGeom>
          <a:solidFill>
            <a:srgbClr val="ccccff"/>
          </a:solidFill>
          <a:ln w="9360">
            <a:solidFill>
              <a:srgbClr val="000066"/>
            </a:solidFill>
            <a:miter/>
          </a:ln>
          <a:effectLst>
            <a:outerShdw dist="53966" dir="2700000" blurRad="0" rotWithShape="0">
              <a:srgbClr val="808080"/>
            </a:outerShdw>
          </a:effectLst>
        </p:spPr>
        <p:style>
          <a:lnRef idx="0"/>
          <a:fillRef idx="0"/>
          <a:effectRef idx="0"/>
          <a:fontRef idx="minor"/>
        </p:style>
        <p:txBody>
          <a:bodyPr lIns="0" rIns="0" tIns="0" bIns="0" anchor="ctr">
            <a:spAutoFit/>
          </a:bodyPr>
          <a:p>
            <a:endParaRPr b="0" lang="en-US" sz="2400" strike="noStrike" u="none">
              <a:solidFill>
                <a:srgbClr val="000066"/>
              </a:solidFill>
              <a:effectLst/>
              <a:uFillTx/>
              <a:latin typeface="Times New Roman"/>
            </a:endParaRPr>
          </a:p>
        </p:txBody>
      </p:sp>
      <p:sp>
        <p:nvSpPr>
          <p:cNvPr id="126" name=""/>
          <p:cNvSpPr/>
          <p:nvPr/>
        </p:nvSpPr>
        <p:spPr>
          <a:xfrm>
            <a:off x="2895480" y="4065480"/>
            <a:ext cx="1062000" cy="1097640"/>
          </a:xfrm>
          <a:prstGeom prst="rect">
            <a:avLst/>
          </a:prstGeom>
          <a:noFill/>
          <a:ln w="0">
            <a:noFill/>
          </a:ln>
        </p:spPr>
        <p:style>
          <a:lnRef idx="0"/>
          <a:fillRef idx="0"/>
          <a:effectRef idx="0"/>
          <a:fontRef idx="minor"/>
        </p:style>
        <p:txBody>
          <a:bodyPr lIns="0" rIns="0" tIns="0" bIns="0" anchor="t">
            <a:spAutoFit/>
          </a:bodyPr>
          <a:p>
            <a:pPr algn="ctr">
              <a:lnSpc>
                <a:spcPct val="120000"/>
              </a:lnSpc>
              <a:spcBef>
                <a:spcPts val="275"/>
              </a:spcBef>
              <a:spcAft>
                <a:spcPts val="275"/>
              </a:spcAft>
              <a:tabLst>
                <a:tab algn="l" pos="0"/>
                <a:tab algn="l" pos="831960"/>
                <a:tab algn="l" pos="1663560"/>
                <a:tab algn="l" pos="2495520"/>
                <a:tab algn="l" pos="3327480"/>
                <a:tab algn="l" pos="4159080"/>
                <a:tab algn="l" pos="4991040"/>
                <a:tab algn="l" pos="5823000"/>
                <a:tab algn="l" pos="6654960"/>
                <a:tab algn="l" pos="7486560"/>
                <a:tab algn="l" pos="8318520"/>
                <a:tab algn="l" pos="9150480"/>
                <a:tab algn="l" pos="9982080"/>
                <a:tab algn="l" pos="10814040"/>
              </a:tabLst>
            </a:pPr>
            <a:r>
              <a:rPr b="1" lang="en-GB" sz="1500" strike="noStrike" u="none">
                <a:solidFill>
                  <a:srgbClr val="000000"/>
                </a:solidFill>
                <a:effectLst/>
                <a:uFillTx/>
                <a:latin typeface="Arial"/>
              </a:rPr>
              <a:t>Employee Transfer Agreement (ETA)</a:t>
            </a:r>
            <a:endParaRPr b="0" lang="en-US" sz="1500" strike="noStrike" u="none">
              <a:solidFill>
                <a:srgbClr val="000066"/>
              </a:solidFill>
              <a:effectLst/>
              <a:uFillTx/>
              <a:latin typeface="Times New Roman"/>
            </a:endParaRPr>
          </a:p>
        </p:txBody>
      </p:sp>
      <p:sp>
        <p:nvSpPr>
          <p:cNvPr id="127" name=""/>
          <p:cNvSpPr/>
          <p:nvPr/>
        </p:nvSpPr>
        <p:spPr>
          <a:xfrm>
            <a:off x="2424240" y="1479600"/>
            <a:ext cx="3371760" cy="484200"/>
          </a:xfrm>
          <a:prstGeom prst="rect">
            <a:avLst/>
          </a:prstGeom>
          <a:solidFill>
            <a:srgbClr val="ffffcc"/>
          </a:solidFill>
          <a:ln w="9360">
            <a:solidFill>
              <a:srgbClr val="000066"/>
            </a:solidFill>
            <a:miter/>
          </a:ln>
          <a:effectLst>
            <a:outerShdw dist="53966" dir="2700000" blurRad="0" rotWithShape="0">
              <a:srgbClr val="808080"/>
            </a:outerShdw>
          </a:effectLst>
        </p:spPr>
        <p:style>
          <a:lnRef idx="0"/>
          <a:fillRef idx="0"/>
          <a:effectRef idx="0"/>
          <a:fontRef idx="minor"/>
        </p:style>
        <p:txBody>
          <a:bodyPr lIns="0" rIns="0" tIns="0" bIns="0" anchor="ctr">
            <a:spAutoFit/>
          </a:bodyPr>
          <a:p>
            <a:endParaRPr b="0" lang="en-US" sz="2400" strike="noStrike" u="none">
              <a:solidFill>
                <a:srgbClr val="000066"/>
              </a:solidFill>
              <a:effectLst/>
              <a:uFillTx/>
              <a:latin typeface="Times New Roman"/>
            </a:endParaRPr>
          </a:p>
        </p:txBody>
      </p:sp>
      <p:sp>
        <p:nvSpPr>
          <p:cNvPr id="128" name=""/>
          <p:cNvSpPr/>
          <p:nvPr/>
        </p:nvSpPr>
        <p:spPr>
          <a:xfrm>
            <a:off x="3007800" y="1490760"/>
            <a:ext cx="2250360" cy="42732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831960"/>
                <a:tab algn="l" pos="1663560"/>
                <a:tab algn="l" pos="2495520"/>
                <a:tab algn="l" pos="3327480"/>
                <a:tab algn="l" pos="4159080"/>
                <a:tab algn="l" pos="4991040"/>
                <a:tab algn="l" pos="5823000"/>
                <a:tab algn="l" pos="6654960"/>
                <a:tab algn="l" pos="7486560"/>
                <a:tab algn="l" pos="8318520"/>
                <a:tab algn="l" pos="9150480"/>
                <a:tab algn="l" pos="9982080"/>
                <a:tab algn="l" pos="10814040"/>
              </a:tabLst>
            </a:pPr>
            <a:r>
              <a:rPr b="0" lang="en-GB" sz="1400" strike="noStrike" u="none">
                <a:solidFill>
                  <a:srgbClr val="000000"/>
                </a:solidFill>
                <a:effectLst/>
                <a:uFillTx/>
                <a:latin typeface="Arial"/>
              </a:rPr>
              <a:t>Master Services Agreement </a:t>
            </a:r>
            <a:endParaRPr b="0" lang="en-US" sz="1400" strike="noStrike" u="none">
              <a:solidFill>
                <a:srgbClr val="000066"/>
              </a:solidFill>
              <a:effectLst/>
              <a:uFillTx/>
              <a:latin typeface="Times New Roman"/>
            </a:endParaRPr>
          </a:p>
          <a:p>
            <a:pPr algn="ctr">
              <a:lnSpc>
                <a:spcPct val="100000"/>
              </a:lnSpc>
              <a:tabLst>
                <a:tab algn="l" pos="0"/>
                <a:tab algn="l" pos="831960"/>
                <a:tab algn="l" pos="1663560"/>
                <a:tab algn="l" pos="2495520"/>
                <a:tab algn="l" pos="3327480"/>
                <a:tab algn="l" pos="4159080"/>
                <a:tab algn="l" pos="4991040"/>
                <a:tab algn="l" pos="5823000"/>
                <a:tab algn="l" pos="6654960"/>
                <a:tab algn="l" pos="7486560"/>
                <a:tab algn="l" pos="8318520"/>
                <a:tab algn="l" pos="9150480"/>
                <a:tab algn="l" pos="9982080"/>
                <a:tab algn="l" pos="10814040"/>
              </a:tabLst>
            </a:pPr>
            <a:r>
              <a:rPr b="0" lang="en-GB" sz="1400" strike="noStrike" u="none">
                <a:solidFill>
                  <a:srgbClr val="000000"/>
                </a:solidFill>
                <a:effectLst/>
                <a:uFillTx/>
                <a:latin typeface="Arial"/>
              </a:rPr>
              <a:t>(MSA)</a:t>
            </a:r>
            <a:endParaRPr b="0" lang="en-US" sz="1400" strike="noStrike" u="none">
              <a:solidFill>
                <a:srgbClr val="000066"/>
              </a:solidFill>
              <a:effectLst/>
              <a:uFillTx/>
              <a:latin typeface="Times New Roman"/>
            </a:endParaRPr>
          </a:p>
        </p:txBody>
      </p:sp>
      <p:sp>
        <p:nvSpPr>
          <p:cNvPr id="129" name=""/>
          <p:cNvSpPr/>
          <p:nvPr/>
        </p:nvSpPr>
        <p:spPr>
          <a:xfrm>
            <a:off x="1947960" y="2263680"/>
            <a:ext cx="1177920" cy="1200240"/>
          </a:xfrm>
          <a:prstGeom prst="rect">
            <a:avLst/>
          </a:prstGeom>
          <a:solidFill>
            <a:srgbClr val="ccffff"/>
          </a:solidFill>
          <a:ln w="9360">
            <a:solidFill>
              <a:srgbClr val="000066"/>
            </a:solidFill>
            <a:miter/>
          </a:ln>
          <a:effectLst>
            <a:outerShdw dist="53966" dir="2700000" blurRad="0" rotWithShape="0">
              <a:srgbClr val="808080"/>
            </a:outerShdw>
          </a:effectLst>
        </p:spPr>
        <p:style>
          <a:lnRef idx="0"/>
          <a:fillRef idx="0"/>
          <a:effectRef idx="0"/>
          <a:fontRef idx="minor"/>
        </p:style>
        <p:txBody>
          <a:bodyPr lIns="0" rIns="0" tIns="0" bIns="0" anchor="ctr">
            <a:spAutoFit/>
          </a:bodyPr>
          <a:p>
            <a:endParaRPr b="0" lang="en-US" sz="2400" strike="noStrike" u="none">
              <a:solidFill>
                <a:srgbClr val="000066"/>
              </a:solidFill>
              <a:effectLst/>
              <a:uFillTx/>
              <a:latin typeface="Times New Roman"/>
            </a:endParaRPr>
          </a:p>
        </p:txBody>
      </p:sp>
      <p:sp>
        <p:nvSpPr>
          <p:cNvPr id="130" name=""/>
          <p:cNvSpPr/>
          <p:nvPr/>
        </p:nvSpPr>
        <p:spPr>
          <a:xfrm>
            <a:off x="2017800" y="2309760"/>
            <a:ext cx="1062000" cy="1097640"/>
          </a:xfrm>
          <a:prstGeom prst="rect">
            <a:avLst/>
          </a:prstGeom>
          <a:noFill/>
          <a:ln w="0">
            <a:noFill/>
          </a:ln>
        </p:spPr>
        <p:style>
          <a:lnRef idx="0"/>
          <a:fillRef idx="0"/>
          <a:effectRef idx="0"/>
          <a:fontRef idx="minor"/>
        </p:style>
        <p:txBody>
          <a:bodyPr lIns="0" rIns="0" tIns="0" bIns="0" anchor="t">
            <a:spAutoFit/>
          </a:bodyPr>
          <a:p>
            <a:pPr algn="ctr">
              <a:lnSpc>
                <a:spcPct val="120000"/>
              </a:lnSpc>
              <a:spcBef>
                <a:spcPts val="275"/>
              </a:spcBef>
              <a:spcAft>
                <a:spcPts val="275"/>
              </a:spcAft>
              <a:tabLst>
                <a:tab algn="l" pos="0"/>
                <a:tab algn="l" pos="831960"/>
                <a:tab algn="l" pos="1663560"/>
                <a:tab algn="l" pos="2495520"/>
                <a:tab algn="l" pos="3327480"/>
                <a:tab algn="l" pos="4159080"/>
                <a:tab algn="l" pos="4991040"/>
                <a:tab algn="l" pos="5823000"/>
                <a:tab algn="l" pos="6654960"/>
                <a:tab algn="l" pos="7486560"/>
                <a:tab algn="l" pos="8318520"/>
                <a:tab algn="l" pos="9150480"/>
                <a:tab algn="l" pos="9982080"/>
                <a:tab algn="l" pos="10814040"/>
              </a:tabLst>
            </a:pPr>
            <a:r>
              <a:rPr b="1" lang="en-GB" sz="1500" strike="noStrike" u="none">
                <a:solidFill>
                  <a:srgbClr val="000000"/>
                </a:solidFill>
                <a:effectLst/>
                <a:uFillTx/>
                <a:latin typeface="Arial"/>
              </a:rPr>
              <a:t>Local Service Agreement (LSA)</a:t>
            </a:r>
            <a:endParaRPr b="0" lang="en-US" sz="1500" strike="noStrike" u="none">
              <a:solidFill>
                <a:srgbClr val="000066"/>
              </a:solidFill>
              <a:effectLst/>
              <a:uFillTx/>
              <a:latin typeface="Times New Roman"/>
            </a:endParaRPr>
          </a:p>
        </p:txBody>
      </p:sp>
      <p:sp>
        <p:nvSpPr>
          <p:cNvPr id="131" name=""/>
          <p:cNvSpPr/>
          <p:nvPr/>
        </p:nvSpPr>
        <p:spPr>
          <a:xfrm>
            <a:off x="1947960" y="3798720"/>
            <a:ext cx="1177920" cy="1202040"/>
          </a:xfrm>
          <a:prstGeom prst="rect">
            <a:avLst/>
          </a:prstGeom>
          <a:solidFill>
            <a:srgbClr val="ccccff"/>
          </a:solidFill>
          <a:ln w="9360">
            <a:solidFill>
              <a:srgbClr val="000066"/>
            </a:solidFill>
            <a:miter/>
          </a:ln>
          <a:effectLst>
            <a:outerShdw dist="53966" dir="2700000" blurRad="0" rotWithShape="0">
              <a:srgbClr val="808080"/>
            </a:outerShdw>
          </a:effectLst>
        </p:spPr>
        <p:style>
          <a:lnRef idx="0"/>
          <a:fillRef idx="0"/>
          <a:effectRef idx="0"/>
          <a:fontRef idx="minor"/>
        </p:style>
        <p:txBody>
          <a:bodyPr lIns="0" rIns="0" tIns="0" bIns="0" anchor="ctr">
            <a:spAutoFit/>
          </a:bodyPr>
          <a:p>
            <a:endParaRPr b="0" lang="en-US" sz="2400" strike="noStrike" u="none">
              <a:solidFill>
                <a:srgbClr val="000066"/>
              </a:solidFill>
              <a:effectLst/>
              <a:uFillTx/>
              <a:latin typeface="Times New Roman"/>
            </a:endParaRPr>
          </a:p>
        </p:txBody>
      </p:sp>
      <p:sp>
        <p:nvSpPr>
          <p:cNvPr id="132" name=""/>
          <p:cNvSpPr/>
          <p:nvPr/>
        </p:nvSpPr>
        <p:spPr>
          <a:xfrm>
            <a:off x="2017800" y="3844800"/>
            <a:ext cx="1062000" cy="1097640"/>
          </a:xfrm>
          <a:prstGeom prst="rect">
            <a:avLst/>
          </a:prstGeom>
          <a:noFill/>
          <a:ln w="0">
            <a:noFill/>
          </a:ln>
        </p:spPr>
        <p:style>
          <a:lnRef idx="0"/>
          <a:fillRef idx="0"/>
          <a:effectRef idx="0"/>
          <a:fontRef idx="minor"/>
        </p:style>
        <p:txBody>
          <a:bodyPr lIns="0" rIns="0" tIns="0" bIns="0" anchor="t">
            <a:spAutoFit/>
          </a:bodyPr>
          <a:p>
            <a:pPr algn="ctr">
              <a:lnSpc>
                <a:spcPct val="120000"/>
              </a:lnSpc>
              <a:spcBef>
                <a:spcPts val="275"/>
              </a:spcBef>
              <a:spcAft>
                <a:spcPts val="275"/>
              </a:spcAft>
              <a:tabLst>
                <a:tab algn="l" pos="0"/>
                <a:tab algn="l" pos="831960"/>
                <a:tab algn="l" pos="1663560"/>
                <a:tab algn="l" pos="2495520"/>
                <a:tab algn="l" pos="3327480"/>
                <a:tab algn="l" pos="4159080"/>
                <a:tab algn="l" pos="4991040"/>
                <a:tab algn="l" pos="5823000"/>
                <a:tab algn="l" pos="6654960"/>
                <a:tab algn="l" pos="7486560"/>
                <a:tab algn="l" pos="8318520"/>
                <a:tab algn="l" pos="9150480"/>
                <a:tab algn="l" pos="9982080"/>
                <a:tab algn="l" pos="10814040"/>
              </a:tabLst>
            </a:pPr>
            <a:r>
              <a:rPr b="1" lang="en-GB" sz="1500" strike="noStrike" u="none">
                <a:solidFill>
                  <a:srgbClr val="000000"/>
                </a:solidFill>
                <a:effectLst/>
                <a:uFillTx/>
                <a:latin typeface="Arial"/>
              </a:rPr>
              <a:t>Employee Transfer Agreement (ETA)</a:t>
            </a:r>
            <a:endParaRPr b="0" lang="en-US" sz="1500" strike="noStrike" u="none">
              <a:solidFill>
                <a:srgbClr val="000066"/>
              </a:solidFill>
              <a:effectLst/>
              <a:uFillTx/>
              <a:latin typeface="Times New Roman"/>
            </a:endParaRPr>
          </a:p>
        </p:txBody>
      </p:sp>
      <p:sp>
        <p:nvSpPr>
          <p:cNvPr id="133" name=""/>
          <p:cNvSpPr/>
          <p:nvPr/>
        </p:nvSpPr>
        <p:spPr>
          <a:xfrm>
            <a:off x="4119480" y="1963800"/>
            <a:ext cx="0" cy="127080"/>
          </a:xfrm>
          <a:prstGeom prst="line">
            <a:avLst/>
          </a:prstGeom>
          <a:ln w="9360">
            <a:solidFill>
              <a:srgbClr val="000066"/>
            </a:solidFill>
            <a:miter/>
          </a:ln>
        </p:spPr>
        <p:style>
          <a:lnRef idx="0"/>
          <a:fillRef idx="0"/>
          <a:effectRef idx="0"/>
          <a:fontRef idx="minor"/>
        </p:style>
        <p:txBody>
          <a:bodyPr lIns="0" rIns="0" tIns="0" bIns="0" anchor="t">
            <a:noAutofit/>
          </a:bodyPr>
          <a:p>
            <a:endParaRPr b="0" lang="en-US" sz="2400" strike="noStrike" u="none">
              <a:solidFill>
                <a:srgbClr val="000066"/>
              </a:solidFill>
              <a:effectLst/>
              <a:uFillTx/>
              <a:latin typeface="Times New Roman"/>
            </a:endParaRPr>
          </a:p>
        </p:txBody>
      </p:sp>
      <p:sp>
        <p:nvSpPr>
          <p:cNvPr id="134" name=""/>
          <p:cNvSpPr/>
          <p:nvPr/>
        </p:nvSpPr>
        <p:spPr>
          <a:xfrm>
            <a:off x="2479680" y="2090880"/>
            <a:ext cx="3164040" cy="0"/>
          </a:xfrm>
          <a:prstGeom prst="line">
            <a:avLst/>
          </a:prstGeom>
          <a:ln w="9360">
            <a:solidFill>
              <a:srgbClr val="000066"/>
            </a:solidFill>
            <a:miter/>
          </a:ln>
        </p:spPr>
        <p:style>
          <a:lnRef idx="0"/>
          <a:fillRef idx="0"/>
          <a:effectRef idx="0"/>
          <a:fontRef idx="minor"/>
        </p:style>
        <p:txBody>
          <a:bodyPr lIns="0" rIns="0" tIns="0" bIns="0" anchor="t">
            <a:noAutofit/>
          </a:bodyPr>
          <a:p>
            <a:endParaRPr b="0" lang="en-US" sz="2400" strike="noStrike" u="none">
              <a:solidFill>
                <a:srgbClr val="000066"/>
              </a:solidFill>
              <a:effectLst/>
              <a:uFillTx/>
              <a:latin typeface="Times New Roman"/>
            </a:endParaRPr>
          </a:p>
        </p:txBody>
      </p:sp>
      <p:sp>
        <p:nvSpPr>
          <p:cNvPr id="135" name=""/>
          <p:cNvSpPr/>
          <p:nvPr/>
        </p:nvSpPr>
        <p:spPr>
          <a:xfrm>
            <a:off x="3403440" y="2101680"/>
            <a:ext cx="0" cy="358920"/>
          </a:xfrm>
          <a:prstGeom prst="line">
            <a:avLst/>
          </a:prstGeom>
          <a:ln w="9360">
            <a:solidFill>
              <a:srgbClr val="000066"/>
            </a:solidFill>
            <a:miter/>
          </a:ln>
        </p:spPr>
        <p:style>
          <a:lnRef idx="0"/>
          <a:fillRef idx="0"/>
          <a:effectRef idx="0"/>
          <a:fontRef idx="minor"/>
        </p:style>
        <p:txBody>
          <a:bodyPr lIns="0" rIns="0" tIns="0" bIns="0" anchor="t">
            <a:noAutofit/>
          </a:bodyPr>
          <a:p>
            <a:endParaRPr b="0" lang="en-US" sz="2400" strike="noStrike" u="none">
              <a:solidFill>
                <a:srgbClr val="000066"/>
              </a:solidFill>
              <a:effectLst/>
              <a:uFillTx/>
              <a:latin typeface="Times New Roman"/>
            </a:endParaRPr>
          </a:p>
        </p:txBody>
      </p:sp>
      <p:sp>
        <p:nvSpPr>
          <p:cNvPr id="136" name=""/>
          <p:cNvSpPr/>
          <p:nvPr/>
        </p:nvSpPr>
        <p:spPr>
          <a:xfrm>
            <a:off x="4257720" y="2090880"/>
            <a:ext cx="0" cy="623880"/>
          </a:xfrm>
          <a:prstGeom prst="line">
            <a:avLst/>
          </a:prstGeom>
          <a:ln w="9360">
            <a:solidFill>
              <a:srgbClr val="000066"/>
            </a:solidFill>
            <a:miter/>
          </a:ln>
        </p:spPr>
        <p:style>
          <a:lnRef idx="0"/>
          <a:fillRef idx="0"/>
          <a:effectRef idx="0"/>
          <a:fontRef idx="minor"/>
        </p:style>
        <p:txBody>
          <a:bodyPr lIns="0" rIns="0" tIns="0" bIns="0" anchor="t">
            <a:noAutofit/>
          </a:bodyPr>
          <a:p>
            <a:endParaRPr b="0" lang="en-US" sz="2400" strike="noStrike" u="none">
              <a:solidFill>
                <a:srgbClr val="000066"/>
              </a:solidFill>
              <a:effectLst/>
              <a:uFillTx/>
              <a:latin typeface="Times New Roman"/>
            </a:endParaRPr>
          </a:p>
        </p:txBody>
      </p:sp>
      <p:sp>
        <p:nvSpPr>
          <p:cNvPr id="137" name=""/>
          <p:cNvSpPr/>
          <p:nvPr/>
        </p:nvSpPr>
        <p:spPr>
          <a:xfrm>
            <a:off x="5654520" y="2090880"/>
            <a:ext cx="0" cy="3382920"/>
          </a:xfrm>
          <a:prstGeom prst="line">
            <a:avLst/>
          </a:prstGeom>
          <a:ln w="9360">
            <a:solidFill>
              <a:srgbClr val="000066"/>
            </a:solidFill>
            <a:miter/>
          </a:ln>
        </p:spPr>
        <p:style>
          <a:lnRef idx="0"/>
          <a:fillRef idx="0"/>
          <a:effectRef idx="0"/>
          <a:fontRef idx="minor"/>
        </p:style>
        <p:txBody>
          <a:bodyPr lIns="0" rIns="0" tIns="0" bIns="0" anchor="t">
            <a:noAutofit/>
          </a:bodyPr>
          <a:p>
            <a:endParaRPr b="0" lang="en-US" sz="2400" strike="noStrike" u="none">
              <a:solidFill>
                <a:srgbClr val="000066"/>
              </a:solidFill>
              <a:effectLst/>
              <a:uFillTx/>
              <a:latin typeface="Times New Roman"/>
            </a:endParaRPr>
          </a:p>
        </p:txBody>
      </p:sp>
      <p:sp>
        <p:nvSpPr>
          <p:cNvPr id="138" name=""/>
          <p:cNvSpPr/>
          <p:nvPr/>
        </p:nvSpPr>
        <p:spPr>
          <a:xfrm>
            <a:off x="5654520" y="2333520"/>
            <a:ext cx="230400" cy="0"/>
          </a:xfrm>
          <a:prstGeom prst="line">
            <a:avLst/>
          </a:prstGeom>
          <a:ln w="9360">
            <a:solidFill>
              <a:srgbClr val="000066"/>
            </a:solidFill>
            <a:miter/>
          </a:ln>
        </p:spPr>
        <p:style>
          <a:lnRef idx="0"/>
          <a:fillRef idx="0"/>
          <a:effectRef idx="0"/>
          <a:fontRef idx="minor"/>
        </p:style>
        <p:txBody>
          <a:bodyPr lIns="0" rIns="0" tIns="0" bIns="0" anchor="t">
            <a:noAutofit/>
          </a:bodyPr>
          <a:p>
            <a:endParaRPr b="0" lang="en-US" sz="2400" strike="noStrike" u="none">
              <a:solidFill>
                <a:srgbClr val="000066"/>
              </a:solidFill>
              <a:effectLst/>
              <a:uFillTx/>
              <a:latin typeface="Times New Roman"/>
            </a:endParaRPr>
          </a:p>
        </p:txBody>
      </p:sp>
      <p:sp>
        <p:nvSpPr>
          <p:cNvPr id="139" name=""/>
          <p:cNvSpPr/>
          <p:nvPr/>
        </p:nvSpPr>
        <p:spPr>
          <a:xfrm>
            <a:off x="5654520" y="2617920"/>
            <a:ext cx="230400" cy="0"/>
          </a:xfrm>
          <a:prstGeom prst="line">
            <a:avLst/>
          </a:prstGeom>
          <a:ln w="9360">
            <a:solidFill>
              <a:srgbClr val="000066"/>
            </a:solidFill>
            <a:miter/>
          </a:ln>
        </p:spPr>
        <p:style>
          <a:lnRef idx="0"/>
          <a:fillRef idx="0"/>
          <a:effectRef idx="0"/>
          <a:fontRef idx="minor"/>
        </p:style>
        <p:txBody>
          <a:bodyPr lIns="0" rIns="0" tIns="0" bIns="0" anchor="t">
            <a:noAutofit/>
          </a:bodyPr>
          <a:p>
            <a:endParaRPr b="0" lang="en-US" sz="2400" strike="noStrike" u="none">
              <a:solidFill>
                <a:srgbClr val="000066"/>
              </a:solidFill>
              <a:effectLst/>
              <a:uFillTx/>
              <a:latin typeface="Times New Roman"/>
            </a:endParaRPr>
          </a:p>
        </p:txBody>
      </p:sp>
      <p:sp>
        <p:nvSpPr>
          <p:cNvPr id="140" name=""/>
          <p:cNvSpPr/>
          <p:nvPr/>
        </p:nvSpPr>
        <p:spPr>
          <a:xfrm>
            <a:off x="5654520" y="2971800"/>
            <a:ext cx="230400" cy="0"/>
          </a:xfrm>
          <a:prstGeom prst="line">
            <a:avLst/>
          </a:prstGeom>
          <a:ln w="9360">
            <a:solidFill>
              <a:srgbClr val="000066"/>
            </a:solidFill>
            <a:miter/>
          </a:ln>
        </p:spPr>
        <p:style>
          <a:lnRef idx="0"/>
          <a:fillRef idx="0"/>
          <a:effectRef idx="0"/>
          <a:fontRef idx="minor"/>
        </p:style>
        <p:txBody>
          <a:bodyPr lIns="0" rIns="0" tIns="0" bIns="0" anchor="t">
            <a:noAutofit/>
          </a:bodyPr>
          <a:p>
            <a:endParaRPr b="0" lang="en-US" sz="2400" strike="noStrike" u="none">
              <a:solidFill>
                <a:srgbClr val="000066"/>
              </a:solidFill>
              <a:effectLst/>
              <a:uFillTx/>
              <a:latin typeface="Times New Roman"/>
            </a:endParaRPr>
          </a:p>
        </p:txBody>
      </p:sp>
      <p:sp>
        <p:nvSpPr>
          <p:cNvPr id="141" name=""/>
          <p:cNvSpPr/>
          <p:nvPr/>
        </p:nvSpPr>
        <p:spPr>
          <a:xfrm>
            <a:off x="5654520" y="3292560"/>
            <a:ext cx="230400" cy="0"/>
          </a:xfrm>
          <a:prstGeom prst="line">
            <a:avLst/>
          </a:prstGeom>
          <a:ln w="9360">
            <a:solidFill>
              <a:srgbClr val="000066"/>
            </a:solidFill>
            <a:miter/>
          </a:ln>
        </p:spPr>
        <p:style>
          <a:lnRef idx="0"/>
          <a:fillRef idx="0"/>
          <a:effectRef idx="0"/>
          <a:fontRef idx="minor"/>
        </p:style>
        <p:txBody>
          <a:bodyPr lIns="0" rIns="0" tIns="0" bIns="0" anchor="t">
            <a:noAutofit/>
          </a:bodyPr>
          <a:p>
            <a:endParaRPr b="0" lang="en-US" sz="2400" strike="noStrike" u="none">
              <a:solidFill>
                <a:srgbClr val="000066"/>
              </a:solidFill>
              <a:effectLst/>
              <a:uFillTx/>
              <a:latin typeface="Times New Roman"/>
            </a:endParaRPr>
          </a:p>
        </p:txBody>
      </p:sp>
      <p:sp>
        <p:nvSpPr>
          <p:cNvPr id="142" name=""/>
          <p:cNvSpPr/>
          <p:nvPr/>
        </p:nvSpPr>
        <p:spPr>
          <a:xfrm>
            <a:off x="5654520" y="3633840"/>
            <a:ext cx="230400" cy="0"/>
          </a:xfrm>
          <a:prstGeom prst="line">
            <a:avLst/>
          </a:prstGeom>
          <a:ln w="9360">
            <a:solidFill>
              <a:srgbClr val="000066"/>
            </a:solidFill>
            <a:miter/>
          </a:ln>
        </p:spPr>
        <p:style>
          <a:lnRef idx="0"/>
          <a:fillRef idx="0"/>
          <a:effectRef idx="0"/>
          <a:fontRef idx="minor"/>
        </p:style>
        <p:txBody>
          <a:bodyPr lIns="0" rIns="0" tIns="0" bIns="0" anchor="t">
            <a:noAutofit/>
          </a:bodyPr>
          <a:p>
            <a:endParaRPr b="0" lang="en-US" sz="2400" strike="noStrike" u="none">
              <a:solidFill>
                <a:srgbClr val="000066"/>
              </a:solidFill>
              <a:effectLst/>
              <a:uFillTx/>
              <a:latin typeface="Times New Roman"/>
            </a:endParaRPr>
          </a:p>
        </p:txBody>
      </p:sp>
      <p:sp>
        <p:nvSpPr>
          <p:cNvPr id="143" name=""/>
          <p:cNvSpPr/>
          <p:nvPr/>
        </p:nvSpPr>
        <p:spPr>
          <a:xfrm>
            <a:off x="5654520" y="3963960"/>
            <a:ext cx="230400" cy="0"/>
          </a:xfrm>
          <a:prstGeom prst="line">
            <a:avLst/>
          </a:prstGeom>
          <a:ln w="9360">
            <a:solidFill>
              <a:srgbClr val="000066"/>
            </a:solidFill>
            <a:miter/>
          </a:ln>
        </p:spPr>
        <p:style>
          <a:lnRef idx="0"/>
          <a:fillRef idx="0"/>
          <a:effectRef idx="0"/>
          <a:fontRef idx="minor"/>
        </p:style>
        <p:txBody>
          <a:bodyPr lIns="0" rIns="0" tIns="0" bIns="0" anchor="t">
            <a:noAutofit/>
          </a:bodyPr>
          <a:p>
            <a:endParaRPr b="0" lang="en-US" sz="2400" strike="noStrike" u="none">
              <a:solidFill>
                <a:srgbClr val="000066"/>
              </a:solidFill>
              <a:effectLst/>
              <a:uFillTx/>
              <a:latin typeface="Times New Roman"/>
            </a:endParaRPr>
          </a:p>
        </p:txBody>
      </p:sp>
      <p:sp>
        <p:nvSpPr>
          <p:cNvPr id="144" name=""/>
          <p:cNvSpPr/>
          <p:nvPr/>
        </p:nvSpPr>
        <p:spPr>
          <a:xfrm>
            <a:off x="5654520" y="4284720"/>
            <a:ext cx="230400" cy="0"/>
          </a:xfrm>
          <a:prstGeom prst="line">
            <a:avLst/>
          </a:prstGeom>
          <a:ln w="9360">
            <a:solidFill>
              <a:srgbClr val="000066"/>
            </a:solidFill>
            <a:miter/>
          </a:ln>
        </p:spPr>
        <p:style>
          <a:lnRef idx="0"/>
          <a:fillRef idx="0"/>
          <a:effectRef idx="0"/>
          <a:fontRef idx="minor"/>
        </p:style>
        <p:txBody>
          <a:bodyPr lIns="0" rIns="0" tIns="0" bIns="0" anchor="t">
            <a:noAutofit/>
          </a:bodyPr>
          <a:p>
            <a:endParaRPr b="0" lang="en-US" sz="2400" strike="noStrike" u="none">
              <a:solidFill>
                <a:srgbClr val="000066"/>
              </a:solidFill>
              <a:effectLst/>
              <a:uFillTx/>
              <a:latin typeface="Times New Roman"/>
            </a:endParaRPr>
          </a:p>
        </p:txBody>
      </p:sp>
      <p:sp>
        <p:nvSpPr>
          <p:cNvPr id="145" name=""/>
          <p:cNvSpPr/>
          <p:nvPr/>
        </p:nvSpPr>
        <p:spPr>
          <a:xfrm>
            <a:off x="5654520" y="4616280"/>
            <a:ext cx="230400" cy="0"/>
          </a:xfrm>
          <a:prstGeom prst="line">
            <a:avLst/>
          </a:prstGeom>
          <a:ln w="9360">
            <a:solidFill>
              <a:srgbClr val="000066"/>
            </a:solidFill>
            <a:miter/>
          </a:ln>
        </p:spPr>
        <p:style>
          <a:lnRef idx="0"/>
          <a:fillRef idx="0"/>
          <a:effectRef idx="0"/>
          <a:fontRef idx="minor"/>
        </p:style>
        <p:txBody>
          <a:bodyPr lIns="0" rIns="0" tIns="0" bIns="0" anchor="t">
            <a:noAutofit/>
          </a:bodyPr>
          <a:p>
            <a:endParaRPr b="0" lang="en-US" sz="2400" strike="noStrike" u="none">
              <a:solidFill>
                <a:srgbClr val="000066"/>
              </a:solidFill>
              <a:effectLst/>
              <a:uFillTx/>
              <a:latin typeface="Times New Roman"/>
            </a:endParaRPr>
          </a:p>
        </p:txBody>
      </p:sp>
      <p:sp>
        <p:nvSpPr>
          <p:cNvPr id="146" name=""/>
          <p:cNvSpPr/>
          <p:nvPr/>
        </p:nvSpPr>
        <p:spPr>
          <a:xfrm>
            <a:off x="5654520" y="4941720"/>
            <a:ext cx="230400" cy="0"/>
          </a:xfrm>
          <a:prstGeom prst="line">
            <a:avLst/>
          </a:prstGeom>
          <a:ln w="9360">
            <a:solidFill>
              <a:srgbClr val="000066"/>
            </a:solidFill>
            <a:miter/>
          </a:ln>
        </p:spPr>
        <p:style>
          <a:lnRef idx="0"/>
          <a:fillRef idx="0"/>
          <a:effectRef idx="0"/>
          <a:fontRef idx="minor"/>
        </p:style>
        <p:txBody>
          <a:bodyPr lIns="0" rIns="0" tIns="0" bIns="0" anchor="t">
            <a:noAutofit/>
          </a:bodyPr>
          <a:p>
            <a:endParaRPr b="0" lang="en-US" sz="2400" strike="noStrike" u="none">
              <a:solidFill>
                <a:srgbClr val="000066"/>
              </a:solidFill>
              <a:effectLst/>
              <a:uFillTx/>
              <a:latin typeface="Times New Roman"/>
            </a:endParaRPr>
          </a:p>
        </p:txBody>
      </p:sp>
      <p:sp>
        <p:nvSpPr>
          <p:cNvPr id="147" name=""/>
          <p:cNvSpPr/>
          <p:nvPr/>
        </p:nvSpPr>
        <p:spPr>
          <a:xfrm>
            <a:off x="5654520" y="5473800"/>
            <a:ext cx="230400" cy="0"/>
          </a:xfrm>
          <a:prstGeom prst="line">
            <a:avLst/>
          </a:prstGeom>
          <a:ln w="9360">
            <a:solidFill>
              <a:srgbClr val="000066"/>
            </a:solidFill>
            <a:miter/>
          </a:ln>
        </p:spPr>
        <p:style>
          <a:lnRef idx="0"/>
          <a:fillRef idx="0"/>
          <a:effectRef idx="0"/>
          <a:fontRef idx="minor"/>
        </p:style>
        <p:txBody>
          <a:bodyPr lIns="0" rIns="0" tIns="0" bIns="0" anchor="t">
            <a:noAutofit/>
          </a:bodyPr>
          <a:p>
            <a:endParaRPr b="0" lang="en-US" sz="2400" strike="noStrike" u="none">
              <a:solidFill>
                <a:srgbClr val="000066"/>
              </a:solidFill>
              <a:effectLst/>
              <a:uFillTx/>
              <a:latin typeface="Times New Roman"/>
            </a:endParaRPr>
          </a:p>
        </p:txBody>
      </p:sp>
      <p:sp>
        <p:nvSpPr>
          <p:cNvPr id="148" name=""/>
          <p:cNvSpPr/>
          <p:nvPr/>
        </p:nvSpPr>
        <p:spPr>
          <a:xfrm>
            <a:off x="5897520" y="2171880"/>
            <a:ext cx="981000" cy="276120"/>
          </a:xfrm>
          <a:prstGeom prst="rect">
            <a:avLst/>
          </a:prstGeom>
          <a:solidFill>
            <a:srgbClr val="ccffcc"/>
          </a:solidFill>
          <a:ln w="9360">
            <a:solidFill>
              <a:srgbClr val="000066"/>
            </a:solidFill>
            <a:miter/>
          </a:ln>
          <a:effectLst>
            <a:outerShdw dist="53966" dir="2700000" blurRad="0" rotWithShape="0">
              <a:srgbClr val="808080"/>
            </a:outerShdw>
          </a:effectLst>
        </p:spPr>
        <p:style>
          <a:lnRef idx="0"/>
          <a:fillRef idx="0"/>
          <a:effectRef idx="0"/>
          <a:fontRef idx="minor"/>
        </p:style>
        <p:txBody>
          <a:bodyPr wrap="none" lIns="0" rIns="0" tIns="0" bIns="0" anchor="ctr">
            <a:spAutoFit/>
          </a:bodyPr>
          <a:p>
            <a:endParaRPr b="0" lang="en-US" sz="2400" strike="noStrike" u="none">
              <a:solidFill>
                <a:srgbClr val="000066"/>
              </a:solidFill>
              <a:effectLst/>
              <a:uFillTx/>
              <a:latin typeface="Times New Roman"/>
            </a:endParaRPr>
          </a:p>
        </p:txBody>
      </p:sp>
      <p:sp>
        <p:nvSpPr>
          <p:cNvPr id="149" name=""/>
          <p:cNvSpPr/>
          <p:nvPr/>
        </p:nvSpPr>
        <p:spPr>
          <a:xfrm>
            <a:off x="5984640" y="2179800"/>
            <a:ext cx="824400" cy="238320"/>
          </a:xfrm>
          <a:prstGeom prst="rect">
            <a:avLst/>
          </a:prstGeom>
          <a:noFill/>
          <a:ln w="0">
            <a:noFill/>
          </a:ln>
        </p:spPr>
        <p:style>
          <a:lnRef idx="0"/>
          <a:fillRef idx="0"/>
          <a:effectRef idx="0"/>
          <a:fontRef idx="minor"/>
        </p:style>
        <p:txBody>
          <a:bodyPr wrap="none" lIns="0" rIns="0" tIns="0" bIns="0" anchor="t">
            <a:spAutoFit/>
          </a:bodyPr>
          <a:p>
            <a:pPr algn="ctr">
              <a:lnSpc>
                <a:spcPct val="120000"/>
              </a:lnSpc>
              <a:spcBef>
                <a:spcPts val="238"/>
              </a:spcBef>
              <a:spcAft>
                <a:spcPts val="238"/>
              </a:spcAft>
              <a:tabLst>
                <a:tab algn="l" pos="0"/>
                <a:tab algn="l" pos="831960"/>
                <a:tab algn="l" pos="1663560"/>
                <a:tab algn="l" pos="2495520"/>
                <a:tab algn="l" pos="3327480"/>
                <a:tab algn="l" pos="4159080"/>
                <a:tab algn="l" pos="4991040"/>
                <a:tab algn="l" pos="5823000"/>
                <a:tab algn="l" pos="6654960"/>
                <a:tab algn="l" pos="7486560"/>
                <a:tab algn="l" pos="8318520"/>
                <a:tab algn="l" pos="9150480"/>
                <a:tab algn="l" pos="9982080"/>
                <a:tab algn="l" pos="10814040"/>
              </a:tabLst>
            </a:pPr>
            <a:r>
              <a:rPr b="0" lang="en-GB" sz="1300" strike="noStrike" u="none">
                <a:solidFill>
                  <a:srgbClr val="000000"/>
                </a:solidFill>
                <a:effectLst/>
                <a:uFillTx/>
                <a:latin typeface="Arial"/>
              </a:rPr>
              <a:t>Schedule 1</a:t>
            </a:r>
            <a:endParaRPr b="0" lang="en-US" sz="1300" strike="noStrike" u="none">
              <a:solidFill>
                <a:srgbClr val="000066"/>
              </a:solidFill>
              <a:effectLst/>
              <a:uFillTx/>
              <a:latin typeface="Times New Roman"/>
            </a:endParaRPr>
          </a:p>
        </p:txBody>
      </p:sp>
      <p:sp>
        <p:nvSpPr>
          <p:cNvPr id="150" name=""/>
          <p:cNvSpPr/>
          <p:nvPr/>
        </p:nvSpPr>
        <p:spPr>
          <a:xfrm>
            <a:off x="5897520" y="2498760"/>
            <a:ext cx="981000" cy="277920"/>
          </a:xfrm>
          <a:prstGeom prst="rect">
            <a:avLst/>
          </a:prstGeom>
          <a:solidFill>
            <a:srgbClr val="ccffcc"/>
          </a:solidFill>
          <a:ln w="9360">
            <a:solidFill>
              <a:srgbClr val="000066"/>
            </a:solidFill>
            <a:miter/>
          </a:ln>
          <a:effectLst>
            <a:outerShdw dist="53966" dir="2700000" blurRad="0" rotWithShape="0">
              <a:srgbClr val="808080"/>
            </a:outerShdw>
          </a:effectLst>
        </p:spPr>
        <p:style>
          <a:lnRef idx="0"/>
          <a:fillRef idx="0"/>
          <a:effectRef idx="0"/>
          <a:fontRef idx="minor"/>
        </p:style>
        <p:txBody>
          <a:bodyPr wrap="none" lIns="0" rIns="0" tIns="0" bIns="0" anchor="ctr">
            <a:spAutoFit/>
          </a:bodyPr>
          <a:p>
            <a:endParaRPr b="0" lang="en-US" sz="2400" strike="noStrike" u="none">
              <a:solidFill>
                <a:srgbClr val="000066"/>
              </a:solidFill>
              <a:effectLst/>
              <a:uFillTx/>
              <a:latin typeface="Times New Roman"/>
            </a:endParaRPr>
          </a:p>
        </p:txBody>
      </p:sp>
      <p:sp>
        <p:nvSpPr>
          <p:cNvPr id="151" name=""/>
          <p:cNvSpPr/>
          <p:nvPr/>
        </p:nvSpPr>
        <p:spPr>
          <a:xfrm>
            <a:off x="5984640" y="2508120"/>
            <a:ext cx="824400" cy="238320"/>
          </a:xfrm>
          <a:prstGeom prst="rect">
            <a:avLst/>
          </a:prstGeom>
          <a:noFill/>
          <a:ln w="0">
            <a:noFill/>
          </a:ln>
        </p:spPr>
        <p:style>
          <a:lnRef idx="0"/>
          <a:fillRef idx="0"/>
          <a:effectRef idx="0"/>
          <a:fontRef idx="minor"/>
        </p:style>
        <p:txBody>
          <a:bodyPr wrap="none" lIns="0" rIns="0" tIns="0" bIns="0" anchor="t">
            <a:spAutoFit/>
          </a:bodyPr>
          <a:p>
            <a:pPr algn="ctr">
              <a:lnSpc>
                <a:spcPct val="120000"/>
              </a:lnSpc>
              <a:spcBef>
                <a:spcPts val="238"/>
              </a:spcBef>
              <a:spcAft>
                <a:spcPts val="238"/>
              </a:spcAft>
              <a:tabLst>
                <a:tab algn="l" pos="0"/>
                <a:tab algn="l" pos="831960"/>
                <a:tab algn="l" pos="1663560"/>
                <a:tab algn="l" pos="2495520"/>
                <a:tab algn="l" pos="3327480"/>
                <a:tab algn="l" pos="4159080"/>
                <a:tab algn="l" pos="4991040"/>
                <a:tab algn="l" pos="5823000"/>
                <a:tab algn="l" pos="6654960"/>
                <a:tab algn="l" pos="7486560"/>
                <a:tab algn="l" pos="8318520"/>
                <a:tab algn="l" pos="9150480"/>
                <a:tab algn="l" pos="9982080"/>
                <a:tab algn="l" pos="10814040"/>
              </a:tabLst>
            </a:pPr>
            <a:r>
              <a:rPr b="0" lang="en-GB" sz="1300" strike="noStrike" u="none">
                <a:solidFill>
                  <a:srgbClr val="000000"/>
                </a:solidFill>
                <a:effectLst/>
                <a:uFillTx/>
                <a:latin typeface="Arial"/>
              </a:rPr>
              <a:t>Schedule 2</a:t>
            </a:r>
            <a:endParaRPr b="0" lang="en-US" sz="1300" strike="noStrike" u="none">
              <a:solidFill>
                <a:srgbClr val="000066"/>
              </a:solidFill>
              <a:effectLst/>
              <a:uFillTx/>
              <a:latin typeface="Times New Roman"/>
            </a:endParaRPr>
          </a:p>
        </p:txBody>
      </p:sp>
      <p:sp>
        <p:nvSpPr>
          <p:cNvPr id="152" name=""/>
          <p:cNvSpPr/>
          <p:nvPr/>
        </p:nvSpPr>
        <p:spPr>
          <a:xfrm>
            <a:off x="5897520" y="2827440"/>
            <a:ext cx="981000" cy="276120"/>
          </a:xfrm>
          <a:prstGeom prst="rect">
            <a:avLst/>
          </a:prstGeom>
          <a:solidFill>
            <a:srgbClr val="ccffcc"/>
          </a:solidFill>
          <a:ln w="9360">
            <a:solidFill>
              <a:srgbClr val="000066"/>
            </a:solidFill>
            <a:miter/>
          </a:ln>
          <a:effectLst>
            <a:outerShdw dist="53966" dir="2700000" blurRad="0" rotWithShape="0">
              <a:srgbClr val="808080"/>
            </a:outerShdw>
          </a:effectLst>
        </p:spPr>
        <p:style>
          <a:lnRef idx="0"/>
          <a:fillRef idx="0"/>
          <a:effectRef idx="0"/>
          <a:fontRef idx="minor"/>
        </p:style>
        <p:txBody>
          <a:bodyPr wrap="none" lIns="0" rIns="0" tIns="0" bIns="0" anchor="ctr">
            <a:spAutoFit/>
          </a:bodyPr>
          <a:p>
            <a:endParaRPr b="0" lang="en-US" sz="2400" strike="noStrike" u="none">
              <a:solidFill>
                <a:srgbClr val="000066"/>
              </a:solidFill>
              <a:effectLst/>
              <a:uFillTx/>
              <a:latin typeface="Times New Roman"/>
            </a:endParaRPr>
          </a:p>
        </p:txBody>
      </p:sp>
      <p:sp>
        <p:nvSpPr>
          <p:cNvPr id="153" name=""/>
          <p:cNvSpPr/>
          <p:nvPr/>
        </p:nvSpPr>
        <p:spPr>
          <a:xfrm>
            <a:off x="5984640" y="2835360"/>
            <a:ext cx="824400" cy="238320"/>
          </a:xfrm>
          <a:prstGeom prst="rect">
            <a:avLst/>
          </a:prstGeom>
          <a:noFill/>
          <a:ln w="0">
            <a:noFill/>
          </a:ln>
        </p:spPr>
        <p:style>
          <a:lnRef idx="0"/>
          <a:fillRef idx="0"/>
          <a:effectRef idx="0"/>
          <a:fontRef idx="minor"/>
        </p:style>
        <p:txBody>
          <a:bodyPr wrap="none" lIns="0" rIns="0" tIns="0" bIns="0" anchor="t">
            <a:spAutoFit/>
          </a:bodyPr>
          <a:p>
            <a:pPr algn="ctr">
              <a:lnSpc>
                <a:spcPct val="120000"/>
              </a:lnSpc>
              <a:spcBef>
                <a:spcPts val="238"/>
              </a:spcBef>
              <a:spcAft>
                <a:spcPts val="238"/>
              </a:spcAft>
              <a:tabLst>
                <a:tab algn="l" pos="0"/>
                <a:tab algn="l" pos="831960"/>
                <a:tab algn="l" pos="1663560"/>
                <a:tab algn="l" pos="2495520"/>
                <a:tab algn="l" pos="3327480"/>
                <a:tab algn="l" pos="4159080"/>
                <a:tab algn="l" pos="4991040"/>
                <a:tab algn="l" pos="5823000"/>
                <a:tab algn="l" pos="6654960"/>
                <a:tab algn="l" pos="7486560"/>
                <a:tab algn="l" pos="8318520"/>
                <a:tab algn="l" pos="9150480"/>
                <a:tab algn="l" pos="9982080"/>
                <a:tab algn="l" pos="10814040"/>
              </a:tabLst>
            </a:pPr>
            <a:r>
              <a:rPr b="0" lang="en-GB" sz="1300" strike="noStrike" u="none">
                <a:solidFill>
                  <a:srgbClr val="000000"/>
                </a:solidFill>
                <a:effectLst/>
                <a:uFillTx/>
                <a:latin typeface="Arial"/>
              </a:rPr>
              <a:t>Schedule 3</a:t>
            </a:r>
            <a:endParaRPr b="0" lang="en-US" sz="1300" strike="noStrike" u="none">
              <a:solidFill>
                <a:srgbClr val="000066"/>
              </a:solidFill>
              <a:effectLst/>
              <a:uFillTx/>
              <a:latin typeface="Times New Roman"/>
            </a:endParaRPr>
          </a:p>
        </p:txBody>
      </p:sp>
      <p:sp>
        <p:nvSpPr>
          <p:cNvPr id="154" name=""/>
          <p:cNvSpPr/>
          <p:nvPr/>
        </p:nvSpPr>
        <p:spPr>
          <a:xfrm>
            <a:off x="5897520" y="3156120"/>
            <a:ext cx="981000" cy="276120"/>
          </a:xfrm>
          <a:prstGeom prst="rect">
            <a:avLst/>
          </a:prstGeom>
          <a:solidFill>
            <a:srgbClr val="ccffcc"/>
          </a:solidFill>
          <a:ln w="9360">
            <a:solidFill>
              <a:srgbClr val="000066"/>
            </a:solidFill>
            <a:miter/>
          </a:ln>
          <a:effectLst>
            <a:outerShdw dist="53966" dir="2700000" blurRad="0" rotWithShape="0">
              <a:srgbClr val="808080"/>
            </a:outerShdw>
          </a:effectLst>
        </p:spPr>
        <p:style>
          <a:lnRef idx="0"/>
          <a:fillRef idx="0"/>
          <a:effectRef idx="0"/>
          <a:fontRef idx="minor"/>
        </p:style>
        <p:txBody>
          <a:bodyPr wrap="none" lIns="0" rIns="0" tIns="0" bIns="0" anchor="ctr">
            <a:spAutoFit/>
          </a:bodyPr>
          <a:p>
            <a:endParaRPr b="0" lang="en-US" sz="2400" strike="noStrike" u="none">
              <a:solidFill>
                <a:srgbClr val="000066"/>
              </a:solidFill>
              <a:effectLst/>
              <a:uFillTx/>
              <a:latin typeface="Times New Roman"/>
            </a:endParaRPr>
          </a:p>
        </p:txBody>
      </p:sp>
      <p:sp>
        <p:nvSpPr>
          <p:cNvPr id="155" name=""/>
          <p:cNvSpPr/>
          <p:nvPr/>
        </p:nvSpPr>
        <p:spPr>
          <a:xfrm>
            <a:off x="5984640" y="3164040"/>
            <a:ext cx="824400" cy="238320"/>
          </a:xfrm>
          <a:prstGeom prst="rect">
            <a:avLst/>
          </a:prstGeom>
          <a:noFill/>
          <a:ln w="0">
            <a:noFill/>
          </a:ln>
        </p:spPr>
        <p:style>
          <a:lnRef idx="0"/>
          <a:fillRef idx="0"/>
          <a:effectRef idx="0"/>
          <a:fontRef idx="minor"/>
        </p:style>
        <p:txBody>
          <a:bodyPr wrap="none" lIns="0" rIns="0" tIns="0" bIns="0" anchor="t">
            <a:spAutoFit/>
          </a:bodyPr>
          <a:p>
            <a:pPr algn="ctr">
              <a:lnSpc>
                <a:spcPct val="120000"/>
              </a:lnSpc>
              <a:spcBef>
                <a:spcPts val="238"/>
              </a:spcBef>
              <a:spcAft>
                <a:spcPts val="238"/>
              </a:spcAft>
              <a:tabLst>
                <a:tab algn="l" pos="0"/>
                <a:tab algn="l" pos="831960"/>
                <a:tab algn="l" pos="1663560"/>
                <a:tab algn="l" pos="2495520"/>
                <a:tab algn="l" pos="3327480"/>
                <a:tab algn="l" pos="4159080"/>
                <a:tab algn="l" pos="4991040"/>
                <a:tab algn="l" pos="5823000"/>
                <a:tab algn="l" pos="6654960"/>
                <a:tab algn="l" pos="7486560"/>
                <a:tab algn="l" pos="8318520"/>
                <a:tab algn="l" pos="9150480"/>
                <a:tab algn="l" pos="9982080"/>
                <a:tab algn="l" pos="10814040"/>
              </a:tabLst>
            </a:pPr>
            <a:r>
              <a:rPr b="0" lang="en-GB" sz="1300" strike="noStrike" u="none">
                <a:solidFill>
                  <a:srgbClr val="000000"/>
                </a:solidFill>
                <a:effectLst/>
                <a:uFillTx/>
                <a:latin typeface="Arial"/>
              </a:rPr>
              <a:t>Schedule 4</a:t>
            </a:r>
            <a:endParaRPr b="0" lang="en-US" sz="1300" strike="noStrike" u="none">
              <a:solidFill>
                <a:srgbClr val="000066"/>
              </a:solidFill>
              <a:effectLst/>
              <a:uFillTx/>
              <a:latin typeface="Times New Roman"/>
            </a:endParaRPr>
          </a:p>
        </p:txBody>
      </p:sp>
      <p:sp>
        <p:nvSpPr>
          <p:cNvPr id="156" name=""/>
          <p:cNvSpPr/>
          <p:nvPr/>
        </p:nvSpPr>
        <p:spPr>
          <a:xfrm>
            <a:off x="5897520" y="3483000"/>
            <a:ext cx="981000" cy="277920"/>
          </a:xfrm>
          <a:prstGeom prst="rect">
            <a:avLst/>
          </a:prstGeom>
          <a:solidFill>
            <a:srgbClr val="ccffcc"/>
          </a:solidFill>
          <a:ln w="9360">
            <a:solidFill>
              <a:srgbClr val="000066"/>
            </a:solidFill>
            <a:miter/>
          </a:ln>
          <a:effectLst>
            <a:outerShdw dist="53966" dir="2700000" blurRad="0" rotWithShape="0">
              <a:srgbClr val="808080"/>
            </a:outerShdw>
          </a:effectLst>
        </p:spPr>
        <p:style>
          <a:lnRef idx="0"/>
          <a:fillRef idx="0"/>
          <a:effectRef idx="0"/>
          <a:fontRef idx="minor"/>
        </p:style>
        <p:txBody>
          <a:bodyPr wrap="none" lIns="0" rIns="0" tIns="0" bIns="0" anchor="ctr">
            <a:spAutoFit/>
          </a:bodyPr>
          <a:p>
            <a:endParaRPr b="0" lang="en-US" sz="2400" strike="noStrike" u="none">
              <a:solidFill>
                <a:srgbClr val="000066"/>
              </a:solidFill>
              <a:effectLst/>
              <a:uFillTx/>
              <a:latin typeface="Times New Roman"/>
            </a:endParaRPr>
          </a:p>
        </p:txBody>
      </p:sp>
      <p:sp>
        <p:nvSpPr>
          <p:cNvPr id="157" name=""/>
          <p:cNvSpPr/>
          <p:nvPr/>
        </p:nvSpPr>
        <p:spPr>
          <a:xfrm>
            <a:off x="5984640" y="3492360"/>
            <a:ext cx="824400" cy="238320"/>
          </a:xfrm>
          <a:prstGeom prst="rect">
            <a:avLst/>
          </a:prstGeom>
          <a:noFill/>
          <a:ln w="0">
            <a:noFill/>
          </a:ln>
        </p:spPr>
        <p:style>
          <a:lnRef idx="0"/>
          <a:fillRef idx="0"/>
          <a:effectRef idx="0"/>
          <a:fontRef idx="minor"/>
        </p:style>
        <p:txBody>
          <a:bodyPr wrap="none" lIns="0" rIns="0" tIns="0" bIns="0" anchor="t">
            <a:spAutoFit/>
          </a:bodyPr>
          <a:p>
            <a:pPr algn="ctr">
              <a:lnSpc>
                <a:spcPct val="120000"/>
              </a:lnSpc>
              <a:spcBef>
                <a:spcPts val="238"/>
              </a:spcBef>
              <a:spcAft>
                <a:spcPts val="238"/>
              </a:spcAft>
              <a:tabLst>
                <a:tab algn="l" pos="0"/>
                <a:tab algn="l" pos="831960"/>
                <a:tab algn="l" pos="1663560"/>
                <a:tab algn="l" pos="2495520"/>
                <a:tab algn="l" pos="3327480"/>
                <a:tab algn="l" pos="4159080"/>
                <a:tab algn="l" pos="4991040"/>
                <a:tab algn="l" pos="5823000"/>
                <a:tab algn="l" pos="6654960"/>
                <a:tab algn="l" pos="7486560"/>
                <a:tab algn="l" pos="8318520"/>
                <a:tab algn="l" pos="9150480"/>
                <a:tab algn="l" pos="9982080"/>
                <a:tab algn="l" pos="10814040"/>
              </a:tabLst>
            </a:pPr>
            <a:r>
              <a:rPr b="0" lang="en-GB" sz="1300" strike="noStrike" u="none">
                <a:solidFill>
                  <a:srgbClr val="000000"/>
                </a:solidFill>
                <a:effectLst/>
                <a:uFillTx/>
                <a:latin typeface="Arial"/>
              </a:rPr>
              <a:t>Schedule 5</a:t>
            </a:r>
            <a:endParaRPr b="0" lang="en-US" sz="1300" strike="noStrike" u="none">
              <a:solidFill>
                <a:srgbClr val="000066"/>
              </a:solidFill>
              <a:effectLst/>
              <a:uFillTx/>
              <a:latin typeface="Times New Roman"/>
            </a:endParaRPr>
          </a:p>
        </p:txBody>
      </p:sp>
      <p:sp>
        <p:nvSpPr>
          <p:cNvPr id="158" name=""/>
          <p:cNvSpPr/>
          <p:nvPr/>
        </p:nvSpPr>
        <p:spPr>
          <a:xfrm>
            <a:off x="5897520" y="3813120"/>
            <a:ext cx="981000" cy="276120"/>
          </a:xfrm>
          <a:prstGeom prst="rect">
            <a:avLst/>
          </a:prstGeom>
          <a:solidFill>
            <a:srgbClr val="ccffcc"/>
          </a:solidFill>
          <a:ln w="9360">
            <a:solidFill>
              <a:srgbClr val="000066"/>
            </a:solidFill>
            <a:miter/>
          </a:ln>
          <a:effectLst>
            <a:outerShdw dist="53966" dir="2700000" blurRad="0" rotWithShape="0">
              <a:srgbClr val="808080"/>
            </a:outerShdw>
          </a:effectLst>
        </p:spPr>
        <p:style>
          <a:lnRef idx="0"/>
          <a:fillRef idx="0"/>
          <a:effectRef idx="0"/>
          <a:fontRef idx="minor"/>
        </p:style>
        <p:txBody>
          <a:bodyPr wrap="none" lIns="0" rIns="0" tIns="0" bIns="0" anchor="ctr">
            <a:spAutoFit/>
          </a:bodyPr>
          <a:p>
            <a:endParaRPr b="0" lang="en-US" sz="2400" strike="noStrike" u="none">
              <a:solidFill>
                <a:srgbClr val="000066"/>
              </a:solidFill>
              <a:effectLst/>
              <a:uFillTx/>
              <a:latin typeface="Times New Roman"/>
            </a:endParaRPr>
          </a:p>
        </p:txBody>
      </p:sp>
      <p:sp>
        <p:nvSpPr>
          <p:cNvPr id="159" name=""/>
          <p:cNvSpPr/>
          <p:nvPr/>
        </p:nvSpPr>
        <p:spPr>
          <a:xfrm>
            <a:off x="5984640" y="3821040"/>
            <a:ext cx="824400" cy="238320"/>
          </a:xfrm>
          <a:prstGeom prst="rect">
            <a:avLst/>
          </a:prstGeom>
          <a:noFill/>
          <a:ln w="0">
            <a:noFill/>
          </a:ln>
        </p:spPr>
        <p:style>
          <a:lnRef idx="0"/>
          <a:fillRef idx="0"/>
          <a:effectRef idx="0"/>
          <a:fontRef idx="minor"/>
        </p:style>
        <p:txBody>
          <a:bodyPr wrap="none" lIns="0" rIns="0" tIns="0" bIns="0" anchor="t">
            <a:spAutoFit/>
          </a:bodyPr>
          <a:p>
            <a:pPr algn="ctr">
              <a:lnSpc>
                <a:spcPct val="120000"/>
              </a:lnSpc>
              <a:spcBef>
                <a:spcPts val="238"/>
              </a:spcBef>
              <a:spcAft>
                <a:spcPts val="238"/>
              </a:spcAft>
              <a:tabLst>
                <a:tab algn="l" pos="0"/>
                <a:tab algn="l" pos="831960"/>
                <a:tab algn="l" pos="1663560"/>
                <a:tab algn="l" pos="2495520"/>
                <a:tab algn="l" pos="3327480"/>
                <a:tab algn="l" pos="4159080"/>
                <a:tab algn="l" pos="4991040"/>
                <a:tab algn="l" pos="5823000"/>
                <a:tab algn="l" pos="6654960"/>
                <a:tab algn="l" pos="7486560"/>
                <a:tab algn="l" pos="8318520"/>
                <a:tab algn="l" pos="9150480"/>
                <a:tab algn="l" pos="9982080"/>
                <a:tab algn="l" pos="10814040"/>
              </a:tabLst>
            </a:pPr>
            <a:r>
              <a:rPr b="0" lang="en-GB" sz="1300" strike="noStrike" u="none">
                <a:solidFill>
                  <a:srgbClr val="000000"/>
                </a:solidFill>
                <a:effectLst/>
                <a:uFillTx/>
                <a:latin typeface="Arial"/>
              </a:rPr>
              <a:t>Schedule 6</a:t>
            </a:r>
            <a:endParaRPr b="0" lang="en-US" sz="1300" strike="noStrike" u="none">
              <a:solidFill>
                <a:srgbClr val="000066"/>
              </a:solidFill>
              <a:effectLst/>
              <a:uFillTx/>
              <a:latin typeface="Times New Roman"/>
            </a:endParaRPr>
          </a:p>
        </p:txBody>
      </p:sp>
      <p:sp>
        <p:nvSpPr>
          <p:cNvPr id="160" name=""/>
          <p:cNvSpPr/>
          <p:nvPr/>
        </p:nvSpPr>
        <p:spPr>
          <a:xfrm>
            <a:off x="5897520" y="4140360"/>
            <a:ext cx="981000" cy="276120"/>
          </a:xfrm>
          <a:prstGeom prst="rect">
            <a:avLst/>
          </a:prstGeom>
          <a:solidFill>
            <a:srgbClr val="ccffcc"/>
          </a:solidFill>
          <a:ln w="9360">
            <a:solidFill>
              <a:srgbClr val="000066"/>
            </a:solidFill>
            <a:miter/>
          </a:ln>
          <a:effectLst>
            <a:outerShdw dist="53966" dir="2700000" blurRad="0" rotWithShape="0">
              <a:srgbClr val="808080"/>
            </a:outerShdw>
          </a:effectLst>
        </p:spPr>
        <p:style>
          <a:lnRef idx="0"/>
          <a:fillRef idx="0"/>
          <a:effectRef idx="0"/>
          <a:fontRef idx="minor"/>
        </p:style>
        <p:txBody>
          <a:bodyPr wrap="none" lIns="0" rIns="0" tIns="0" bIns="0" anchor="ctr">
            <a:spAutoFit/>
          </a:bodyPr>
          <a:p>
            <a:endParaRPr b="0" lang="en-US" sz="2400" strike="noStrike" u="none">
              <a:solidFill>
                <a:srgbClr val="000066"/>
              </a:solidFill>
              <a:effectLst/>
              <a:uFillTx/>
              <a:latin typeface="Times New Roman"/>
            </a:endParaRPr>
          </a:p>
        </p:txBody>
      </p:sp>
      <p:sp>
        <p:nvSpPr>
          <p:cNvPr id="161" name=""/>
          <p:cNvSpPr/>
          <p:nvPr/>
        </p:nvSpPr>
        <p:spPr>
          <a:xfrm>
            <a:off x="5984640" y="4148280"/>
            <a:ext cx="824400" cy="238320"/>
          </a:xfrm>
          <a:prstGeom prst="rect">
            <a:avLst/>
          </a:prstGeom>
          <a:noFill/>
          <a:ln w="0">
            <a:noFill/>
          </a:ln>
        </p:spPr>
        <p:style>
          <a:lnRef idx="0"/>
          <a:fillRef idx="0"/>
          <a:effectRef idx="0"/>
          <a:fontRef idx="minor"/>
        </p:style>
        <p:txBody>
          <a:bodyPr wrap="none" lIns="0" rIns="0" tIns="0" bIns="0" anchor="t">
            <a:spAutoFit/>
          </a:bodyPr>
          <a:p>
            <a:pPr algn="ctr">
              <a:lnSpc>
                <a:spcPct val="120000"/>
              </a:lnSpc>
              <a:spcBef>
                <a:spcPts val="238"/>
              </a:spcBef>
              <a:spcAft>
                <a:spcPts val="238"/>
              </a:spcAft>
              <a:tabLst>
                <a:tab algn="l" pos="0"/>
                <a:tab algn="l" pos="831960"/>
                <a:tab algn="l" pos="1663560"/>
                <a:tab algn="l" pos="2495520"/>
                <a:tab algn="l" pos="3327480"/>
                <a:tab algn="l" pos="4159080"/>
                <a:tab algn="l" pos="4991040"/>
                <a:tab algn="l" pos="5823000"/>
                <a:tab algn="l" pos="6654960"/>
                <a:tab algn="l" pos="7486560"/>
                <a:tab algn="l" pos="8318520"/>
                <a:tab algn="l" pos="9150480"/>
                <a:tab algn="l" pos="9982080"/>
                <a:tab algn="l" pos="10814040"/>
              </a:tabLst>
            </a:pPr>
            <a:r>
              <a:rPr b="0" lang="en-GB" sz="1300" strike="noStrike" u="none">
                <a:solidFill>
                  <a:srgbClr val="000000"/>
                </a:solidFill>
                <a:effectLst/>
                <a:uFillTx/>
                <a:latin typeface="Arial"/>
              </a:rPr>
              <a:t>Schedule 7</a:t>
            </a:r>
            <a:endParaRPr b="0" lang="en-US" sz="1300" strike="noStrike" u="none">
              <a:solidFill>
                <a:srgbClr val="000066"/>
              </a:solidFill>
              <a:effectLst/>
              <a:uFillTx/>
              <a:latin typeface="Times New Roman"/>
            </a:endParaRPr>
          </a:p>
        </p:txBody>
      </p:sp>
      <p:sp>
        <p:nvSpPr>
          <p:cNvPr id="162" name=""/>
          <p:cNvSpPr/>
          <p:nvPr/>
        </p:nvSpPr>
        <p:spPr>
          <a:xfrm>
            <a:off x="5897520" y="4468680"/>
            <a:ext cx="981000" cy="277920"/>
          </a:xfrm>
          <a:prstGeom prst="rect">
            <a:avLst/>
          </a:prstGeom>
          <a:solidFill>
            <a:srgbClr val="ccffcc"/>
          </a:solidFill>
          <a:ln w="9360">
            <a:solidFill>
              <a:srgbClr val="000066"/>
            </a:solidFill>
            <a:miter/>
          </a:ln>
          <a:effectLst>
            <a:outerShdw dist="53966" dir="2700000" blurRad="0" rotWithShape="0">
              <a:srgbClr val="808080"/>
            </a:outerShdw>
          </a:effectLst>
        </p:spPr>
        <p:style>
          <a:lnRef idx="0"/>
          <a:fillRef idx="0"/>
          <a:effectRef idx="0"/>
          <a:fontRef idx="minor"/>
        </p:style>
        <p:txBody>
          <a:bodyPr wrap="none" lIns="0" rIns="0" tIns="0" bIns="0" anchor="ctr">
            <a:spAutoFit/>
          </a:bodyPr>
          <a:p>
            <a:endParaRPr b="0" lang="en-US" sz="2400" strike="noStrike" u="none">
              <a:solidFill>
                <a:srgbClr val="000066"/>
              </a:solidFill>
              <a:effectLst/>
              <a:uFillTx/>
              <a:latin typeface="Times New Roman"/>
            </a:endParaRPr>
          </a:p>
        </p:txBody>
      </p:sp>
      <p:sp>
        <p:nvSpPr>
          <p:cNvPr id="163" name=""/>
          <p:cNvSpPr/>
          <p:nvPr/>
        </p:nvSpPr>
        <p:spPr>
          <a:xfrm>
            <a:off x="5984640" y="4478400"/>
            <a:ext cx="824400" cy="238320"/>
          </a:xfrm>
          <a:prstGeom prst="rect">
            <a:avLst/>
          </a:prstGeom>
          <a:noFill/>
          <a:ln w="0">
            <a:noFill/>
          </a:ln>
        </p:spPr>
        <p:style>
          <a:lnRef idx="0"/>
          <a:fillRef idx="0"/>
          <a:effectRef idx="0"/>
          <a:fontRef idx="minor"/>
        </p:style>
        <p:txBody>
          <a:bodyPr wrap="none" lIns="0" rIns="0" tIns="0" bIns="0" anchor="t">
            <a:spAutoFit/>
          </a:bodyPr>
          <a:p>
            <a:pPr algn="ctr">
              <a:lnSpc>
                <a:spcPct val="120000"/>
              </a:lnSpc>
              <a:spcBef>
                <a:spcPts val="238"/>
              </a:spcBef>
              <a:spcAft>
                <a:spcPts val="238"/>
              </a:spcAft>
              <a:tabLst>
                <a:tab algn="l" pos="0"/>
                <a:tab algn="l" pos="831960"/>
                <a:tab algn="l" pos="1663560"/>
                <a:tab algn="l" pos="2495520"/>
                <a:tab algn="l" pos="3327480"/>
                <a:tab algn="l" pos="4159080"/>
                <a:tab algn="l" pos="4991040"/>
                <a:tab algn="l" pos="5823000"/>
                <a:tab algn="l" pos="6654960"/>
                <a:tab algn="l" pos="7486560"/>
                <a:tab algn="l" pos="8318520"/>
                <a:tab algn="l" pos="9150480"/>
                <a:tab algn="l" pos="9982080"/>
                <a:tab algn="l" pos="10814040"/>
              </a:tabLst>
            </a:pPr>
            <a:r>
              <a:rPr b="0" lang="en-GB" sz="1300" strike="noStrike" u="none">
                <a:solidFill>
                  <a:srgbClr val="000000"/>
                </a:solidFill>
                <a:effectLst/>
                <a:uFillTx/>
                <a:latin typeface="Arial"/>
              </a:rPr>
              <a:t>Schedule 8</a:t>
            </a:r>
            <a:endParaRPr b="0" lang="en-US" sz="1300" strike="noStrike" u="none">
              <a:solidFill>
                <a:srgbClr val="000066"/>
              </a:solidFill>
              <a:effectLst/>
              <a:uFillTx/>
              <a:latin typeface="Times New Roman"/>
            </a:endParaRPr>
          </a:p>
        </p:txBody>
      </p:sp>
      <p:sp>
        <p:nvSpPr>
          <p:cNvPr id="164" name=""/>
          <p:cNvSpPr/>
          <p:nvPr/>
        </p:nvSpPr>
        <p:spPr>
          <a:xfrm>
            <a:off x="5897520" y="5311800"/>
            <a:ext cx="981000" cy="277920"/>
          </a:xfrm>
          <a:prstGeom prst="rect">
            <a:avLst/>
          </a:prstGeom>
          <a:solidFill>
            <a:srgbClr val="ccffcc"/>
          </a:solidFill>
          <a:ln w="9360">
            <a:solidFill>
              <a:srgbClr val="000066"/>
            </a:solidFill>
            <a:miter/>
          </a:ln>
          <a:effectLst>
            <a:outerShdw dist="53966" dir="2700000" blurRad="0" rotWithShape="0">
              <a:srgbClr val="808080"/>
            </a:outerShdw>
          </a:effectLst>
        </p:spPr>
        <p:style>
          <a:lnRef idx="0"/>
          <a:fillRef idx="0"/>
          <a:effectRef idx="0"/>
          <a:fontRef idx="minor"/>
        </p:style>
        <p:txBody>
          <a:bodyPr wrap="none" lIns="0" rIns="0" tIns="0" bIns="0" anchor="ctr">
            <a:spAutoFit/>
          </a:bodyPr>
          <a:p>
            <a:endParaRPr b="0" lang="en-US" sz="2400" strike="noStrike" u="none">
              <a:solidFill>
                <a:srgbClr val="000066"/>
              </a:solidFill>
              <a:effectLst/>
              <a:uFillTx/>
              <a:latin typeface="Times New Roman"/>
            </a:endParaRPr>
          </a:p>
        </p:txBody>
      </p:sp>
      <p:sp>
        <p:nvSpPr>
          <p:cNvPr id="165" name=""/>
          <p:cNvSpPr/>
          <p:nvPr/>
        </p:nvSpPr>
        <p:spPr>
          <a:xfrm>
            <a:off x="5984640" y="5321160"/>
            <a:ext cx="824400" cy="238320"/>
          </a:xfrm>
          <a:prstGeom prst="rect">
            <a:avLst/>
          </a:prstGeom>
          <a:noFill/>
          <a:ln w="0">
            <a:noFill/>
          </a:ln>
        </p:spPr>
        <p:style>
          <a:lnRef idx="0"/>
          <a:fillRef idx="0"/>
          <a:effectRef idx="0"/>
          <a:fontRef idx="minor"/>
        </p:style>
        <p:txBody>
          <a:bodyPr wrap="none" lIns="0" rIns="0" tIns="0" bIns="0" anchor="t">
            <a:spAutoFit/>
          </a:bodyPr>
          <a:p>
            <a:pPr algn="ctr">
              <a:lnSpc>
                <a:spcPct val="120000"/>
              </a:lnSpc>
              <a:spcBef>
                <a:spcPts val="238"/>
              </a:spcBef>
              <a:spcAft>
                <a:spcPts val="238"/>
              </a:spcAft>
              <a:tabLst>
                <a:tab algn="l" pos="0"/>
                <a:tab algn="l" pos="831960"/>
                <a:tab algn="l" pos="1663560"/>
                <a:tab algn="l" pos="2495520"/>
                <a:tab algn="l" pos="3327480"/>
                <a:tab algn="l" pos="4159080"/>
                <a:tab algn="l" pos="4991040"/>
                <a:tab algn="l" pos="5823000"/>
                <a:tab algn="l" pos="6654960"/>
                <a:tab algn="l" pos="7486560"/>
                <a:tab algn="l" pos="8318520"/>
                <a:tab algn="l" pos="9150480"/>
                <a:tab algn="l" pos="9982080"/>
                <a:tab algn="l" pos="10814040"/>
              </a:tabLst>
            </a:pPr>
            <a:r>
              <a:rPr b="0" lang="en-GB" sz="1300" strike="noStrike" u="none">
                <a:solidFill>
                  <a:srgbClr val="000000"/>
                </a:solidFill>
                <a:effectLst/>
                <a:uFillTx/>
                <a:latin typeface="Arial"/>
              </a:rPr>
              <a:t>Schedule n</a:t>
            </a:r>
            <a:endParaRPr b="0" lang="en-US" sz="1300" strike="noStrike" u="none">
              <a:solidFill>
                <a:srgbClr val="000066"/>
              </a:solidFill>
              <a:effectLst/>
              <a:uFillTx/>
              <a:latin typeface="Times New Roman"/>
            </a:endParaRPr>
          </a:p>
        </p:txBody>
      </p:sp>
      <p:sp>
        <p:nvSpPr>
          <p:cNvPr id="166" name=""/>
          <p:cNvSpPr/>
          <p:nvPr/>
        </p:nvSpPr>
        <p:spPr>
          <a:xfrm>
            <a:off x="7170840" y="1395360"/>
            <a:ext cx="1577880" cy="938880"/>
          </a:xfrm>
          <a:prstGeom prst="rect">
            <a:avLst/>
          </a:prstGeom>
          <a:solidFill>
            <a:srgbClr val="ffffff"/>
          </a:solidFill>
          <a:ln w="9360">
            <a:solidFill>
              <a:srgbClr val="000066"/>
            </a:solidFill>
            <a:miter/>
          </a:ln>
          <a:effectLst>
            <a:outerShdw dist="107932" dir="2700000" blurRad="0" rotWithShape="0">
              <a:srgbClr val="808080"/>
            </a:outerShdw>
          </a:effectLst>
        </p:spPr>
        <p:style>
          <a:lnRef idx="0"/>
          <a:fillRef idx="0"/>
          <a:effectRef idx="0"/>
          <a:fontRef idx="minor"/>
        </p:style>
        <p:txBody>
          <a:bodyPr lIns="0" rIns="0" tIns="0" bIns="0" anchor="t">
            <a:spAutoFit/>
          </a:bodyPr>
          <a:p>
            <a:pPr marL="264960" indent="-264960">
              <a:lnSpc>
                <a:spcPct val="120000"/>
              </a:lnSpc>
              <a:spcBef>
                <a:spcPts val="162"/>
              </a:spcBef>
              <a:spcAft>
                <a:spcPts val="162"/>
              </a:spcAft>
              <a:tabLst>
                <a:tab algn="l" pos="0"/>
                <a:tab algn="l" pos="831960"/>
                <a:tab algn="l" pos="1663560"/>
                <a:tab algn="l" pos="2495520"/>
                <a:tab algn="l" pos="3327480"/>
                <a:tab algn="l" pos="4159080"/>
                <a:tab algn="l" pos="4991040"/>
                <a:tab algn="l" pos="5823000"/>
                <a:tab algn="l" pos="6654960"/>
                <a:tab algn="l" pos="7486560"/>
                <a:tab algn="l" pos="8318520"/>
                <a:tab algn="l" pos="9150480"/>
                <a:tab algn="l" pos="9982080"/>
                <a:tab algn="l" pos="10814040"/>
              </a:tabLst>
            </a:pPr>
            <a:r>
              <a:rPr b="1" lang="en-GB" sz="1300" strike="noStrike" u="none">
                <a:solidFill>
                  <a:srgbClr val="000000"/>
                </a:solidFill>
                <a:effectLst/>
                <a:uFillTx/>
                <a:latin typeface="Arial"/>
              </a:rPr>
              <a:t>  MSA: </a:t>
            </a:r>
            <a:r>
              <a:rPr b="0" lang="en-GB" sz="900" strike="noStrike" u="none">
                <a:solidFill>
                  <a:srgbClr val="000000"/>
                </a:solidFill>
                <a:effectLst/>
                <a:uFillTx/>
                <a:latin typeface="Arial"/>
              </a:rPr>
              <a:t>“Globally applied </a:t>
            </a:r>
            <a:r>
              <a:rPr b="1" lang="en-GB" sz="900" strike="noStrike" u="none">
                <a:solidFill>
                  <a:srgbClr val="000000"/>
                </a:solidFill>
                <a:effectLst/>
                <a:uFillTx/>
                <a:latin typeface="Arial"/>
              </a:rPr>
              <a:t>legal constraints</a:t>
            </a:r>
            <a:r>
              <a:rPr b="0" lang="en-GB" sz="900" strike="noStrike" u="none">
                <a:solidFill>
                  <a:srgbClr val="000000"/>
                </a:solidFill>
                <a:effectLst/>
                <a:uFillTx/>
                <a:latin typeface="Arial"/>
              </a:rPr>
              <a:t> and obligations” – 1 signed with each Supplier</a:t>
            </a:r>
            <a:endParaRPr b="0" lang="en-US" sz="900" strike="noStrike" u="none">
              <a:solidFill>
                <a:srgbClr val="000066"/>
              </a:solidFill>
              <a:effectLst/>
              <a:uFillTx/>
              <a:latin typeface="Times New Roman"/>
            </a:endParaRPr>
          </a:p>
          <a:p>
            <a:pPr marL="264960" indent="-264960">
              <a:lnSpc>
                <a:spcPct val="120000"/>
              </a:lnSpc>
              <a:spcBef>
                <a:spcPts val="162"/>
              </a:spcBef>
              <a:spcAft>
                <a:spcPts val="162"/>
              </a:spcAft>
              <a:tabLst>
                <a:tab algn="l" pos="0"/>
                <a:tab algn="l" pos="831960"/>
                <a:tab algn="l" pos="1663560"/>
                <a:tab algn="l" pos="2495520"/>
                <a:tab algn="l" pos="3327480"/>
                <a:tab algn="l" pos="4159080"/>
                <a:tab algn="l" pos="4991040"/>
                <a:tab algn="l" pos="5823000"/>
                <a:tab algn="l" pos="6654960"/>
                <a:tab algn="l" pos="7486560"/>
                <a:tab algn="l" pos="8318520"/>
                <a:tab algn="l" pos="9150480"/>
                <a:tab algn="l" pos="9982080"/>
                <a:tab algn="l" pos="10814040"/>
              </a:tabLst>
            </a:pPr>
            <a:endParaRPr b="0" lang="en-US" sz="900" strike="noStrike" u="none">
              <a:solidFill>
                <a:srgbClr val="000066"/>
              </a:solidFill>
              <a:effectLst/>
              <a:uFillTx/>
              <a:latin typeface="Times New Roman"/>
            </a:endParaRPr>
          </a:p>
        </p:txBody>
      </p:sp>
      <p:sp>
        <p:nvSpPr>
          <p:cNvPr id="167" name=""/>
          <p:cNvSpPr/>
          <p:nvPr/>
        </p:nvSpPr>
        <p:spPr>
          <a:xfrm>
            <a:off x="250920" y="2468520"/>
            <a:ext cx="1361880" cy="961200"/>
          </a:xfrm>
          <a:prstGeom prst="rect">
            <a:avLst/>
          </a:prstGeom>
          <a:solidFill>
            <a:srgbClr val="ffffff"/>
          </a:solidFill>
          <a:ln w="9360">
            <a:solidFill>
              <a:srgbClr val="000066"/>
            </a:solidFill>
            <a:miter/>
          </a:ln>
          <a:effectLst>
            <a:outerShdw dist="107932" dir="2700000" blurRad="0" rotWithShape="0">
              <a:srgbClr val="808080"/>
            </a:outerShdw>
          </a:effectLst>
        </p:spPr>
        <p:style>
          <a:lnRef idx="0"/>
          <a:fillRef idx="0"/>
          <a:effectRef idx="0"/>
          <a:fontRef idx="minor"/>
        </p:style>
        <p:txBody>
          <a:bodyPr lIns="0" rIns="0" tIns="0" bIns="0" anchor="t">
            <a:spAutoFit/>
          </a:bodyPr>
          <a:p>
            <a:pPr marL="264960" indent="-264960">
              <a:lnSpc>
                <a:spcPct val="120000"/>
              </a:lnSpc>
              <a:spcBef>
                <a:spcPts val="337"/>
              </a:spcBef>
              <a:spcAft>
                <a:spcPts val="162"/>
              </a:spcAft>
              <a:tabLst>
                <a:tab algn="l" pos="0"/>
                <a:tab algn="l" pos="831960"/>
                <a:tab algn="l" pos="1663560"/>
                <a:tab algn="l" pos="2495520"/>
                <a:tab algn="l" pos="3327480"/>
                <a:tab algn="l" pos="4159080"/>
                <a:tab algn="l" pos="4991040"/>
                <a:tab algn="l" pos="5823000"/>
                <a:tab algn="l" pos="6654960"/>
                <a:tab algn="l" pos="7486560"/>
                <a:tab algn="l" pos="8318520"/>
                <a:tab algn="l" pos="9150480"/>
                <a:tab algn="l" pos="9982080"/>
                <a:tab algn="l" pos="10814040"/>
              </a:tabLst>
            </a:pPr>
            <a:r>
              <a:rPr b="1" lang="en-GB" sz="1300" strike="noStrike" u="none">
                <a:solidFill>
                  <a:srgbClr val="000000"/>
                </a:solidFill>
                <a:effectLst/>
                <a:uFillTx/>
                <a:latin typeface="Arial"/>
              </a:rPr>
              <a:t>  LSA: </a:t>
            </a:r>
            <a:r>
              <a:rPr b="0" lang="en-GB" sz="900" strike="noStrike" u="none">
                <a:solidFill>
                  <a:srgbClr val="000000"/>
                </a:solidFill>
                <a:effectLst/>
                <a:uFillTx/>
                <a:latin typeface="Arial"/>
              </a:rPr>
              <a:t>“Locally applied (i.e. per country) </a:t>
            </a:r>
            <a:r>
              <a:rPr b="1" lang="en-GB" sz="900" strike="noStrike" u="none">
                <a:solidFill>
                  <a:srgbClr val="000000"/>
                </a:solidFill>
                <a:effectLst/>
                <a:uFillTx/>
                <a:latin typeface="Arial"/>
              </a:rPr>
              <a:t>legal constraints</a:t>
            </a:r>
            <a:r>
              <a:rPr b="0" lang="en-GB" sz="900" strike="noStrike" u="none">
                <a:solidFill>
                  <a:srgbClr val="000000"/>
                </a:solidFill>
                <a:effectLst/>
                <a:uFillTx/>
                <a:latin typeface="Arial"/>
              </a:rPr>
              <a:t> in the contract”</a:t>
            </a:r>
            <a:endParaRPr b="0" lang="en-US" sz="900" strike="noStrike" u="none">
              <a:solidFill>
                <a:srgbClr val="000066"/>
              </a:solidFill>
              <a:effectLst/>
              <a:uFillTx/>
              <a:latin typeface="Times New Roman"/>
            </a:endParaRPr>
          </a:p>
          <a:p>
            <a:pPr marL="264960" indent="-264960">
              <a:lnSpc>
                <a:spcPct val="120000"/>
              </a:lnSpc>
              <a:spcBef>
                <a:spcPts val="337"/>
              </a:spcBef>
              <a:spcAft>
                <a:spcPts val="162"/>
              </a:spcAft>
              <a:tabLst>
                <a:tab algn="l" pos="0"/>
                <a:tab algn="l" pos="831960"/>
                <a:tab algn="l" pos="1663560"/>
                <a:tab algn="l" pos="2495520"/>
                <a:tab algn="l" pos="3327480"/>
                <a:tab algn="l" pos="4159080"/>
                <a:tab algn="l" pos="4991040"/>
                <a:tab algn="l" pos="5823000"/>
                <a:tab algn="l" pos="6654960"/>
                <a:tab algn="l" pos="7486560"/>
                <a:tab algn="l" pos="8318520"/>
                <a:tab algn="l" pos="9150480"/>
                <a:tab algn="l" pos="9982080"/>
                <a:tab algn="l" pos="10814040"/>
              </a:tabLst>
            </a:pPr>
            <a:endParaRPr b="0" lang="en-US" sz="900" strike="noStrike" u="none">
              <a:solidFill>
                <a:srgbClr val="000066"/>
              </a:solidFill>
              <a:effectLst/>
              <a:uFillTx/>
              <a:latin typeface="Times New Roman"/>
            </a:endParaRPr>
          </a:p>
        </p:txBody>
      </p:sp>
      <p:sp>
        <p:nvSpPr>
          <p:cNvPr id="168" name=""/>
          <p:cNvSpPr/>
          <p:nvPr/>
        </p:nvSpPr>
        <p:spPr>
          <a:xfrm flipH="1">
            <a:off x="5795640" y="1700280"/>
            <a:ext cx="1368360" cy="0"/>
          </a:xfrm>
          <a:prstGeom prst="line">
            <a:avLst/>
          </a:prstGeom>
          <a:ln w="9360">
            <a:solidFill>
              <a:srgbClr val="000066"/>
            </a:solidFill>
            <a:miter/>
            <a:tailEnd len="med" type="triangle" w="med"/>
          </a:ln>
        </p:spPr>
        <p:style>
          <a:lnRef idx="0"/>
          <a:fillRef idx="0"/>
          <a:effectRef idx="0"/>
          <a:fontRef idx="minor"/>
        </p:style>
        <p:txBody>
          <a:bodyPr lIns="0" rIns="0" tIns="0" bIns="0" anchor="t">
            <a:noAutofit/>
          </a:bodyPr>
          <a:p>
            <a:endParaRPr b="0" lang="en-US" sz="2400" strike="noStrike" u="none">
              <a:solidFill>
                <a:srgbClr val="000066"/>
              </a:solidFill>
              <a:effectLst/>
              <a:uFillTx/>
              <a:latin typeface="Times New Roman"/>
            </a:endParaRPr>
          </a:p>
        </p:txBody>
      </p:sp>
      <p:sp>
        <p:nvSpPr>
          <p:cNvPr id="169" name=""/>
          <p:cNvSpPr/>
          <p:nvPr/>
        </p:nvSpPr>
        <p:spPr>
          <a:xfrm>
            <a:off x="1590840" y="2876400"/>
            <a:ext cx="369720" cy="0"/>
          </a:xfrm>
          <a:prstGeom prst="line">
            <a:avLst/>
          </a:prstGeom>
          <a:ln w="9360">
            <a:solidFill>
              <a:srgbClr val="000066"/>
            </a:solidFill>
            <a:miter/>
            <a:tailEnd len="med" type="triangle" w="med"/>
          </a:ln>
        </p:spPr>
        <p:style>
          <a:lnRef idx="0"/>
          <a:fillRef idx="0"/>
          <a:effectRef idx="0"/>
          <a:fontRef idx="minor"/>
        </p:style>
        <p:txBody>
          <a:bodyPr lIns="0" rIns="0" tIns="0" bIns="0" anchor="t">
            <a:noAutofit/>
          </a:bodyPr>
          <a:p>
            <a:endParaRPr b="0" lang="en-US" sz="2400" strike="noStrike" u="none">
              <a:solidFill>
                <a:srgbClr val="000066"/>
              </a:solidFill>
              <a:effectLst/>
              <a:uFillTx/>
              <a:latin typeface="Times New Roman"/>
            </a:endParaRPr>
          </a:p>
        </p:txBody>
      </p:sp>
      <p:sp>
        <p:nvSpPr>
          <p:cNvPr id="170" name=""/>
          <p:cNvSpPr/>
          <p:nvPr/>
        </p:nvSpPr>
        <p:spPr>
          <a:xfrm flipH="1">
            <a:off x="6889680" y="3638520"/>
            <a:ext cx="416160" cy="0"/>
          </a:xfrm>
          <a:prstGeom prst="line">
            <a:avLst/>
          </a:prstGeom>
          <a:ln w="9360">
            <a:solidFill>
              <a:srgbClr val="000066"/>
            </a:solidFill>
            <a:miter/>
            <a:tailEnd len="med" type="triangle" w="med"/>
          </a:ln>
        </p:spPr>
        <p:style>
          <a:lnRef idx="0"/>
          <a:fillRef idx="0"/>
          <a:effectRef idx="0"/>
          <a:fontRef idx="minor"/>
        </p:style>
        <p:txBody>
          <a:bodyPr lIns="0" rIns="0" tIns="0" bIns="0" anchor="t">
            <a:noAutofit/>
          </a:bodyPr>
          <a:p>
            <a:endParaRPr b="0" lang="en-US" sz="2400" strike="noStrike" u="none">
              <a:solidFill>
                <a:srgbClr val="000066"/>
              </a:solidFill>
              <a:effectLst/>
              <a:uFillTx/>
              <a:latin typeface="Times New Roman"/>
            </a:endParaRPr>
          </a:p>
        </p:txBody>
      </p:sp>
      <p:sp>
        <p:nvSpPr>
          <p:cNvPr id="171" name=""/>
          <p:cNvSpPr/>
          <p:nvPr/>
        </p:nvSpPr>
        <p:spPr>
          <a:xfrm>
            <a:off x="250920" y="3970440"/>
            <a:ext cx="1361880" cy="961200"/>
          </a:xfrm>
          <a:prstGeom prst="rect">
            <a:avLst/>
          </a:prstGeom>
          <a:solidFill>
            <a:srgbClr val="ffffff"/>
          </a:solidFill>
          <a:ln w="9360">
            <a:solidFill>
              <a:srgbClr val="000066"/>
            </a:solidFill>
            <a:miter/>
          </a:ln>
          <a:effectLst>
            <a:outerShdw dist="107932" dir="2700000" blurRad="0" rotWithShape="0">
              <a:srgbClr val="808080"/>
            </a:outerShdw>
          </a:effectLst>
        </p:spPr>
        <p:style>
          <a:lnRef idx="0"/>
          <a:fillRef idx="0"/>
          <a:effectRef idx="0"/>
          <a:fontRef idx="minor"/>
        </p:style>
        <p:txBody>
          <a:bodyPr lIns="0" rIns="0" tIns="0" bIns="0" anchor="t">
            <a:spAutoFit/>
          </a:bodyPr>
          <a:p>
            <a:pPr marL="264960" indent="-264960">
              <a:lnSpc>
                <a:spcPct val="120000"/>
              </a:lnSpc>
              <a:spcBef>
                <a:spcPts val="337"/>
              </a:spcBef>
              <a:spcAft>
                <a:spcPts val="162"/>
              </a:spcAft>
              <a:tabLst>
                <a:tab algn="l" pos="0"/>
                <a:tab algn="l" pos="831960"/>
                <a:tab algn="l" pos="1663560"/>
                <a:tab algn="l" pos="2495520"/>
                <a:tab algn="l" pos="3327480"/>
                <a:tab algn="l" pos="4159080"/>
                <a:tab algn="l" pos="4991040"/>
                <a:tab algn="l" pos="5823000"/>
                <a:tab algn="l" pos="6654960"/>
                <a:tab algn="l" pos="7486560"/>
                <a:tab algn="l" pos="8318520"/>
                <a:tab algn="l" pos="9150480"/>
                <a:tab algn="l" pos="9982080"/>
                <a:tab algn="l" pos="10814040"/>
              </a:tabLst>
            </a:pPr>
            <a:r>
              <a:rPr b="1" lang="en-GB" sz="1300" strike="noStrike" u="none">
                <a:solidFill>
                  <a:srgbClr val="000000"/>
                </a:solidFill>
                <a:effectLst/>
                <a:uFillTx/>
                <a:latin typeface="Arial"/>
              </a:rPr>
              <a:t>  ETA: </a:t>
            </a:r>
            <a:r>
              <a:rPr b="0" lang="en-GB" sz="900" strike="noStrike" u="none">
                <a:solidFill>
                  <a:srgbClr val="000000"/>
                </a:solidFill>
                <a:effectLst/>
                <a:uFillTx/>
                <a:latin typeface="Arial"/>
              </a:rPr>
              <a:t>“Locally applied agreement on the transfer of employees”</a:t>
            </a:r>
            <a:endParaRPr b="0" lang="en-US" sz="900" strike="noStrike" u="none">
              <a:solidFill>
                <a:srgbClr val="000066"/>
              </a:solidFill>
              <a:effectLst/>
              <a:uFillTx/>
              <a:latin typeface="Times New Roman"/>
            </a:endParaRPr>
          </a:p>
          <a:p>
            <a:pPr marL="264960" indent="-264960">
              <a:lnSpc>
                <a:spcPct val="120000"/>
              </a:lnSpc>
              <a:spcBef>
                <a:spcPts val="337"/>
              </a:spcBef>
              <a:spcAft>
                <a:spcPts val="162"/>
              </a:spcAft>
              <a:tabLst>
                <a:tab algn="l" pos="0"/>
                <a:tab algn="l" pos="831960"/>
                <a:tab algn="l" pos="1663560"/>
                <a:tab algn="l" pos="2495520"/>
                <a:tab algn="l" pos="3327480"/>
                <a:tab algn="l" pos="4159080"/>
                <a:tab algn="l" pos="4991040"/>
                <a:tab algn="l" pos="5823000"/>
                <a:tab algn="l" pos="6654960"/>
                <a:tab algn="l" pos="7486560"/>
                <a:tab algn="l" pos="8318520"/>
                <a:tab algn="l" pos="9150480"/>
                <a:tab algn="l" pos="9982080"/>
                <a:tab algn="l" pos="10814040"/>
              </a:tabLst>
            </a:pPr>
            <a:endParaRPr b="0" lang="en-US" sz="900" strike="noStrike" u="none">
              <a:solidFill>
                <a:srgbClr val="000066"/>
              </a:solidFill>
              <a:effectLst/>
              <a:uFillTx/>
              <a:latin typeface="Times New Roman"/>
            </a:endParaRPr>
          </a:p>
        </p:txBody>
      </p:sp>
      <p:sp>
        <p:nvSpPr>
          <p:cNvPr id="172" name=""/>
          <p:cNvSpPr/>
          <p:nvPr/>
        </p:nvSpPr>
        <p:spPr>
          <a:xfrm>
            <a:off x="1590840" y="4376880"/>
            <a:ext cx="369720" cy="0"/>
          </a:xfrm>
          <a:prstGeom prst="line">
            <a:avLst/>
          </a:prstGeom>
          <a:ln w="9360">
            <a:solidFill>
              <a:srgbClr val="000066"/>
            </a:solidFill>
            <a:miter/>
            <a:tailEnd len="med" type="triangle" w="med"/>
          </a:ln>
        </p:spPr>
        <p:style>
          <a:lnRef idx="0"/>
          <a:fillRef idx="0"/>
          <a:effectRef idx="0"/>
          <a:fontRef idx="minor"/>
        </p:style>
        <p:txBody>
          <a:bodyPr lIns="0" rIns="0" tIns="0" bIns="0" anchor="t">
            <a:noAutofit/>
          </a:bodyPr>
          <a:p>
            <a:endParaRPr b="0" lang="en-US" sz="2400" strike="noStrike" u="none">
              <a:solidFill>
                <a:srgbClr val="000066"/>
              </a:solidFill>
              <a:effectLst/>
              <a:uFillTx/>
              <a:latin typeface="Times New Roman"/>
            </a:endParaRPr>
          </a:p>
        </p:txBody>
      </p:sp>
      <p:sp>
        <p:nvSpPr>
          <p:cNvPr id="173" name=""/>
          <p:cNvSpPr/>
          <p:nvPr/>
        </p:nvSpPr>
        <p:spPr>
          <a:xfrm>
            <a:off x="7294680" y="3368520"/>
            <a:ext cx="1708200" cy="938880"/>
          </a:xfrm>
          <a:prstGeom prst="rect">
            <a:avLst/>
          </a:prstGeom>
          <a:solidFill>
            <a:srgbClr val="ffffff"/>
          </a:solidFill>
          <a:ln w="9360">
            <a:solidFill>
              <a:srgbClr val="000066"/>
            </a:solidFill>
            <a:miter/>
          </a:ln>
          <a:effectLst>
            <a:outerShdw dist="107932" dir="2700000" blurRad="0" rotWithShape="0">
              <a:srgbClr val="808080"/>
            </a:outerShdw>
          </a:effectLst>
        </p:spPr>
        <p:style>
          <a:lnRef idx="0"/>
          <a:fillRef idx="0"/>
          <a:effectRef idx="0"/>
          <a:fontRef idx="minor"/>
        </p:style>
        <p:txBody>
          <a:bodyPr lIns="0" rIns="0" tIns="0" bIns="0" anchor="t">
            <a:spAutoFit/>
          </a:bodyPr>
          <a:p>
            <a:pPr marL="264960" indent="-264960">
              <a:lnSpc>
                <a:spcPct val="120000"/>
              </a:lnSpc>
              <a:spcBef>
                <a:spcPts val="162"/>
              </a:spcBef>
              <a:spcAft>
                <a:spcPts val="162"/>
              </a:spcAft>
              <a:tabLst>
                <a:tab algn="l" pos="0"/>
                <a:tab algn="l" pos="831960"/>
                <a:tab algn="l" pos="1663560"/>
                <a:tab algn="l" pos="2495520"/>
                <a:tab algn="l" pos="3327480"/>
                <a:tab algn="l" pos="4159080"/>
                <a:tab algn="l" pos="4991040"/>
                <a:tab algn="l" pos="5823000"/>
                <a:tab algn="l" pos="6654960"/>
                <a:tab algn="l" pos="7486560"/>
                <a:tab algn="l" pos="8318520"/>
                <a:tab algn="l" pos="9150480"/>
                <a:tab algn="l" pos="9982080"/>
                <a:tab algn="l" pos="10814040"/>
              </a:tabLst>
            </a:pPr>
            <a:r>
              <a:rPr b="1" lang="en-GB" sz="1300" strike="noStrike" u="none">
                <a:solidFill>
                  <a:srgbClr val="000000"/>
                </a:solidFill>
                <a:effectLst/>
                <a:uFillTx/>
                <a:latin typeface="Arial"/>
              </a:rPr>
              <a:t>  Schedule:</a:t>
            </a:r>
            <a:r>
              <a:rPr b="0" lang="en-GB" sz="1300" strike="noStrike" u="none">
                <a:solidFill>
                  <a:srgbClr val="000000"/>
                </a:solidFill>
                <a:effectLst/>
                <a:uFillTx/>
                <a:latin typeface="Arial"/>
              </a:rPr>
              <a:t> </a:t>
            </a:r>
            <a:r>
              <a:rPr b="0" lang="en-GB" sz="900" strike="noStrike" u="none">
                <a:solidFill>
                  <a:srgbClr val="000000"/>
                </a:solidFill>
                <a:effectLst/>
                <a:uFillTx/>
                <a:latin typeface="Arial"/>
              </a:rPr>
              <a:t>“Detailed description of the the </a:t>
            </a:r>
            <a:r>
              <a:rPr b="1" lang="en-GB" sz="900" strike="noStrike" u="none">
                <a:solidFill>
                  <a:srgbClr val="000000"/>
                </a:solidFill>
                <a:effectLst/>
                <a:uFillTx/>
                <a:latin typeface="Arial"/>
              </a:rPr>
              <a:t>scope and conditions</a:t>
            </a:r>
            <a:r>
              <a:rPr b="0" lang="en-GB" sz="900" strike="noStrike" u="none">
                <a:solidFill>
                  <a:srgbClr val="000000"/>
                </a:solidFill>
                <a:effectLst/>
                <a:uFillTx/>
                <a:latin typeface="Arial"/>
              </a:rPr>
              <a:t> of the contract”</a:t>
            </a:r>
            <a:endParaRPr b="0" lang="en-US" sz="900" strike="noStrike" u="none">
              <a:solidFill>
                <a:srgbClr val="000066"/>
              </a:solidFill>
              <a:effectLst/>
              <a:uFillTx/>
              <a:latin typeface="Times New Roman"/>
            </a:endParaRPr>
          </a:p>
          <a:p>
            <a:pPr marL="264960" indent="-264960">
              <a:lnSpc>
                <a:spcPct val="120000"/>
              </a:lnSpc>
              <a:spcBef>
                <a:spcPts val="162"/>
              </a:spcBef>
              <a:spcAft>
                <a:spcPts val="162"/>
              </a:spcAft>
              <a:tabLst>
                <a:tab algn="l" pos="0"/>
                <a:tab algn="l" pos="831960"/>
                <a:tab algn="l" pos="1663560"/>
                <a:tab algn="l" pos="2495520"/>
                <a:tab algn="l" pos="3327480"/>
                <a:tab algn="l" pos="4159080"/>
                <a:tab algn="l" pos="4991040"/>
                <a:tab algn="l" pos="5823000"/>
                <a:tab algn="l" pos="6654960"/>
                <a:tab algn="l" pos="7486560"/>
                <a:tab algn="l" pos="8318520"/>
                <a:tab algn="l" pos="9150480"/>
                <a:tab algn="l" pos="9982080"/>
                <a:tab algn="l" pos="10814040"/>
              </a:tabLst>
            </a:pPr>
            <a:endParaRPr b="0" lang="en-US" sz="900" strike="noStrike" u="none">
              <a:solidFill>
                <a:srgbClr val="000066"/>
              </a:solidFill>
              <a:effectLst/>
              <a:uFillTx/>
              <a:latin typeface="Times New Roman"/>
            </a:endParaRPr>
          </a:p>
        </p:txBody>
      </p:sp>
      <p:sp>
        <p:nvSpPr>
          <p:cNvPr id="174" name=""/>
          <p:cNvSpPr/>
          <p:nvPr/>
        </p:nvSpPr>
        <p:spPr>
          <a:xfrm>
            <a:off x="6978600" y="5343480"/>
            <a:ext cx="317880" cy="21384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400" strike="noStrike" u="none">
                <a:solidFill>
                  <a:srgbClr val="25408f"/>
                </a:solidFill>
                <a:effectLst/>
                <a:uFillTx/>
                <a:latin typeface="Arial"/>
              </a:rPr>
              <a:t>(35)</a:t>
            </a:r>
            <a:endParaRPr b="0" lang="en-US" sz="1400" strike="noStrike" u="none">
              <a:solidFill>
                <a:srgbClr val="000066"/>
              </a:solidFill>
              <a:effectLst/>
              <a:uFillTx/>
              <a:latin typeface="Times New Roman"/>
            </a:endParaRPr>
          </a:p>
        </p:txBody>
      </p:sp>
      <p:sp>
        <p:nvSpPr>
          <p:cNvPr id="175" name=""/>
          <p:cNvSpPr/>
          <p:nvPr/>
        </p:nvSpPr>
        <p:spPr>
          <a:xfrm>
            <a:off x="5896080" y="4797360"/>
            <a:ext cx="981000" cy="277920"/>
          </a:xfrm>
          <a:prstGeom prst="rect">
            <a:avLst/>
          </a:prstGeom>
          <a:solidFill>
            <a:srgbClr val="ffffff"/>
          </a:solidFill>
          <a:ln w="9360">
            <a:solidFill>
              <a:srgbClr val="000066"/>
            </a:solidFill>
            <a:miter/>
          </a:ln>
          <a:effectLst>
            <a:outerShdw dist="53966" dir="2700000" blurRad="0" rotWithShape="0">
              <a:srgbClr val="808080"/>
            </a:outerShdw>
          </a:effectLst>
        </p:spPr>
        <p:style>
          <a:lnRef idx="0"/>
          <a:fillRef idx="0"/>
          <a:effectRef idx="0"/>
          <a:fontRef idx="minor"/>
        </p:style>
        <p:txBody>
          <a:bodyPr wrap="none" lIns="0" rIns="0" tIns="0" bIns="0" anchor="ctr">
            <a:spAutoFit/>
          </a:bodyPr>
          <a:p>
            <a:endParaRPr b="0" lang="en-US" sz="2400" strike="noStrike" u="none">
              <a:solidFill>
                <a:srgbClr val="000066"/>
              </a:solidFill>
              <a:effectLst/>
              <a:uFillTx/>
              <a:latin typeface="Times New Roman"/>
            </a:endParaRPr>
          </a:p>
        </p:txBody>
      </p:sp>
      <p:sp>
        <p:nvSpPr>
          <p:cNvPr id="176" name=""/>
          <p:cNvSpPr/>
          <p:nvPr/>
        </p:nvSpPr>
        <p:spPr>
          <a:xfrm>
            <a:off x="6086160" y="4508640"/>
            <a:ext cx="587520" cy="58176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3200" strike="noStrike" u="none">
                <a:solidFill>
                  <a:srgbClr val="000000"/>
                </a:solidFill>
                <a:effectLst/>
                <a:uFillTx/>
                <a:latin typeface="Times New Roman"/>
              </a:rPr>
              <a:t>…</a:t>
            </a:r>
            <a:endParaRPr b="0" lang="en-US" sz="3200" strike="noStrike" u="none">
              <a:solidFill>
                <a:srgbClr val="000066"/>
              </a:solidFill>
              <a:effectLst/>
              <a:uFillTx/>
              <a:latin typeface="Times New Roman"/>
            </a:endParaRPr>
          </a:p>
        </p:txBody>
      </p:sp>
      <p:sp>
        <p:nvSpPr>
          <p:cNvPr id="3" name="PlaceHolder 2"/>
          <p:cNvSpPr>
            <a:spLocks noGrp="1"/>
          </p:cNvSpPr>
          <p:nvPr>
            <p:ph type="ftr" idx="1"/>
          </p:nvPr>
        </p:nvSpPr>
        <p:spPr/>
        <p:txBody>
          <a:bodyPr/>
          <a:p>
            <a:r>
              <a:t>SWS Contract Lanscape</a:t>
            </a:r>
          </a:p>
        </p:txBody>
      </p:sp>
    </p:spTree>
  </p:cSld>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7" name="PlaceHolder 1"/>
          <p:cNvSpPr>
            <a:spLocks noGrp="1"/>
          </p:cNvSpPr>
          <p:nvPr>
            <p:ph type="title"/>
          </p:nvPr>
        </p:nvSpPr>
        <p:spPr>
          <a:xfrm>
            <a:off x="122400" y="502560"/>
            <a:ext cx="8812080" cy="335520"/>
          </a:xfrm>
          <a:prstGeom prst="rect">
            <a:avLst/>
          </a:prstGeom>
          <a:noFill/>
          <a:ln w="0">
            <a:noFill/>
          </a:ln>
        </p:spPr>
        <p:txBody>
          <a:bodyPr lIns="0" rIns="0" tIns="0" bIns="0" anchor="b">
            <a:spAutoFit/>
          </a:bodyPr>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GB" sz="2200" strike="noStrike" u="none">
                <a:solidFill>
                  <a:srgbClr val="000066"/>
                </a:solidFill>
                <a:effectLst/>
                <a:uFillTx/>
                <a:latin typeface="Arial Black"/>
              </a:rPr>
              <a:t>Key Contract Milestone Dates</a:t>
            </a:r>
            <a:endParaRPr b="1" lang="en-US" sz="2200" strike="noStrike" u="none">
              <a:solidFill>
                <a:srgbClr val="000066"/>
              </a:solidFill>
              <a:effectLst/>
              <a:uFillTx/>
              <a:latin typeface="Arial Black"/>
            </a:endParaRPr>
          </a:p>
        </p:txBody>
      </p:sp>
      <p:sp>
        <p:nvSpPr>
          <p:cNvPr id="178" name="PlaceHolder 2"/>
          <p:cNvSpPr>
            <a:spLocks noGrp="1"/>
          </p:cNvSpPr>
          <p:nvPr>
            <p:ph/>
          </p:nvPr>
        </p:nvSpPr>
        <p:spPr>
          <a:xfrm>
            <a:off x="125280" y="1298160"/>
            <a:ext cx="8793360" cy="5184000"/>
          </a:xfrm>
          <a:prstGeom prst="rect">
            <a:avLst/>
          </a:prstGeom>
          <a:noFill/>
          <a:ln w="0">
            <a:noFill/>
          </a:ln>
        </p:spPr>
        <p:txBody>
          <a:bodyPr lIns="0" rIns="0" tIns="0" bIns="0" anchor="t">
            <a:normAutofit fontScale="92500" lnSpcReduction="9999"/>
          </a:bodyPr>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GB" sz="2000" strike="noStrike" u="none">
                <a:solidFill>
                  <a:srgbClr val="000066"/>
                </a:solidFill>
                <a:effectLst/>
                <a:uFillTx/>
                <a:latin typeface="Arial"/>
              </a:rPr>
              <a:t>13</a:t>
            </a:r>
            <a:r>
              <a:rPr b="0" lang="en-GB" sz="2000" strike="noStrike" u="none" baseline="30000">
                <a:solidFill>
                  <a:srgbClr val="000066"/>
                </a:solidFill>
                <a:effectLst/>
                <a:uFillTx/>
                <a:latin typeface="Arial"/>
              </a:rPr>
              <a:t>th</a:t>
            </a:r>
            <a:r>
              <a:rPr b="0" lang="en-GB" sz="2000" strike="noStrike" u="none">
                <a:solidFill>
                  <a:srgbClr val="000066"/>
                </a:solidFill>
                <a:effectLst/>
                <a:uFillTx/>
                <a:latin typeface="Arial"/>
              </a:rPr>
              <a:t> Dec 2006</a:t>
            </a:r>
            <a:r>
              <a:rPr b="0" lang="en-GB" sz="2000" strike="noStrike" u="none">
                <a:solidFill>
                  <a:srgbClr val="000066"/>
                </a:solidFill>
                <a:effectLst/>
                <a:uFillTx/>
                <a:latin typeface="Arial"/>
              </a:rPr>
              <a:t>	</a:t>
            </a:r>
            <a:r>
              <a:rPr b="0" lang="en-GB" sz="2000" strike="noStrike" u="none">
                <a:solidFill>
                  <a:srgbClr val="000066"/>
                </a:solidFill>
                <a:effectLst/>
                <a:uFillTx/>
                <a:latin typeface="Arial"/>
              </a:rPr>
              <a:t>contract signing (“</a:t>
            </a:r>
            <a:r>
              <a:rPr b="1" lang="en-GB" sz="2000" strike="noStrike" u="none">
                <a:solidFill>
                  <a:srgbClr val="000066"/>
                </a:solidFill>
                <a:effectLst/>
                <a:uFillTx/>
                <a:latin typeface="Arial"/>
              </a:rPr>
              <a:t>Effective Date</a:t>
            </a:r>
            <a:r>
              <a:rPr b="0" lang="en-GB" sz="2000" strike="noStrike" u="none">
                <a:solidFill>
                  <a:srgbClr val="000066"/>
                </a:solidFill>
                <a:effectLst/>
                <a:uFillTx/>
                <a:latin typeface="Arial"/>
              </a:rPr>
              <a:t>”)</a:t>
            </a:r>
            <a:endParaRPr b="0" lang="en-US" sz="2000" strike="noStrike" u="none">
              <a:solidFill>
                <a:srgbClr val="000066"/>
              </a:solidFill>
              <a:effectLst/>
              <a:uFillTx/>
              <a:latin typeface="Arial"/>
            </a:endParaRPr>
          </a:p>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endParaRPr b="0" lang="en-US" sz="2000" strike="noStrike" u="none">
              <a:solidFill>
                <a:srgbClr val="000066"/>
              </a:solidFill>
              <a:effectLst/>
              <a:uFillTx/>
              <a:latin typeface="Arial"/>
            </a:endParaRPr>
          </a:p>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GB" sz="2000" strike="noStrike" u="none">
                <a:solidFill>
                  <a:srgbClr val="000066"/>
                </a:solidFill>
                <a:effectLst/>
                <a:uFillTx/>
                <a:latin typeface="Arial"/>
              </a:rPr>
              <a:t>1</a:t>
            </a:r>
            <a:r>
              <a:rPr b="0" lang="en-GB" sz="2000" strike="noStrike" u="none" baseline="30000">
                <a:solidFill>
                  <a:srgbClr val="000066"/>
                </a:solidFill>
                <a:effectLst/>
                <a:uFillTx/>
                <a:latin typeface="Arial"/>
              </a:rPr>
              <a:t>st</a:t>
            </a:r>
            <a:r>
              <a:rPr b="0" lang="en-GB" sz="2000" strike="noStrike" u="none">
                <a:solidFill>
                  <a:srgbClr val="000066"/>
                </a:solidFill>
                <a:effectLst/>
                <a:uFillTx/>
                <a:latin typeface="Arial"/>
              </a:rPr>
              <a:t> Mar 2007 </a:t>
            </a:r>
            <a:r>
              <a:rPr b="0" lang="en-GB" sz="2000" strike="noStrike" u="none">
                <a:solidFill>
                  <a:srgbClr val="000066"/>
                </a:solidFill>
                <a:effectLst/>
                <a:uFillTx/>
                <a:latin typeface="Arial"/>
              </a:rPr>
              <a:t>	</a:t>
            </a:r>
            <a:r>
              <a:rPr b="0" lang="en-GB" sz="2000" strike="noStrike" u="none">
                <a:solidFill>
                  <a:srgbClr val="000066"/>
                </a:solidFill>
                <a:effectLst/>
                <a:uFillTx/>
                <a:latin typeface="Arial"/>
              </a:rPr>
              <a:t>commencement of Services + people transfer </a:t>
            </a:r>
            <a:r>
              <a:rPr b="0" lang="en-GB" sz="2000" strike="noStrike" u="none">
                <a:solidFill>
                  <a:srgbClr val="000066"/>
                </a:solidFill>
                <a:effectLst/>
                <a:uFillTx/>
                <a:latin typeface="Arial"/>
              </a:rPr>
              <a:t>	</a:t>
            </a:r>
            <a:r>
              <a:rPr b="0" lang="en-GB" sz="2000" strike="noStrike" u="none">
                <a:solidFill>
                  <a:srgbClr val="000066"/>
                </a:solidFill>
                <a:effectLst/>
                <a:uFillTx/>
                <a:latin typeface="Arial"/>
              </a:rPr>
              <a:t>	</a:t>
            </a:r>
            <a:r>
              <a:rPr b="0" lang="en-GB" sz="2000" strike="noStrike" u="none">
                <a:solidFill>
                  <a:srgbClr val="000066"/>
                </a:solidFill>
                <a:effectLst/>
                <a:uFillTx/>
                <a:latin typeface="Arial"/>
              </a:rPr>
              <a:t>	</a:t>
            </a:r>
            <a:r>
              <a:rPr b="0" lang="en-GB" sz="2000" strike="noStrike" u="none">
                <a:solidFill>
                  <a:srgbClr val="000066"/>
                </a:solidFill>
                <a:effectLst/>
                <a:uFillTx/>
                <a:latin typeface="Arial"/>
              </a:rPr>
              <a:t>	</a:t>
            </a:r>
            <a:r>
              <a:rPr b="0" lang="en-GB" sz="2000" strike="noStrike" u="none">
                <a:solidFill>
                  <a:srgbClr val="000066"/>
                </a:solidFill>
                <a:effectLst/>
                <a:uFillTx/>
                <a:latin typeface="Arial"/>
              </a:rPr>
              <a:t>(“</a:t>
            </a:r>
            <a:r>
              <a:rPr b="1" lang="en-GB" sz="2000" strike="noStrike" u="none">
                <a:solidFill>
                  <a:srgbClr val="000066"/>
                </a:solidFill>
                <a:effectLst/>
                <a:uFillTx/>
                <a:latin typeface="Arial"/>
              </a:rPr>
              <a:t>Commencement Date</a:t>
            </a:r>
            <a:r>
              <a:rPr b="0" lang="en-GB" sz="2000" strike="noStrike" u="none">
                <a:solidFill>
                  <a:srgbClr val="000066"/>
                </a:solidFill>
                <a:effectLst/>
                <a:uFillTx/>
                <a:latin typeface="Arial"/>
              </a:rPr>
              <a:t>”)</a:t>
            </a:r>
            <a:endParaRPr b="0" lang="en-US" sz="2000" strike="noStrike" u="none">
              <a:solidFill>
                <a:srgbClr val="000066"/>
              </a:solidFill>
              <a:effectLst/>
              <a:uFillTx/>
              <a:latin typeface="Arial"/>
            </a:endParaRPr>
          </a:p>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endParaRPr b="0" lang="en-US" sz="2000" strike="noStrike" u="none">
              <a:solidFill>
                <a:srgbClr val="000066"/>
              </a:solidFill>
              <a:effectLst/>
              <a:uFillTx/>
              <a:latin typeface="Arial"/>
            </a:endParaRPr>
          </a:p>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GB" sz="2000" strike="noStrike" u="none">
                <a:solidFill>
                  <a:srgbClr val="000066"/>
                </a:solidFill>
                <a:effectLst/>
                <a:uFillTx/>
                <a:latin typeface="Arial"/>
              </a:rPr>
              <a:t>1</a:t>
            </a:r>
            <a:r>
              <a:rPr b="0" lang="en-GB" sz="2000" strike="noStrike" u="none" baseline="30000">
                <a:solidFill>
                  <a:srgbClr val="000066"/>
                </a:solidFill>
                <a:effectLst/>
                <a:uFillTx/>
                <a:latin typeface="Arial"/>
              </a:rPr>
              <a:t>st</a:t>
            </a:r>
            <a:r>
              <a:rPr b="0" lang="en-GB" sz="2000" strike="noStrike" u="none">
                <a:solidFill>
                  <a:srgbClr val="000066"/>
                </a:solidFill>
                <a:effectLst/>
                <a:uFillTx/>
                <a:latin typeface="Arial"/>
              </a:rPr>
              <a:t> Aug 2007</a:t>
            </a:r>
            <a:r>
              <a:rPr b="0" lang="en-GB" sz="2000" strike="noStrike" u="none">
                <a:solidFill>
                  <a:srgbClr val="000066"/>
                </a:solidFill>
                <a:effectLst/>
                <a:uFillTx/>
                <a:latin typeface="Arial"/>
              </a:rPr>
              <a:t>	</a:t>
            </a:r>
            <a:r>
              <a:rPr b="0" lang="en-GB" sz="2000" strike="noStrike" u="none">
                <a:solidFill>
                  <a:srgbClr val="000066"/>
                </a:solidFill>
                <a:effectLst/>
                <a:uFillTx/>
                <a:latin typeface="Arial"/>
              </a:rPr>
              <a:t>transition of Belgian Service Desk</a:t>
            </a:r>
            <a:endParaRPr b="0" lang="en-US" sz="2000" strike="noStrike" u="none">
              <a:solidFill>
                <a:srgbClr val="000066"/>
              </a:solidFill>
              <a:effectLst/>
              <a:uFillTx/>
              <a:latin typeface="Arial"/>
            </a:endParaRPr>
          </a:p>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endParaRPr b="0" lang="en-US" sz="2000" strike="noStrike" u="none">
              <a:solidFill>
                <a:srgbClr val="000066"/>
              </a:solidFill>
              <a:effectLst/>
              <a:uFillTx/>
              <a:latin typeface="Arial"/>
            </a:endParaRPr>
          </a:p>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GB" sz="2000" strike="noStrike" u="none">
                <a:solidFill>
                  <a:srgbClr val="000066"/>
                </a:solidFill>
                <a:effectLst/>
                <a:uFillTx/>
                <a:latin typeface="Arial"/>
              </a:rPr>
              <a:t>30</a:t>
            </a:r>
            <a:r>
              <a:rPr b="0" lang="en-GB" sz="2000" strike="noStrike" u="none" baseline="30000">
                <a:solidFill>
                  <a:srgbClr val="000066"/>
                </a:solidFill>
                <a:effectLst/>
                <a:uFillTx/>
                <a:latin typeface="Arial"/>
              </a:rPr>
              <a:t>th</a:t>
            </a:r>
            <a:r>
              <a:rPr b="0" lang="en-GB" sz="2000" strike="noStrike" u="none">
                <a:solidFill>
                  <a:srgbClr val="000066"/>
                </a:solidFill>
                <a:effectLst/>
                <a:uFillTx/>
                <a:latin typeface="Arial"/>
              </a:rPr>
              <a:t> Sep 2007</a:t>
            </a:r>
            <a:r>
              <a:rPr b="0" lang="en-GB" sz="2000" strike="noStrike" u="none">
                <a:solidFill>
                  <a:srgbClr val="000066"/>
                </a:solidFill>
                <a:effectLst/>
                <a:uFillTx/>
                <a:latin typeface="Arial"/>
              </a:rPr>
              <a:t>	</a:t>
            </a:r>
            <a:r>
              <a:rPr b="0" lang="en-GB" sz="2000" strike="noStrike" u="none">
                <a:solidFill>
                  <a:srgbClr val="000066"/>
                </a:solidFill>
                <a:effectLst/>
                <a:uFillTx/>
                <a:latin typeface="Arial"/>
              </a:rPr>
              <a:t>(i) end of </a:t>
            </a:r>
            <a:r>
              <a:rPr b="1" lang="en-GB" sz="2000" strike="noStrike" u="none">
                <a:solidFill>
                  <a:srgbClr val="000066"/>
                </a:solidFill>
                <a:effectLst/>
                <a:uFillTx/>
                <a:latin typeface="Arial"/>
              </a:rPr>
              <a:t>Transition Phase</a:t>
            </a:r>
            <a:endParaRPr b="0" lang="en-US" sz="2000" strike="noStrike" u="none">
              <a:solidFill>
                <a:srgbClr val="000066"/>
              </a:solidFill>
              <a:effectLst/>
              <a:uFillTx/>
              <a:latin typeface="Arial"/>
            </a:endParaRPr>
          </a:p>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GB" sz="2000" strike="noStrike" u="none">
                <a:solidFill>
                  <a:srgbClr val="000066"/>
                </a:solidFill>
                <a:effectLst/>
                <a:uFillTx/>
                <a:latin typeface="Arial"/>
              </a:rPr>
              <a:t>	</a:t>
            </a:r>
            <a:r>
              <a:rPr b="0" lang="en-GB" sz="2000" strike="noStrike" u="none">
                <a:solidFill>
                  <a:srgbClr val="000066"/>
                </a:solidFill>
                <a:effectLst/>
                <a:uFillTx/>
                <a:latin typeface="Arial"/>
              </a:rPr>
              <a:t>	</a:t>
            </a:r>
            <a:r>
              <a:rPr b="0" lang="en-GB" sz="2000" strike="noStrike" u="none">
                <a:solidFill>
                  <a:srgbClr val="000066"/>
                </a:solidFill>
                <a:effectLst/>
                <a:uFillTx/>
                <a:latin typeface="Arial"/>
              </a:rPr>
              <a:t>(ii) final date for delivery of the Critical Deliverables</a:t>
            </a:r>
            <a:endParaRPr b="0" lang="en-US" sz="2000" strike="noStrike" u="none">
              <a:solidFill>
                <a:srgbClr val="000066"/>
              </a:solidFill>
              <a:effectLst/>
              <a:uFillTx/>
              <a:latin typeface="Arial"/>
            </a:endParaRPr>
          </a:p>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GB" sz="2000" strike="noStrike" u="none">
                <a:solidFill>
                  <a:srgbClr val="000066"/>
                </a:solidFill>
                <a:effectLst/>
                <a:uFillTx/>
                <a:latin typeface="Arial"/>
              </a:rPr>
              <a:t>	</a:t>
            </a:r>
            <a:r>
              <a:rPr b="0" lang="en-GB" sz="2000" strike="noStrike" u="none">
                <a:solidFill>
                  <a:srgbClr val="000066"/>
                </a:solidFill>
                <a:effectLst/>
                <a:uFillTx/>
                <a:latin typeface="Arial"/>
              </a:rPr>
              <a:t>	</a:t>
            </a:r>
            <a:r>
              <a:rPr b="0" lang="en-GB" sz="2000" strike="noStrike" u="none">
                <a:solidFill>
                  <a:srgbClr val="000066"/>
                </a:solidFill>
                <a:effectLst/>
                <a:uFillTx/>
                <a:latin typeface="Arial"/>
              </a:rPr>
              <a:t>(iii) delivery of SAS 70 Type II statement (repeated annually)</a:t>
            </a:r>
            <a:endParaRPr b="0" lang="en-US" sz="2000" strike="noStrike" u="none">
              <a:solidFill>
                <a:srgbClr val="000066"/>
              </a:solidFill>
              <a:effectLst/>
              <a:uFillTx/>
              <a:latin typeface="Arial"/>
            </a:endParaRPr>
          </a:p>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endParaRPr b="0" lang="en-US" sz="2000" strike="noStrike" u="none">
              <a:solidFill>
                <a:srgbClr val="000066"/>
              </a:solidFill>
              <a:effectLst/>
              <a:uFillTx/>
              <a:latin typeface="Arial"/>
            </a:endParaRPr>
          </a:p>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GB" sz="2000" strike="noStrike" u="none">
                <a:solidFill>
                  <a:srgbClr val="000066"/>
                </a:solidFill>
                <a:effectLst/>
                <a:uFillTx/>
                <a:latin typeface="Arial"/>
              </a:rPr>
              <a:t>1</a:t>
            </a:r>
            <a:r>
              <a:rPr b="0" lang="en-GB" sz="2000" strike="noStrike" u="none" baseline="30000">
                <a:solidFill>
                  <a:srgbClr val="000066"/>
                </a:solidFill>
                <a:effectLst/>
                <a:uFillTx/>
                <a:latin typeface="Arial"/>
              </a:rPr>
              <a:t>st</a:t>
            </a:r>
            <a:r>
              <a:rPr b="0" lang="en-GB" sz="2000" strike="noStrike" u="none">
                <a:solidFill>
                  <a:srgbClr val="000066"/>
                </a:solidFill>
                <a:effectLst/>
                <a:uFillTx/>
                <a:latin typeface="Arial"/>
              </a:rPr>
              <a:t> Jan 2008</a:t>
            </a:r>
            <a:r>
              <a:rPr b="0" lang="en-GB" sz="2000" strike="noStrike" u="none">
                <a:solidFill>
                  <a:srgbClr val="000066"/>
                </a:solidFill>
                <a:effectLst/>
                <a:uFillTx/>
                <a:latin typeface="Arial"/>
              </a:rPr>
              <a:t>	</a:t>
            </a:r>
            <a:r>
              <a:rPr b="0" lang="en-GB" sz="2000" strike="noStrike" u="none">
                <a:solidFill>
                  <a:srgbClr val="000066"/>
                </a:solidFill>
                <a:effectLst/>
                <a:uFillTx/>
                <a:latin typeface="Arial"/>
              </a:rPr>
              <a:t>cut off date for early termination (by ING) of Getronics MSA</a:t>
            </a:r>
            <a:endParaRPr b="0" lang="en-US" sz="2000" strike="noStrike" u="none">
              <a:solidFill>
                <a:srgbClr val="000066"/>
              </a:solidFill>
              <a:effectLst/>
              <a:uFillTx/>
              <a:latin typeface="Arial"/>
            </a:endParaRPr>
          </a:p>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endParaRPr b="0" lang="en-US" sz="2000" strike="noStrike" u="none">
              <a:solidFill>
                <a:srgbClr val="000066"/>
              </a:solidFill>
              <a:effectLst/>
              <a:uFillTx/>
              <a:latin typeface="Arial"/>
            </a:endParaRPr>
          </a:p>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GB" sz="2000" strike="noStrike" u="none">
                <a:solidFill>
                  <a:srgbClr val="000066"/>
                </a:solidFill>
                <a:effectLst/>
                <a:uFillTx/>
                <a:latin typeface="Arial"/>
              </a:rPr>
              <a:t>12</a:t>
            </a:r>
            <a:r>
              <a:rPr b="0" lang="en-GB" sz="2000" strike="noStrike" u="none" baseline="30000">
                <a:solidFill>
                  <a:srgbClr val="000066"/>
                </a:solidFill>
                <a:effectLst/>
                <a:uFillTx/>
                <a:latin typeface="Arial"/>
              </a:rPr>
              <a:t>th</a:t>
            </a:r>
            <a:r>
              <a:rPr b="0" lang="en-GB" sz="2000" strike="noStrike" u="none">
                <a:solidFill>
                  <a:srgbClr val="000066"/>
                </a:solidFill>
                <a:effectLst/>
                <a:uFillTx/>
                <a:latin typeface="Arial"/>
              </a:rPr>
              <a:t> Dec 2011</a:t>
            </a:r>
            <a:r>
              <a:rPr b="0" lang="en-GB" sz="2000" strike="noStrike" u="none">
                <a:solidFill>
                  <a:srgbClr val="000066"/>
                </a:solidFill>
                <a:effectLst/>
                <a:uFillTx/>
                <a:latin typeface="Arial"/>
              </a:rPr>
              <a:t>	</a:t>
            </a:r>
            <a:r>
              <a:rPr b="0" lang="en-GB" sz="2000" strike="noStrike" u="none">
                <a:solidFill>
                  <a:srgbClr val="000066"/>
                </a:solidFill>
                <a:effectLst/>
                <a:uFillTx/>
                <a:latin typeface="Arial"/>
              </a:rPr>
              <a:t>5</a:t>
            </a:r>
            <a:r>
              <a:rPr b="0" lang="en-GB" sz="2000" strike="noStrike" u="none" baseline="30000">
                <a:solidFill>
                  <a:srgbClr val="000066"/>
                </a:solidFill>
                <a:effectLst/>
                <a:uFillTx/>
                <a:latin typeface="Arial"/>
              </a:rPr>
              <a:t>th</a:t>
            </a:r>
            <a:r>
              <a:rPr b="0" lang="en-GB" sz="2000" strike="noStrike" u="none">
                <a:solidFill>
                  <a:srgbClr val="000066"/>
                </a:solidFill>
                <a:effectLst/>
                <a:uFillTx/>
                <a:latin typeface="Arial"/>
              </a:rPr>
              <a:t> anniversary (ING option to terminate early)</a:t>
            </a:r>
            <a:endParaRPr b="0" lang="en-US" sz="2000" strike="noStrike" u="none">
              <a:solidFill>
                <a:srgbClr val="000066"/>
              </a:solidFill>
              <a:effectLst/>
              <a:uFillTx/>
              <a:latin typeface="Arial"/>
            </a:endParaRPr>
          </a:p>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endParaRPr b="0" lang="en-US" sz="2000" strike="noStrike" u="none">
              <a:solidFill>
                <a:srgbClr val="000066"/>
              </a:solidFill>
              <a:effectLst/>
              <a:uFillTx/>
              <a:latin typeface="Arial"/>
            </a:endParaRPr>
          </a:p>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GB" sz="2000" strike="noStrike" u="none">
                <a:solidFill>
                  <a:srgbClr val="000066"/>
                </a:solidFill>
                <a:effectLst/>
                <a:uFillTx/>
                <a:latin typeface="Arial"/>
              </a:rPr>
              <a:t>12</a:t>
            </a:r>
            <a:r>
              <a:rPr b="0" lang="en-GB" sz="2000" strike="noStrike" u="none" baseline="30000">
                <a:solidFill>
                  <a:srgbClr val="000066"/>
                </a:solidFill>
                <a:effectLst/>
                <a:uFillTx/>
                <a:latin typeface="Arial"/>
              </a:rPr>
              <a:t>th</a:t>
            </a:r>
            <a:r>
              <a:rPr b="0" lang="en-GB" sz="2000" strike="noStrike" u="none">
                <a:solidFill>
                  <a:srgbClr val="000066"/>
                </a:solidFill>
                <a:effectLst/>
                <a:uFillTx/>
                <a:latin typeface="Arial"/>
              </a:rPr>
              <a:t> Dec 2013</a:t>
            </a:r>
            <a:r>
              <a:rPr b="0" lang="en-GB" sz="2000" strike="noStrike" u="none">
                <a:solidFill>
                  <a:srgbClr val="000066"/>
                </a:solidFill>
                <a:effectLst/>
                <a:uFillTx/>
                <a:latin typeface="Arial"/>
              </a:rPr>
              <a:t>	</a:t>
            </a:r>
            <a:r>
              <a:rPr b="0" lang="en-GB" sz="2000" strike="noStrike" u="none">
                <a:solidFill>
                  <a:srgbClr val="000066"/>
                </a:solidFill>
                <a:effectLst/>
                <a:uFillTx/>
                <a:latin typeface="Arial"/>
              </a:rPr>
              <a:t>7</a:t>
            </a:r>
            <a:r>
              <a:rPr b="0" lang="en-GB" sz="2000" strike="noStrike" u="none" baseline="30000">
                <a:solidFill>
                  <a:srgbClr val="000066"/>
                </a:solidFill>
                <a:effectLst/>
                <a:uFillTx/>
                <a:latin typeface="Arial"/>
              </a:rPr>
              <a:t>th</a:t>
            </a:r>
            <a:r>
              <a:rPr b="0" lang="en-GB" sz="2000" strike="noStrike" u="none">
                <a:solidFill>
                  <a:srgbClr val="000066"/>
                </a:solidFill>
                <a:effectLst/>
                <a:uFillTx/>
                <a:latin typeface="Arial"/>
              </a:rPr>
              <a:t> anniversary (end of Term)</a:t>
            </a:r>
            <a:endParaRPr b="0" lang="en-US" sz="2000" strike="noStrike" u="none">
              <a:solidFill>
                <a:srgbClr val="000066"/>
              </a:solidFill>
              <a:effectLst/>
              <a:uFillTx/>
              <a:latin typeface="Arial"/>
            </a:endParaRPr>
          </a:p>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endParaRPr b="0" lang="en-US" sz="2000" strike="noStrike" u="none">
              <a:solidFill>
                <a:srgbClr val="000066"/>
              </a:solidFill>
              <a:effectLst/>
              <a:uFillTx/>
              <a:latin typeface="Arial"/>
            </a:endParaRPr>
          </a:p>
        </p:txBody>
      </p:sp>
      <p:sp>
        <p:nvSpPr>
          <p:cNvPr id="4" name="PlaceHolder 3"/>
          <p:cNvSpPr>
            <a:spLocks noGrp="1"/>
          </p:cNvSpPr>
          <p:nvPr>
            <p:ph type="ftr" idx="1"/>
          </p:nvPr>
        </p:nvSpPr>
        <p:spPr/>
        <p:txBody>
          <a:bodyPr/>
          <a:p>
            <a:r>
              <a:t>SWS Contract Lanscape</a:t>
            </a:r>
          </a:p>
        </p:txBody>
      </p:sp>
    </p:spTree>
  </p:cSld>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9" name="PlaceHolder 1"/>
          <p:cNvSpPr>
            <a:spLocks noGrp="1"/>
          </p:cNvSpPr>
          <p:nvPr>
            <p:ph type="title"/>
          </p:nvPr>
        </p:nvSpPr>
        <p:spPr>
          <a:xfrm>
            <a:off x="122400" y="502560"/>
            <a:ext cx="8812080" cy="335520"/>
          </a:xfrm>
          <a:prstGeom prst="rect">
            <a:avLst/>
          </a:prstGeom>
          <a:noFill/>
          <a:ln w="0">
            <a:noFill/>
          </a:ln>
        </p:spPr>
        <p:txBody>
          <a:bodyPr lIns="0" rIns="0" tIns="0" bIns="0" anchor="b">
            <a:spAutoFit/>
          </a:bodyPr>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GB" sz="2200" strike="noStrike" u="none">
                <a:solidFill>
                  <a:srgbClr val="000066"/>
                </a:solidFill>
                <a:effectLst/>
                <a:uFillTx/>
                <a:latin typeface="Arial Black"/>
              </a:rPr>
              <a:t>Risk Mitigation (1) - Headings</a:t>
            </a:r>
            <a:endParaRPr b="1" lang="en-US" sz="2200" strike="noStrike" u="none">
              <a:solidFill>
                <a:srgbClr val="000066"/>
              </a:solidFill>
              <a:effectLst/>
              <a:uFillTx/>
              <a:latin typeface="Arial Black"/>
            </a:endParaRPr>
          </a:p>
        </p:txBody>
      </p:sp>
      <p:sp>
        <p:nvSpPr>
          <p:cNvPr id="180" name="PlaceHolder 2"/>
          <p:cNvSpPr>
            <a:spLocks noGrp="1"/>
          </p:cNvSpPr>
          <p:nvPr>
            <p:ph/>
          </p:nvPr>
        </p:nvSpPr>
        <p:spPr>
          <a:xfrm>
            <a:off x="107640" y="1125360"/>
            <a:ext cx="8793000" cy="5384880"/>
          </a:xfrm>
          <a:prstGeom prst="rect">
            <a:avLst/>
          </a:prstGeom>
          <a:noFill/>
          <a:ln w="0">
            <a:noFill/>
          </a:ln>
        </p:spPr>
        <p:txBody>
          <a:bodyPr lIns="0" rIns="0" tIns="0" bIns="0" anchor="t">
            <a:normAutofit fontScale="92500" lnSpcReduction="9999"/>
          </a:bodyPr>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GB" sz="2000" strike="noStrike" u="none">
                <a:solidFill>
                  <a:srgbClr val="000066"/>
                </a:solidFill>
                <a:effectLst/>
                <a:uFillTx/>
                <a:latin typeface="Arial"/>
              </a:rPr>
              <a:t>The ING contract &amp; operational risks have been mitigated in several ways:</a:t>
            </a:r>
            <a:endParaRPr b="0" lang="en-US" sz="2000" strike="noStrike" u="none">
              <a:solidFill>
                <a:srgbClr val="000066"/>
              </a:solidFill>
              <a:effectLst/>
              <a:uFillTx/>
              <a:latin typeface="Arial"/>
            </a:endParaRPr>
          </a:p>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endParaRPr b="0" lang="en-US" sz="2000" strike="noStrike" u="none">
              <a:solidFill>
                <a:srgbClr val="000066"/>
              </a:solidFill>
              <a:effectLst/>
              <a:uFillTx/>
              <a:latin typeface="Arial"/>
            </a:endParaRPr>
          </a:p>
          <a:p>
            <a:pPr lvl="1" marL="461880" indent="-460440">
              <a:buClr>
                <a:srgbClr val="000066"/>
              </a:buClr>
              <a:buSzPct val="120000"/>
              <a:buFont typeface="Wingdings" charset="2"/>
              <a:buChar char=""/>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GB" sz="2000" strike="noStrike" u="none">
                <a:solidFill>
                  <a:srgbClr val="000066"/>
                </a:solidFill>
                <a:effectLst/>
                <a:uFillTx/>
                <a:latin typeface="Arial"/>
              </a:rPr>
              <a:t>Appointment of 2IM &amp; the overall deal structure;</a:t>
            </a:r>
            <a:endParaRPr b="0" lang="en-US" sz="2000" strike="noStrike" u="none">
              <a:solidFill>
                <a:srgbClr val="000066"/>
              </a:solidFill>
              <a:effectLst/>
              <a:uFillTx/>
              <a:latin typeface="Arial"/>
            </a:endParaRPr>
          </a:p>
          <a:p>
            <a:pPr lvl="1" marL="461880" indent="0">
              <a:buNone/>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endParaRPr b="0" lang="en-US" sz="2000" strike="noStrike" u="none">
              <a:solidFill>
                <a:srgbClr val="000066"/>
              </a:solidFill>
              <a:effectLst/>
              <a:uFillTx/>
              <a:latin typeface="Arial"/>
            </a:endParaRPr>
          </a:p>
          <a:p>
            <a:pPr lvl="1" marL="461880" indent="-460440">
              <a:buClr>
                <a:srgbClr val="000066"/>
              </a:buClr>
              <a:buSzPct val="120000"/>
              <a:buFont typeface="Wingdings" charset="2"/>
              <a:buChar char=""/>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GB" sz="2000" strike="noStrike" u="none">
                <a:solidFill>
                  <a:srgbClr val="000066"/>
                </a:solidFill>
                <a:effectLst/>
                <a:uFillTx/>
                <a:latin typeface="Arial"/>
              </a:rPr>
              <a:t>Legal provisions &amp; compliance issues;</a:t>
            </a:r>
            <a:endParaRPr b="0" lang="en-US" sz="2000" strike="noStrike" u="none">
              <a:solidFill>
                <a:srgbClr val="000066"/>
              </a:solidFill>
              <a:effectLst/>
              <a:uFillTx/>
              <a:latin typeface="Arial"/>
            </a:endParaRPr>
          </a:p>
          <a:p>
            <a:pPr lvl="1" marL="461880" indent="0">
              <a:buNone/>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endParaRPr b="0" lang="en-US" sz="2000" strike="noStrike" u="none">
              <a:solidFill>
                <a:srgbClr val="000066"/>
              </a:solidFill>
              <a:effectLst/>
              <a:uFillTx/>
              <a:latin typeface="Arial"/>
            </a:endParaRPr>
          </a:p>
          <a:p>
            <a:pPr lvl="1" marL="461880" indent="-460440">
              <a:buClr>
                <a:srgbClr val="000066"/>
              </a:buClr>
              <a:buSzPct val="120000"/>
              <a:buFont typeface="Wingdings" charset="2"/>
              <a:buChar char=""/>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GB" sz="2000" strike="noStrike" u="none">
                <a:solidFill>
                  <a:srgbClr val="000066"/>
                </a:solidFill>
                <a:effectLst/>
                <a:uFillTx/>
                <a:latin typeface="Arial"/>
              </a:rPr>
              <a:t>Termination rights;</a:t>
            </a:r>
            <a:endParaRPr b="0" lang="en-US" sz="2000" strike="noStrike" u="none">
              <a:solidFill>
                <a:srgbClr val="000066"/>
              </a:solidFill>
              <a:effectLst/>
              <a:uFillTx/>
              <a:latin typeface="Arial"/>
            </a:endParaRPr>
          </a:p>
          <a:p>
            <a:pPr lvl="1" marL="461880" indent="0">
              <a:buNone/>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endParaRPr b="0" lang="en-US" sz="2000" strike="noStrike" u="none">
              <a:solidFill>
                <a:srgbClr val="000066"/>
              </a:solidFill>
              <a:effectLst/>
              <a:uFillTx/>
              <a:latin typeface="Arial"/>
            </a:endParaRPr>
          </a:p>
          <a:p>
            <a:pPr lvl="1" marL="461880" indent="-460440">
              <a:buClr>
                <a:srgbClr val="000066"/>
              </a:buClr>
              <a:buSzPct val="120000"/>
              <a:buFont typeface="Wingdings" charset="2"/>
              <a:buChar char=""/>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GB" sz="2000" strike="noStrike" u="none">
                <a:solidFill>
                  <a:srgbClr val="000066"/>
                </a:solidFill>
                <a:effectLst/>
                <a:uFillTx/>
                <a:latin typeface="Arial"/>
              </a:rPr>
              <a:t>Special provisions relating to Transition</a:t>
            </a:r>
            <a:endParaRPr b="0" lang="en-US" sz="2000" strike="noStrike" u="none">
              <a:solidFill>
                <a:srgbClr val="000066"/>
              </a:solidFill>
              <a:effectLst/>
              <a:uFillTx/>
              <a:latin typeface="Arial"/>
            </a:endParaRPr>
          </a:p>
          <a:p>
            <a:pPr lvl="1" marL="461880" indent="0">
              <a:buNone/>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endParaRPr b="0" lang="en-US" sz="2000" strike="noStrike" u="none">
              <a:solidFill>
                <a:srgbClr val="000066"/>
              </a:solidFill>
              <a:effectLst/>
              <a:uFillTx/>
              <a:latin typeface="Arial"/>
            </a:endParaRPr>
          </a:p>
          <a:p>
            <a:pPr lvl="1" marL="461880" indent="-460440">
              <a:buClr>
                <a:srgbClr val="000066"/>
              </a:buClr>
              <a:buSzPct val="120000"/>
              <a:buFont typeface="Wingdings" charset="2"/>
              <a:buChar char=""/>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GB" sz="2000" strike="noStrike" u="none">
                <a:solidFill>
                  <a:srgbClr val="000066"/>
                </a:solidFill>
                <a:effectLst/>
                <a:uFillTx/>
                <a:latin typeface="Arial"/>
              </a:rPr>
              <a:t>Use of the Seat-Pricing Model</a:t>
            </a:r>
            <a:endParaRPr b="0" lang="en-US" sz="2000" strike="noStrike" u="none">
              <a:solidFill>
                <a:srgbClr val="000066"/>
              </a:solidFill>
              <a:effectLst/>
              <a:uFillTx/>
              <a:latin typeface="Arial"/>
            </a:endParaRPr>
          </a:p>
          <a:p>
            <a:pPr lvl="1" marL="461880" indent="0">
              <a:buNone/>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endParaRPr b="0" lang="en-US" sz="2000" strike="noStrike" u="none">
              <a:solidFill>
                <a:srgbClr val="000066"/>
              </a:solidFill>
              <a:effectLst/>
              <a:uFillTx/>
              <a:latin typeface="Arial"/>
            </a:endParaRPr>
          </a:p>
          <a:p>
            <a:pPr lvl="1" marL="461880" indent="-460440">
              <a:buClr>
                <a:srgbClr val="000066"/>
              </a:buClr>
              <a:buSzPct val="120000"/>
              <a:buFont typeface="Wingdings" charset="2"/>
              <a:buChar char=""/>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GB" sz="2000" strike="noStrike" u="none">
                <a:solidFill>
                  <a:srgbClr val="000066"/>
                </a:solidFill>
                <a:effectLst/>
                <a:uFillTx/>
                <a:latin typeface="Arial"/>
              </a:rPr>
              <a:t>PST commitments to Mincing &amp; Benchmarking Procedures</a:t>
            </a:r>
            <a:endParaRPr b="0" lang="en-US" sz="2000" strike="noStrike" u="none">
              <a:solidFill>
                <a:srgbClr val="000066"/>
              </a:solidFill>
              <a:effectLst/>
              <a:uFillTx/>
              <a:latin typeface="Arial"/>
            </a:endParaRPr>
          </a:p>
          <a:p>
            <a:pPr lvl="1" marL="461880" indent="0">
              <a:buNone/>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endParaRPr b="0" lang="en-US" sz="2000" strike="noStrike" u="none">
              <a:solidFill>
                <a:srgbClr val="000066"/>
              </a:solidFill>
              <a:effectLst/>
              <a:uFillTx/>
              <a:latin typeface="Arial"/>
            </a:endParaRPr>
          </a:p>
          <a:p>
            <a:pPr lvl="1" marL="461880" indent="-460440">
              <a:buClr>
                <a:srgbClr val="000066"/>
              </a:buClr>
              <a:buSzPct val="120000"/>
              <a:buFont typeface="Wingdings" charset="2"/>
              <a:buChar char=""/>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GB" sz="2000" strike="noStrike" u="none">
                <a:solidFill>
                  <a:srgbClr val="000066"/>
                </a:solidFill>
                <a:effectLst/>
                <a:uFillTx/>
                <a:latin typeface="Arial"/>
              </a:rPr>
              <a:t>Special provisions relating to hardware</a:t>
            </a:r>
            <a:endParaRPr b="0" lang="en-US" sz="2000" strike="noStrike" u="none">
              <a:solidFill>
                <a:srgbClr val="000066"/>
              </a:solidFill>
              <a:effectLst/>
              <a:uFillTx/>
              <a:latin typeface="Arial"/>
            </a:endParaRPr>
          </a:p>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endParaRPr b="0" lang="en-US" sz="2000" strike="noStrike" u="none">
              <a:solidFill>
                <a:srgbClr val="000066"/>
              </a:solidFill>
              <a:effectLst/>
              <a:uFillTx/>
              <a:latin typeface="Arial"/>
            </a:endParaRPr>
          </a:p>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GB" sz="2000" strike="noStrike" u="none">
                <a:solidFill>
                  <a:srgbClr val="000066"/>
                </a:solidFill>
                <a:effectLst/>
                <a:uFillTx/>
                <a:latin typeface="Arial"/>
              </a:rPr>
              <a:t>Details given in the slides that follow….</a:t>
            </a:r>
            <a:endParaRPr b="0" lang="en-US" sz="2000" strike="noStrike" u="none">
              <a:solidFill>
                <a:srgbClr val="000066"/>
              </a:solidFill>
              <a:effectLst/>
              <a:uFillTx/>
              <a:latin typeface="Arial"/>
            </a:endParaRPr>
          </a:p>
        </p:txBody>
      </p:sp>
      <p:sp>
        <p:nvSpPr>
          <p:cNvPr id="4" name="PlaceHolder 3"/>
          <p:cNvSpPr>
            <a:spLocks noGrp="1"/>
          </p:cNvSpPr>
          <p:nvPr>
            <p:ph type="ftr" idx="1"/>
          </p:nvPr>
        </p:nvSpPr>
        <p:spPr/>
        <p:txBody>
          <a:bodyPr/>
          <a:p>
            <a:r>
              <a:t>SWS Contract Lanscape</a:t>
            </a:r>
          </a:p>
        </p:txBody>
      </p:sp>
    </p:spTree>
  </p:cSld>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1" name="PlaceHolder 1"/>
          <p:cNvSpPr>
            <a:spLocks noGrp="1"/>
          </p:cNvSpPr>
          <p:nvPr>
            <p:ph type="title"/>
          </p:nvPr>
        </p:nvSpPr>
        <p:spPr>
          <a:xfrm>
            <a:off x="122400" y="502560"/>
            <a:ext cx="8812080" cy="335520"/>
          </a:xfrm>
          <a:prstGeom prst="rect">
            <a:avLst/>
          </a:prstGeom>
          <a:noFill/>
          <a:ln w="0">
            <a:noFill/>
          </a:ln>
        </p:spPr>
        <p:txBody>
          <a:bodyPr lIns="0" rIns="0" tIns="0" bIns="0" anchor="b">
            <a:spAutoFit/>
          </a:bodyPr>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GB" sz="2200" strike="noStrike" u="none">
                <a:solidFill>
                  <a:srgbClr val="000066"/>
                </a:solidFill>
                <a:effectLst/>
                <a:uFillTx/>
                <a:latin typeface="Arial Black"/>
              </a:rPr>
              <a:t>Risk Mitigation (2/9) – 2IM &amp; deal structure</a:t>
            </a:r>
            <a:endParaRPr b="1" lang="en-US" sz="2200" strike="noStrike" u="none">
              <a:solidFill>
                <a:srgbClr val="000066"/>
              </a:solidFill>
              <a:effectLst/>
              <a:uFillTx/>
              <a:latin typeface="Arial Black"/>
            </a:endParaRPr>
          </a:p>
        </p:txBody>
      </p:sp>
      <p:sp>
        <p:nvSpPr>
          <p:cNvPr id="182" name="PlaceHolder 2"/>
          <p:cNvSpPr>
            <a:spLocks noGrp="1"/>
          </p:cNvSpPr>
          <p:nvPr>
            <p:ph/>
          </p:nvPr>
        </p:nvSpPr>
        <p:spPr>
          <a:xfrm>
            <a:off x="-360" y="1125360"/>
            <a:ext cx="8793000" cy="5284440"/>
          </a:xfrm>
          <a:prstGeom prst="rect">
            <a:avLst/>
          </a:prstGeom>
          <a:noFill/>
          <a:ln w="0">
            <a:noFill/>
          </a:ln>
        </p:spPr>
        <p:txBody>
          <a:bodyPr lIns="0" rIns="0" tIns="0" bIns="0" anchor="t">
            <a:normAutofit fontScale="92500" lnSpcReduction="9999"/>
          </a:bodyPr>
          <a:p>
            <a:pPr lvl="1" marL="461880" indent="-460440">
              <a:buClr>
                <a:srgbClr val="000066"/>
              </a:buClr>
              <a:buSzPct val="120000"/>
              <a:buFont typeface="Wingdings" charset="2"/>
              <a:buChar char=""/>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GB" sz="2000" strike="noStrike" u="none">
                <a:solidFill>
                  <a:srgbClr val="000066"/>
                </a:solidFill>
                <a:effectLst/>
                <a:uFillTx/>
                <a:latin typeface="Arial"/>
              </a:rPr>
              <a:t>2IM</a:t>
            </a:r>
            <a:r>
              <a:rPr b="0" lang="en-GB" sz="2000" strike="noStrike" u="none">
                <a:solidFill>
                  <a:srgbClr val="000066"/>
                </a:solidFill>
                <a:effectLst/>
                <a:uFillTx/>
                <a:latin typeface="Arial"/>
              </a:rPr>
              <a:t> - this is not a 2-party deal where ING is dependent on its own skills to manage IT suppliers – it can and must utilise the 2IM knowledge, expertise &amp; resources to get the best value from the deal;</a:t>
            </a:r>
            <a:endParaRPr b="0" lang="en-US" sz="2000" strike="noStrike" u="none">
              <a:solidFill>
                <a:srgbClr val="000066"/>
              </a:solidFill>
              <a:effectLst/>
              <a:uFillTx/>
              <a:latin typeface="Arial"/>
            </a:endParaRPr>
          </a:p>
          <a:p>
            <a:pPr lvl="1" marL="461880" indent="0">
              <a:buNone/>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endParaRPr b="0" lang="en-US" sz="2000" strike="noStrike" u="none">
              <a:solidFill>
                <a:srgbClr val="000066"/>
              </a:solidFill>
              <a:effectLst/>
              <a:uFillTx/>
              <a:latin typeface="Arial"/>
            </a:endParaRPr>
          </a:p>
          <a:p>
            <a:pPr lvl="1" marL="461880" indent="-460440">
              <a:buClr>
                <a:srgbClr val="000066"/>
              </a:buClr>
              <a:buSzPct val="120000"/>
              <a:buFont typeface="Wingdings" charset="2"/>
              <a:buChar char=""/>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GB" sz="2000" strike="noStrike" u="none">
                <a:solidFill>
                  <a:srgbClr val="000066"/>
                </a:solidFill>
                <a:effectLst/>
                <a:uFillTx/>
                <a:latin typeface="Arial"/>
              </a:rPr>
              <a:t>Collaboration</a:t>
            </a:r>
            <a:r>
              <a:rPr b="0" lang="en-GB" sz="2000" strike="noStrike" u="none">
                <a:solidFill>
                  <a:srgbClr val="000066"/>
                </a:solidFill>
                <a:effectLst/>
                <a:uFillTx/>
                <a:latin typeface="Arial"/>
              </a:rPr>
              <a:t> - inter-supplier co-operation is one of the explicitly stated requirements of the contract and the obligation for enforcement and adjudicating on PST issues </a:t>
            </a:r>
            <a:r>
              <a:rPr b="0" lang="en-GB" sz="2000" strike="noStrike" u="sng">
                <a:solidFill>
                  <a:srgbClr val="000066"/>
                </a:solidFill>
                <a:effectLst/>
                <a:uFillTx/>
                <a:latin typeface="Arial"/>
              </a:rPr>
              <a:t>rests with the 2IM</a:t>
            </a:r>
            <a:r>
              <a:rPr b="0" lang="en-GB" sz="2000" strike="noStrike" u="none">
                <a:solidFill>
                  <a:srgbClr val="000066"/>
                </a:solidFill>
                <a:effectLst/>
                <a:uFillTx/>
                <a:latin typeface="Arial"/>
              </a:rPr>
              <a:t> (in collaboration with ING);</a:t>
            </a:r>
            <a:endParaRPr b="0" lang="en-US" sz="2000" strike="noStrike" u="none">
              <a:solidFill>
                <a:srgbClr val="000066"/>
              </a:solidFill>
              <a:effectLst/>
              <a:uFillTx/>
              <a:latin typeface="Arial"/>
            </a:endParaRPr>
          </a:p>
          <a:p>
            <a:pPr lvl="1" marL="461880" indent="0">
              <a:buNone/>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endParaRPr b="0" lang="en-US" sz="2000" strike="noStrike" u="none">
              <a:solidFill>
                <a:srgbClr val="000066"/>
              </a:solidFill>
              <a:effectLst/>
              <a:uFillTx/>
              <a:latin typeface="Arial"/>
            </a:endParaRPr>
          </a:p>
          <a:p>
            <a:pPr lvl="1" marL="461880" indent="-460440">
              <a:buClr>
                <a:srgbClr val="000066"/>
              </a:buClr>
              <a:buSzPct val="120000"/>
              <a:buFont typeface="Wingdings" charset="2"/>
              <a:buChar char=""/>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GB" sz="2000" strike="noStrike" u="none">
                <a:solidFill>
                  <a:srgbClr val="000066"/>
                </a:solidFill>
                <a:effectLst/>
                <a:uFillTx/>
                <a:latin typeface="Arial"/>
              </a:rPr>
              <a:t>Precedence</a:t>
            </a:r>
            <a:r>
              <a:rPr b="0" lang="en-GB" sz="2000" strike="noStrike" u="none">
                <a:solidFill>
                  <a:srgbClr val="000066"/>
                </a:solidFill>
                <a:effectLst/>
                <a:uFillTx/>
                <a:latin typeface="Arial"/>
              </a:rPr>
              <a:t> - of all the Exhibits to the contract, the one setting out the 2IM’s Services and governance takes precedence in the event of an ambiguity, enabling ING to better manage the contract through the 2IM;</a:t>
            </a:r>
            <a:endParaRPr b="0" lang="en-US" sz="2000" strike="noStrike" u="none">
              <a:solidFill>
                <a:srgbClr val="000066"/>
              </a:solidFill>
              <a:effectLst/>
              <a:uFillTx/>
              <a:latin typeface="Arial"/>
            </a:endParaRPr>
          </a:p>
          <a:p>
            <a:pPr lvl="1" marL="461880" indent="0">
              <a:buNone/>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endParaRPr b="0" lang="en-US" sz="2000" strike="noStrike" u="none">
              <a:solidFill>
                <a:srgbClr val="000066"/>
              </a:solidFill>
              <a:effectLst/>
              <a:uFillTx/>
              <a:latin typeface="Arial"/>
            </a:endParaRPr>
          </a:p>
          <a:p>
            <a:pPr lvl="1" marL="461880" indent="-460440">
              <a:buClr>
                <a:srgbClr val="000066"/>
              </a:buClr>
              <a:buSzPct val="120000"/>
              <a:buFont typeface="Wingdings" charset="2"/>
              <a:buChar char=""/>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GB" sz="2000" strike="noStrike" u="none">
                <a:solidFill>
                  <a:srgbClr val="000066"/>
                </a:solidFill>
                <a:effectLst/>
                <a:uFillTx/>
                <a:latin typeface="Arial"/>
              </a:rPr>
              <a:t>Gain sharing (2IM inducement)</a:t>
            </a:r>
            <a:r>
              <a:rPr b="0" lang="en-GB" sz="2000" strike="noStrike" u="none">
                <a:solidFill>
                  <a:srgbClr val="000066"/>
                </a:solidFill>
                <a:effectLst/>
                <a:uFillTx/>
                <a:latin typeface="Arial"/>
              </a:rPr>
              <a:t> - report to be provided every 6 months on the opportunities for cost reductions (first one due 13th June 2007). If a project is accepted by ING and completed, 2IM shares the savings (50% in the first year; 25% thereafter). 2IM is required to agree &amp; enforce “back-to-back” contracts with the PST to make it work</a:t>
            </a:r>
            <a:endParaRPr b="0" lang="en-US" sz="2000" strike="noStrike" u="none">
              <a:solidFill>
                <a:srgbClr val="000066"/>
              </a:solidFill>
              <a:effectLst/>
              <a:uFillTx/>
              <a:latin typeface="Arial"/>
            </a:endParaRPr>
          </a:p>
        </p:txBody>
      </p:sp>
      <p:sp>
        <p:nvSpPr>
          <p:cNvPr id="4" name="PlaceHolder 3"/>
          <p:cNvSpPr>
            <a:spLocks noGrp="1"/>
          </p:cNvSpPr>
          <p:nvPr>
            <p:ph type="ftr" idx="1"/>
          </p:nvPr>
        </p:nvSpPr>
        <p:spPr/>
        <p:txBody>
          <a:bodyPr/>
          <a:p>
            <a:r>
              <a:t>SWS Contract Lanscape</a:t>
            </a:r>
          </a:p>
        </p:txBody>
      </p:sp>
    </p:spTree>
  </p:cSld>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3" name="PlaceHolder 1"/>
          <p:cNvSpPr>
            <a:spLocks noGrp="1"/>
          </p:cNvSpPr>
          <p:nvPr>
            <p:ph type="title"/>
          </p:nvPr>
        </p:nvSpPr>
        <p:spPr>
          <a:xfrm>
            <a:off x="122400" y="502560"/>
            <a:ext cx="8812080" cy="335520"/>
          </a:xfrm>
          <a:prstGeom prst="rect">
            <a:avLst/>
          </a:prstGeom>
          <a:noFill/>
          <a:ln w="0">
            <a:noFill/>
          </a:ln>
        </p:spPr>
        <p:txBody>
          <a:bodyPr lIns="0" rIns="0" tIns="0" bIns="0" anchor="b">
            <a:spAutoFit/>
          </a:bodyPr>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GB" sz="2200" strike="noStrike" u="none">
                <a:solidFill>
                  <a:srgbClr val="000066"/>
                </a:solidFill>
                <a:effectLst/>
                <a:uFillTx/>
                <a:latin typeface="Arial Black"/>
              </a:rPr>
              <a:t>Risk Mitigation (3/9) – legal &amp; compliance</a:t>
            </a:r>
            <a:endParaRPr b="1" lang="en-US" sz="2200" strike="noStrike" u="none">
              <a:solidFill>
                <a:srgbClr val="000066"/>
              </a:solidFill>
              <a:effectLst/>
              <a:uFillTx/>
              <a:latin typeface="Arial Black"/>
            </a:endParaRPr>
          </a:p>
        </p:txBody>
      </p:sp>
      <p:sp>
        <p:nvSpPr>
          <p:cNvPr id="184" name="PlaceHolder 2"/>
          <p:cNvSpPr>
            <a:spLocks noGrp="1"/>
          </p:cNvSpPr>
          <p:nvPr>
            <p:ph/>
          </p:nvPr>
        </p:nvSpPr>
        <p:spPr>
          <a:xfrm>
            <a:off x="107640" y="1052280"/>
            <a:ext cx="8793000" cy="5250960"/>
          </a:xfrm>
          <a:prstGeom prst="rect">
            <a:avLst/>
          </a:prstGeom>
          <a:noFill/>
          <a:ln w="0">
            <a:noFill/>
          </a:ln>
        </p:spPr>
        <p:txBody>
          <a:bodyPr lIns="0" rIns="0" tIns="0" bIns="0" anchor="t">
            <a:normAutofit fontScale="92500" lnSpcReduction="9999"/>
          </a:bodyPr>
          <a:p>
            <a:pPr lvl="1" marL="461880" indent="-460440">
              <a:buClr>
                <a:srgbClr val="000066"/>
              </a:buClr>
              <a:buSzPct val="120000"/>
              <a:buFont typeface="Wingdings" charset="2"/>
              <a:buChar char=""/>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GB" sz="2000" strike="noStrike" u="none">
                <a:solidFill>
                  <a:srgbClr val="000066"/>
                </a:solidFill>
                <a:effectLst/>
                <a:uFillTx/>
                <a:latin typeface="Arial"/>
              </a:rPr>
              <a:t>Changes to the Services from Changes in law</a:t>
            </a:r>
            <a:r>
              <a:rPr b="0" lang="en-GB" sz="2000" strike="noStrike" u="none">
                <a:solidFill>
                  <a:srgbClr val="000066"/>
                </a:solidFill>
                <a:effectLst/>
                <a:uFillTx/>
                <a:latin typeface="Arial"/>
              </a:rPr>
              <a:t> – minor changes covered by the Base Charges. All others subject to Change Control with each PST having to pay first €50k of ING costs of the change. ING has final say in the interpretation of the changes;</a:t>
            </a:r>
            <a:endParaRPr b="0" lang="en-US" sz="2000" strike="noStrike" u="none">
              <a:solidFill>
                <a:srgbClr val="000066"/>
              </a:solidFill>
              <a:effectLst/>
              <a:uFillTx/>
              <a:latin typeface="Arial"/>
            </a:endParaRPr>
          </a:p>
          <a:p>
            <a:pPr lvl="1" marL="461880" indent="0">
              <a:buNone/>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endParaRPr b="0" lang="en-US" sz="2000" strike="noStrike" u="none">
              <a:solidFill>
                <a:srgbClr val="000066"/>
              </a:solidFill>
              <a:effectLst/>
              <a:uFillTx/>
              <a:latin typeface="Arial"/>
            </a:endParaRPr>
          </a:p>
          <a:p>
            <a:pPr lvl="1" marL="461880" indent="-460440">
              <a:buClr>
                <a:srgbClr val="000066"/>
              </a:buClr>
              <a:buSzPct val="120000"/>
              <a:buFont typeface="Wingdings" charset="2"/>
              <a:buChar char=""/>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GB" sz="2000" strike="noStrike" u="none">
                <a:solidFill>
                  <a:srgbClr val="000066"/>
                </a:solidFill>
                <a:effectLst/>
                <a:uFillTx/>
                <a:latin typeface="Arial"/>
              </a:rPr>
              <a:t>Regulatory Audits</a:t>
            </a:r>
            <a:r>
              <a:rPr b="0" lang="en-GB" sz="2000" strike="noStrike" u="none">
                <a:solidFill>
                  <a:srgbClr val="000066"/>
                </a:solidFill>
                <a:effectLst/>
                <a:uFillTx/>
                <a:latin typeface="Arial"/>
              </a:rPr>
              <a:t> - 60 man-days support (from each PST Supplier) for audits in Year 1 are included in the Base Charges, and 40 man-days per annum for each year thereafter. In the event of a material change in the Services, the 60 man-days is reinstated. Cover also provided for up to 2 years after termination</a:t>
            </a:r>
            <a:endParaRPr b="0" lang="en-US" sz="2000" strike="noStrike" u="none">
              <a:solidFill>
                <a:srgbClr val="000066"/>
              </a:solidFill>
              <a:effectLst/>
              <a:uFillTx/>
              <a:latin typeface="Arial"/>
            </a:endParaRPr>
          </a:p>
          <a:p>
            <a:pPr lvl="1" marL="461880" indent="0">
              <a:buNone/>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endParaRPr b="0" lang="en-US" sz="2000" strike="noStrike" u="none">
              <a:solidFill>
                <a:srgbClr val="000066"/>
              </a:solidFill>
              <a:effectLst/>
              <a:uFillTx/>
              <a:latin typeface="Arial"/>
            </a:endParaRPr>
          </a:p>
          <a:p>
            <a:pPr lvl="1" marL="461880" indent="-460440">
              <a:buClr>
                <a:srgbClr val="000066"/>
              </a:buClr>
              <a:buSzPct val="120000"/>
              <a:buFont typeface="Wingdings" charset="2"/>
              <a:buChar char=""/>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GB" sz="2000" strike="noStrike" u="none">
                <a:solidFill>
                  <a:srgbClr val="000066"/>
                </a:solidFill>
                <a:effectLst/>
                <a:uFillTx/>
                <a:latin typeface="Arial"/>
              </a:rPr>
              <a:t>IP Rights</a:t>
            </a:r>
            <a:r>
              <a:rPr b="0" lang="en-GB" sz="2000" strike="noStrike" u="none">
                <a:solidFill>
                  <a:srgbClr val="000066"/>
                </a:solidFill>
                <a:effectLst/>
                <a:uFillTx/>
                <a:latin typeface="Arial"/>
              </a:rPr>
              <a:t> - ING retains the IP in all “</a:t>
            </a:r>
            <a:r>
              <a:rPr b="0" i="1" lang="en-US" sz="2000" strike="noStrike" u="none">
                <a:solidFill>
                  <a:srgbClr val="000066"/>
                </a:solidFill>
                <a:effectLst/>
                <a:uFillTx/>
                <a:latin typeface="Arial"/>
              </a:rPr>
              <a:t>ING Materials and ING Data, including any modifications made to them by or on behalf of either party</a:t>
            </a:r>
            <a:r>
              <a:rPr b="0" lang="en-US" sz="2000" strike="noStrike" u="none">
                <a:solidFill>
                  <a:srgbClr val="000066"/>
                </a:solidFill>
                <a:effectLst/>
                <a:uFillTx/>
                <a:latin typeface="Arial"/>
              </a:rPr>
              <a:t>”. </a:t>
            </a:r>
            <a:r>
              <a:rPr b="0" lang="en-GB" sz="2000" strike="noStrike" u="none">
                <a:solidFill>
                  <a:srgbClr val="000066"/>
                </a:solidFill>
                <a:effectLst/>
                <a:uFillTx/>
                <a:latin typeface="Arial"/>
              </a:rPr>
              <a:t>ING will also hold the IP rights in </a:t>
            </a:r>
            <a:r>
              <a:rPr b="0" lang="en-GB" sz="2000" strike="noStrike" u="sng">
                <a:solidFill>
                  <a:srgbClr val="000066"/>
                </a:solidFill>
                <a:effectLst/>
                <a:uFillTx/>
                <a:latin typeface="Arial"/>
              </a:rPr>
              <a:t>all</a:t>
            </a:r>
            <a:r>
              <a:rPr b="0" lang="en-GB" sz="2000" strike="noStrike" u="none">
                <a:solidFill>
                  <a:srgbClr val="000066"/>
                </a:solidFill>
                <a:effectLst/>
                <a:uFillTx/>
                <a:latin typeface="Arial"/>
              </a:rPr>
              <a:t> Deliverables. Where it is proposed to use Third Party materials, the prior written consent of ING has to be obtained and the PST is required to secure a royalty-free license for ING’s use prior to handover</a:t>
            </a:r>
            <a:endParaRPr b="0" lang="en-US" sz="2000" strike="noStrike" u="none">
              <a:solidFill>
                <a:srgbClr val="000066"/>
              </a:solidFill>
              <a:effectLst/>
              <a:uFillTx/>
              <a:latin typeface="Arial"/>
            </a:endParaRPr>
          </a:p>
        </p:txBody>
      </p:sp>
      <p:sp>
        <p:nvSpPr>
          <p:cNvPr id="4" name="PlaceHolder 3"/>
          <p:cNvSpPr>
            <a:spLocks noGrp="1"/>
          </p:cNvSpPr>
          <p:nvPr>
            <p:ph type="ftr" idx="1"/>
          </p:nvPr>
        </p:nvSpPr>
        <p:spPr/>
        <p:txBody>
          <a:bodyPr/>
          <a:p>
            <a:r>
              <a:t>SWS Contract Lanscape</a:t>
            </a:r>
          </a:p>
        </p:txBody>
      </p:sp>
    </p:spTree>
  </p:cSld>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5" name="PlaceHolder 1"/>
          <p:cNvSpPr>
            <a:spLocks noGrp="1"/>
          </p:cNvSpPr>
          <p:nvPr>
            <p:ph type="title"/>
          </p:nvPr>
        </p:nvSpPr>
        <p:spPr>
          <a:xfrm>
            <a:off x="122400" y="502560"/>
            <a:ext cx="8812080" cy="335520"/>
          </a:xfrm>
          <a:prstGeom prst="rect">
            <a:avLst/>
          </a:prstGeom>
          <a:noFill/>
          <a:ln w="0">
            <a:noFill/>
          </a:ln>
        </p:spPr>
        <p:txBody>
          <a:bodyPr lIns="0" rIns="0" tIns="0" bIns="0" anchor="b">
            <a:spAutoFit/>
          </a:bodyPr>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GB" sz="2200" strike="noStrike" u="none">
                <a:solidFill>
                  <a:srgbClr val="000066"/>
                </a:solidFill>
                <a:effectLst/>
                <a:uFillTx/>
                <a:latin typeface="Arial Black"/>
              </a:rPr>
              <a:t>Risk Mitigation (4/9) – termination rights</a:t>
            </a:r>
            <a:endParaRPr b="1" lang="en-US" sz="2200" strike="noStrike" u="none">
              <a:solidFill>
                <a:srgbClr val="000066"/>
              </a:solidFill>
              <a:effectLst/>
              <a:uFillTx/>
              <a:latin typeface="Arial Black"/>
            </a:endParaRPr>
          </a:p>
        </p:txBody>
      </p:sp>
      <p:sp>
        <p:nvSpPr>
          <p:cNvPr id="186" name="PlaceHolder 2"/>
          <p:cNvSpPr>
            <a:spLocks noGrp="1"/>
          </p:cNvSpPr>
          <p:nvPr>
            <p:ph/>
          </p:nvPr>
        </p:nvSpPr>
        <p:spPr>
          <a:xfrm>
            <a:off x="-360" y="907920"/>
            <a:ext cx="8793000" cy="5589360"/>
          </a:xfrm>
          <a:prstGeom prst="rect">
            <a:avLst/>
          </a:prstGeom>
          <a:noFill/>
          <a:ln w="0">
            <a:noFill/>
          </a:ln>
        </p:spPr>
        <p:txBody>
          <a:bodyPr lIns="0" rIns="0" tIns="0" bIns="0" anchor="t">
            <a:normAutofit fontScale="92500" lnSpcReduction="9999"/>
          </a:bodyPr>
          <a:p>
            <a:pPr lvl="1" marL="461880" indent="-460440">
              <a:buClr>
                <a:srgbClr val="000066"/>
              </a:buClr>
              <a:buSzPct val="120000"/>
              <a:buFont typeface="Wingdings" charset="2"/>
              <a:buChar char=""/>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GB" sz="2000" strike="noStrike" u="none">
                <a:solidFill>
                  <a:srgbClr val="000066"/>
                </a:solidFill>
                <a:effectLst/>
                <a:uFillTx/>
                <a:latin typeface="Arial"/>
              </a:rPr>
              <a:t>For cause</a:t>
            </a:r>
            <a:r>
              <a:rPr b="0" lang="en-GB" sz="2000" strike="noStrike" u="none">
                <a:solidFill>
                  <a:srgbClr val="000066"/>
                </a:solidFill>
                <a:effectLst/>
                <a:uFillTx/>
                <a:latin typeface="Arial"/>
              </a:rPr>
              <a:t> - a material breach by PST not remedied within 25 Business Days. Examples include: 3 Critical Service Failures in any 12 months and failure to deliver any Critical Deliverable by the end of Transition. The PST may only “terminate for cause” if it first obtains an order of the court</a:t>
            </a:r>
            <a:r>
              <a:rPr b="0" lang="en-US" sz="2000" strike="noStrike" u="none">
                <a:solidFill>
                  <a:srgbClr val="000066"/>
                </a:solidFill>
                <a:effectLst/>
                <a:uFillTx/>
                <a:latin typeface="Arial"/>
              </a:rPr>
              <a:t>;</a:t>
            </a:r>
            <a:endParaRPr b="0" lang="en-US" sz="2000" strike="noStrike" u="none">
              <a:solidFill>
                <a:srgbClr val="000066"/>
              </a:solidFill>
              <a:effectLst/>
              <a:uFillTx/>
              <a:latin typeface="Arial"/>
            </a:endParaRPr>
          </a:p>
          <a:p>
            <a:pPr lvl="1" marL="461880" indent="0">
              <a:buNone/>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endParaRPr b="0" lang="en-US" sz="2000" strike="noStrike" u="none">
              <a:solidFill>
                <a:srgbClr val="000066"/>
              </a:solidFill>
              <a:effectLst/>
              <a:uFillTx/>
              <a:latin typeface="Arial"/>
            </a:endParaRPr>
          </a:p>
          <a:p>
            <a:pPr lvl="1" marL="461880" indent="-460440">
              <a:buClr>
                <a:srgbClr val="000066"/>
              </a:buClr>
              <a:buSzPct val="120000"/>
              <a:buFont typeface="Wingdings" charset="2"/>
              <a:buChar char=""/>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GB" sz="2000" strike="noStrike" u="none">
                <a:solidFill>
                  <a:srgbClr val="000066"/>
                </a:solidFill>
                <a:effectLst/>
                <a:uFillTx/>
                <a:latin typeface="Arial"/>
              </a:rPr>
              <a:t>For convenience</a:t>
            </a:r>
            <a:r>
              <a:rPr b="0" lang="en-GB" sz="2000" strike="noStrike" u="none">
                <a:solidFill>
                  <a:srgbClr val="000066"/>
                </a:solidFill>
                <a:effectLst/>
                <a:uFillTx/>
                <a:latin typeface="Arial"/>
              </a:rPr>
              <a:t> – on 6 months notice (with termination charges payable by ING for expiry in the first 5 years of the Term – none for the last 2 years). Getronics may be given 3 months notice up to 1st Jan 2008. </a:t>
            </a:r>
            <a:r>
              <a:rPr b="1" lang="en-GB" sz="2000" strike="noStrike" u="none">
                <a:solidFill>
                  <a:srgbClr val="000066"/>
                </a:solidFill>
                <a:effectLst/>
                <a:uFillTx/>
                <a:latin typeface="Arial"/>
              </a:rPr>
              <a:t>There is no corresponding right of termination for convenience by the PST</a:t>
            </a:r>
            <a:r>
              <a:rPr b="0" lang="en-GB" sz="2000" strike="noStrike" u="none">
                <a:solidFill>
                  <a:srgbClr val="000066"/>
                </a:solidFill>
                <a:effectLst/>
                <a:uFillTx/>
                <a:latin typeface="Arial"/>
              </a:rPr>
              <a:t>;</a:t>
            </a:r>
            <a:endParaRPr b="0" lang="en-US" sz="2000" strike="noStrike" u="none">
              <a:solidFill>
                <a:srgbClr val="000066"/>
              </a:solidFill>
              <a:effectLst/>
              <a:uFillTx/>
              <a:latin typeface="Arial"/>
            </a:endParaRPr>
          </a:p>
          <a:p>
            <a:pPr lvl="1" marL="461880" indent="0">
              <a:buNone/>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endParaRPr b="0" lang="en-US" sz="2000" strike="noStrike" u="none">
              <a:solidFill>
                <a:srgbClr val="000066"/>
              </a:solidFill>
              <a:effectLst/>
              <a:uFillTx/>
              <a:latin typeface="Arial"/>
            </a:endParaRPr>
          </a:p>
          <a:p>
            <a:pPr lvl="1" marL="461880" indent="-460440">
              <a:buClr>
                <a:srgbClr val="000066"/>
              </a:buClr>
              <a:buSzPct val="120000"/>
              <a:buFont typeface="Wingdings" charset="2"/>
              <a:buChar char=""/>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GB" sz="2000" strike="noStrike" u="none">
                <a:solidFill>
                  <a:srgbClr val="000066"/>
                </a:solidFill>
                <a:effectLst/>
                <a:uFillTx/>
                <a:latin typeface="Arial"/>
              </a:rPr>
              <a:t>For mincing or benchmarking</a:t>
            </a:r>
            <a:r>
              <a:rPr b="0" lang="en-GB" sz="2000" strike="noStrike" u="none">
                <a:solidFill>
                  <a:srgbClr val="000066"/>
                </a:solidFill>
                <a:effectLst/>
                <a:uFillTx/>
                <a:latin typeface="Arial"/>
              </a:rPr>
              <a:t> –ING may replace one supplier with another, no termination fees are payable and the outgoing PST Supplier pays up to €200k towards ING’s costs of replacement;</a:t>
            </a:r>
            <a:endParaRPr b="0" lang="en-US" sz="2000" strike="noStrike" u="none">
              <a:solidFill>
                <a:srgbClr val="000066"/>
              </a:solidFill>
              <a:effectLst/>
              <a:uFillTx/>
              <a:latin typeface="Arial"/>
            </a:endParaRPr>
          </a:p>
          <a:p>
            <a:pPr lvl="1" marL="461880" indent="0">
              <a:buNone/>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endParaRPr b="0" lang="en-US" sz="2000" strike="noStrike" u="none">
              <a:solidFill>
                <a:srgbClr val="000066"/>
              </a:solidFill>
              <a:effectLst/>
              <a:uFillTx/>
              <a:latin typeface="Arial"/>
            </a:endParaRPr>
          </a:p>
          <a:p>
            <a:pPr lvl="1" marL="461880" indent="-460440">
              <a:buClr>
                <a:srgbClr val="000066"/>
              </a:buClr>
              <a:buSzPct val="120000"/>
              <a:buFont typeface="Wingdings" charset="2"/>
              <a:buChar char=""/>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GB" sz="2000" strike="noStrike" u="none">
                <a:solidFill>
                  <a:srgbClr val="000066"/>
                </a:solidFill>
                <a:effectLst/>
                <a:uFillTx/>
                <a:latin typeface="Arial"/>
              </a:rPr>
              <a:t>Also for </a:t>
            </a:r>
            <a:r>
              <a:rPr b="1" lang="en-GB" sz="2000" strike="noStrike" u="none">
                <a:solidFill>
                  <a:srgbClr val="000066"/>
                </a:solidFill>
                <a:effectLst/>
                <a:uFillTx/>
                <a:latin typeface="Arial"/>
              </a:rPr>
              <a:t>insolvency, change of control, Force Majeure </a:t>
            </a:r>
            <a:r>
              <a:rPr b="0" lang="en-GB" sz="2000" strike="noStrike" u="none">
                <a:solidFill>
                  <a:srgbClr val="000066"/>
                </a:solidFill>
                <a:effectLst/>
                <a:uFillTx/>
                <a:latin typeface="Arial"/>
              </a:rPr>
              <a:t>and </a:t>
            </a:r>
            <a:r>
              <a:rPr b="1" lang="en-GB" sz="2000" strike="noStrike" u="none">
                <a:solidFill>
                  <a:srgbClr val="000066"/>
                </a:solidFill>
                <a:effectLst/>
                <a:uFillTx/>
                <a:latin typeface="Arial"/>
              </a:rPr>
              <a:t>regulatory changes </a:t>
            </a:r>
            <a:r>
              <a:rPr b="0" lang="en-GB" sz="2000" strike="noStrike" u="none">
                <a:solidFill>
                  <a:srgbClr val="000066"/>
                </a:solidFill>
                <a:effectLst/>
                <a:uFillTx/>
                <a:latin typeface="Arial"/>
              </a:rPr>
              <a:t>(for the last 3, termination by ING only). Some termination charges may apply but not during the last 2 years of the 7-year term</a:t>
            </a:r>
            <a:endParaRPr b="0" lang="en-US" sz="2000" strike="noStrike" u="none">
              <a:solidFill>
                <a:srgbClr val="000066"/>
              </a:solidFill>
              <a:effectLst/>
              <a:uFillTx/>
              <a:latin typeface="Arial"/>
            </a:endParaRPr>
          </a:p>
        </p:txBody>
      </p:sp>
      <p:sp>
        <p:nvSpPr>
          <p:cNvPr id="4" name="PlaceHolder 3"/>
          <p:cNvSpPr>
            <a:spLocks noGrp="1"/>
          </p:cNvSpPr>
          <p:nvPr>
            <p:ph type="ftr" idx="1"/>
          </p:nvPr>
        </p:nvSpPr>
        <p:spPr/>
        <p:txBody>
          <a:bodyPr/>
          <a:p>
            <a:r>
              <a:t>SWS Contract Lanscape</a:t>
            </a:r>
          </a:p>
        </p:txBody>
      </p:sp>
    </p:spTree>
  </p:cSld>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7" name="PlaceHolder 1"/>
          <p:cNvSpPr>
            <a:spLocks noGrp="1"/>
          </p:cNvSpPr>
          <p:nvPr>
            <p:ph type="title"/>
          </p:nvPr>
        </p:nvSpPr>
        <p:spPr>
          <a:xfrm>
            <a:off x="122400" y="502560"/>
            <a:ext cx="8812080" cy="335520"/>
          </a:xfrm>
          <a:prstGeom prst="rect">
            <a:avLst/>
          </a:prstGeom>
          <a:noFill/>
          <a:ln w="0">
            <a:noFill/>
          </a:ln>
        </p:spPr>
        <p:txBody>
          <a:bodyPr lIns="0" rIns="0" tIns="0" bIns="0" anchor="b">
            <a:spAutoFit/>
          </a:bodyPr>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GB" sz="2200" strike="noStrike" u="none">
                <a:solidFill>
                  <a:srgbClr val="000066"/>
                </a:solidFill>
                <a:effectLst/>
                <a:uFillTx/>
                <a:latin typeface="Arial Black"/>
              </a:rPr>
              <a:t>Risk Mitigation (5/9) – Transition provisions</a:t>
            </a:r>
            <a:endParaRPr b="1" lang="en-US" sz="2200" strike="noStrike" u="none">
              <a:solidFill>
                <a:srgbClr val="000066"/>
              </a:solidFill>
              <a:effectLst/>
              <a:uFillTx/>
              <a:latin typeface="Arial Black"/>
            </a:endParaRPr>
          </a:p>
        </p:txBody>
      </p:sp>
      <p:sp>
        <p:nvSpPr>
          <p:cNvPr id="188" name="PlaceHolder 2"/>
          <p:cNvSpPr>
            <a:spLocks noGrp="1"/>
          </p:cNvSpPr>
          <p:nvPr>
            <p:ph/>
          </p:nvPr>
        </p:nvSpPr>
        <p:spPr>
          <a:xfrm>
            <a:off x="107640" y="1125360"/>
            <a:ext cx="8793000" cy="5250960"/>
          </a:xfrm>
          <a:prstGeom prst="rect">
            <a:avLst/>
          </a:prstGeom>
          <a:noFill/>
          <a:ln w="0">
            <a:noFill/>
          </a:ln>
        </p:spPr>
        <p:txBody>
          <a:bodyPr lIns="0" rIns="0" tIns="0" bIns="0" anchor="t">
            <a:normAutofit fontScale="92500" lnSpcReduction="9999"/>
          </a:bodyPr>
          <a:p>
            <a:pPr lvl="1" marL="461880" indent="-460440">
              <a:buClr>
                <a:srgbClr val="000066"/>
              </a:buClr>
              <a:buSzPct val="120000"/>
              <a:buFont typeface="Wingdings" charset="2"/>
              <a:buChar char=""/>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GB" sz="2000" strike="noStrike" u="none">
                <a:solidFill>
                  <a:srgbClr val="000066"/>
                </a:solidFill>
                <a:effectLst/>
                <a:uFillTx/>
                <a:latin typeface="Arial"/>
              </a:rPr>
              <a:t>Milestone payment retentions</a:t>
            </a:r>
            <a:r>
              <a:rPr b="0" lang="en-GB" sz="2000" strike="noStrike" u="none">
                <a:solidFill>
                  <a:srgbClr val="000066"/>
                </a:solidFill>
                <a:effectLst/>
                <a:uFillTx/>
                <a:latin typeface="Arial"/>
              </a:rPr>
              <a:t> – 10% is to be deducted from all Milestone payments and will be released to the PST at the end of Transition;</a:t>
            </a:r>
            <a:endParaRPr b="0" lang="en-US" sz="2000" strike="noStrike" u="none">
              <a:solidFill>
                <a:srgbClr val="000066"/>
              </a:solidFill>
              <a:effectLst/>
              <a:uFillTx/>
              <a:latin typeface="Arial"/>
            </a:endParaRPr>
          </a:p>
          <a:p>
            <a:pPr lvl="1" marL="461880" indent="0">
              <a:buNone/>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endParaRPr b="0" lang="en-US" sz="2000" strike="noStrike" u="none">
              <a:solidFill>
                <a:srgbClr val="000066"/>
              </a:solidFill>
              <a:effectLst/>
              <a:uFillTx/>
              <a:latin typeface="Arial"/>
            </a:endParaRPr>
          </a:p>
          <a:p>
            <a:pPr lvl="1" marL="461880" indent="-460440">
              <a:buClr>
                <a:srgbClr val="000066"/>
              </a:buClr>
              <a:buSzPct val="120000"/>
              <a:buFont typeface="Wingdings" charset="2"/>
              <a:buChar char=""/>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GB" sz="2000" strike="noStrike" u="none">
                <a:solidFill>
                  <a:srgbClr val="000066"/>
                </a:solidFill>
                <a:effectLst/>
                <a:uFillTx/>
                <a:latin typeface="Arial"/>
              </a:rPr>
              <a:t>Penalty for failure to deliver any Critical Deliverable</a:t>
            </a:r>
            <a:r>
              <a:rPr b="0" lang="en-GB" sz="2000" strike="noStrike" u="none">
                <a:solidFill>
                  <a:srgbClr val="000066"/>
                </a:solidFill>
                <a:effectLst/>
                <a:uFillTx/>
                <a:latin typeface="Arial"/>
              </a:rPr>
              <a:t> – 6 Critical Deliverables have been agreed (that include provision of the Transition Plan; Services Catalogue; and the Policy &amp; Procedures Manual) to which a penalty of €250k (plus €50k for the 2IM) has been attached. The penalty is payable for the failure to deliver any of the 6 items “</a:t>
            </a:r>
            <a:r>
              <a:rPr b="0" i="1" lang="en-GB" sz="2000" strike="noStrike" u="none">
                <a:solidFill>
                  <a:srgbClr val="000066"/>
                </a:solidFill>
                <a:effectLst/>
                <a:uFillTx/>
                <a:latin typeface="Arial"/>
              </a:rPr>
              <a:t>in format and content acceptable to ING</a:t>
            </a:r>
            <a:r>
              <a:rPr b="0" lang="en-GB" sz="2000" strike="noStrike" u="none">
                <a:solidFill>
                  <a:srgbClr val="000066"/>
                </a:solidFill>
                <a:effectLst/>
                <a:uFillTx/>
                <a:latin typeface="Arial"/>
              </a:rPr>
              <a:t>”;</a:t>
            </a:r>
            <a:endParaRPr b="0" lang="en-US" sz="2000" strike="noStrike" u="none">
              <a:solidFill>
                <a:srgbClr val="000066"/>
              </a:solidFill>
              <a:effectLst/>
              <a:uFillTx/>
              <a:latin typeface="Arial"/>
            </a:endParaRPr>
          </a:p>
          <a:p>
            <a:pPr lvl="1" marL="461880" indent="0">
              <a:buNone/>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endParaRPr b="0" lang="en-US" sz="2000" strike="noStrike" u="none">
              <a:solidFill>
                <a:srgbClr val="000066"/>
              </a:solidFill>
              <a:effectLst/>
              <a:uFillTx/>
              <a:latin typeface="Arial"/>
            </a:endParaRPr>
          </a:p>
          <a:p>
            <a:pPr lvl="1" marL="461880" indent="-460440">
              <a:buClr>
                <a:srgbClr val="000066"/>
              </a:buClr>
              <a:buSzPct val="120000"/>
              <a:buFont typeface="Wingdings" charset="2"/>
              <a:buChar char=""/>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GB" sz="2000" strike="noStrike" u="none">
                <a:solidFill>
                  <a:srgbClr val="000066"/>
                </a:solidFill>
                <a:effectLst/>
                <a:uFillTx/>
                <a:latin typeface="Arial"/>
              </a:rPr>
              <a:t>T&amp;T Adjustments</a:t>
            </a:r>
            <a:r>
              <a:rPr b="0" lang="en-GB" sz="2000" strike="noStrike" u="none">
                <a:solidFill>
                  <a:srgbClr val="000066"/>
                </a:solidFill>
                <a:effectLst/>
                <a:uFillTx/>
                <a:latin typeface="Arial"/>
              </a:rPr>
              <a:t> – for unanticipated items discovered during Transition:</a:t>
            </a:r>
            <a:endParaRPr b="0" lang="en-US" sz="2000" strike="noStrike" u="none">
              <a:solidFill>
                <a:srgbClr val="000066"/>
              </a:solidFill>
              <a:effectLst/>
              <a:uFillTx/>
              <a:latin typeface="Arial"/>
            </a:endParaRPr>
          </a:p>
          <a:p>
            <a:pPr marL="412920" indent="-41292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endParaRPr b="0" lang="en-US" sz="2000" strike="noStrike" u="none">
              <a:solidFill>
                <a:srgbClr val="000066"/>
              </a:solidFill>
              <a:effectLst/>
              <a:uFillTx/>
              <a:latin typeface="Arial"/>
            </a:endParaRPr>
          </a:p>
          <a:p>
            <a:pPr lvl="2" marL="911160" indent="-447480">
              <a:buClr>
                <a:srgbClr val="000066"/>
              </a:buClr>
              <a:buFont typeface="Arial"/>
              <a:buAutoNum type="romanLcParenR"/>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GB" sz="2000" strike="noStrike" u="none">
                <a:solidFill>
                  <a:srgbClr val="000066"/>
                </a:solidFill>
                <a:effectLst/>
                <a:uFillTx/>
                <a:latin typeface="Arial"/>
              </a:rPr>
              <a:t>The 2IM has to validate the reasonableness for lack of discovery;</a:t>
            </a:r>
            <a:endParaRPr b="0" lang="en-US" sz="2000" strike="noStrike" u="none">
              <a:solidFill>
                <a:srgbClr val="000066"/>
              </a:solidFill>
              <a:effectLst/>
              <a:uFillTx/>
              <a:latin typeface="Arial"/>
            </a:endParaRPr>
          </a:p>
          <a:p>
            <a:pPr lvl="2" marL="911160" indent="-447480">
              <a:buClr>
                <a:srgbClr val="000066"/>
              </a:buClr>
              <a:buFont typeface="Arial"/>
              <a:buAutoNum type="romanLcParenR"/>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GB" sz="2000" strike="noStrike" u="none">
                <a:solidFill>
                  <a:srgbClr val="000066"/>
                </a:solidFill>
                <a:effectLst/>
                <a:uFillTx/>
                <a:latin typeface="Arial"/>
              </a:rPr>
              <a:t>For items less than €1k, they form part of the Base Charges;</a:t>
            </a:r>
            <a:endParaRPr b="0" lang="en-US" sz="2000" strike="noStrike" u="none">
              <a:solidFill>
                <a:srgbClr val="000066"/>
              </a:solidFill>
              <a:effectLst/>
              <a:uFillTx/>
              <a:latin typeface="Arial"/>
            </a:endParaRPr>
          </a:p>
          <a:p>
            <a:pPr lvl="2" marL="911160" indent="-447480">
              <a:buClr>
                <a:srgbClr val="000066"/>
              </a:buClr>
              <a:buFont typeface="Arial"/>
              <a:buAutoNum type="romanLcParenR"/>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GB" sz="2000" strike="noStrike" u="none">
                <a:solidFill>
                  <a:srgbClr val="000066"/>
                </a:solidFill>
                <a:effectLst/>
                <a:uFillTx/>
                <a:latin typeface="Arial"/>
              </a:rPr>
              <a:t>For anything above €1k, it goes to Change Control and </a:t>
            </a:r>
            <a:r>
              <a:rPr b="0" lang="en-GB" sz="2000" strike="noStrike" u="sng">
                <a:solidFill>
                  <a:srgbClr val="000066"/>
                </a:solidFill>
                <a:effectLst/>
                <a:uFillTx/>
                <a:latin typeface="Arial"/>
              </a:rPr>
              <a:t>may</a:t>
            </a:r>
            <a:r>
              <a:rPr b="0" lang="en-GB" sz="2000" strike="noStrike" u="none">
                <a:solidFill>
                  <a:srgbClr val="000066"/>
                </a:solidFill>
                <a:effectLst/>
                <a:uFillTx/>
                <a:latin typeface="Arial"/>
              </a:rPr>
              <a:t> incur extra Charges</a:t>
            </a:r>
            <a:endParaRPr b="0" lang="en-US" sz="2000" strike="noStrike" u="none">
              <a:solidFill>
                <a:srgbClr val="000066"/>
              </a:solidFill>
              <a:effectLst/>
              <a:uFillTx/>
              <a:latin typeface="Arial"/>
            </a:endParaRPr>
          </a:p>
        </p:txBody>
      </p:sp>
      <p:sp>
        <p:nvSpPr>
          <p:cNvPr id="4" name="PlaceHolder 3"/>
          <p:cNvSpPr>
            <a:spLocks noGrp="1"/>
          </p:cNvSpPr>
          <p:nvPr>
            <p:ph type="ftr" idx="1"/>
          </p:nvPr>
        </p:nvSpPr>
        <p:spPr/>
        <p:txBody>
          <a:bodyPr/>
          <a:p>
            <a:r>
              <a:t>SWS Contract Lanscape</a:t>
            </a:r>
          </a:p>
        </p:txBody>
      </p:sp>
    </p:spTree>
  </p:cSld>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9" name="PlaceHolder 1"/>
          <p:cNvSpPr>
            <a:spLocks noGrp="1"/>
          </p:cNvSpPr>
          <p:nvPr>
            <p:ph type="title"/>
          </p:nvPr>
        </p:nvSpPr>
        <p:spPr>
          <a:xfrm>
            <a:off x="122400" y="502560"/>
            <a:ext cx="8812080" cy="335520"/>
          </a:xfrm>
          <a:prstGeom prst="rect">
            <a:avLst/>
          </a:prstGeom>
          <a:noFill/>
          <a:ln w="0">
            <a:noFill/>
          </a:ln>
        </p:spPr>
        <p:txBody>
          <a:bodyPr lIns="0" rIns="0" tIns="0" bIns="0" anchor="b">
            <a:spAutoFit/>
          </a:bodyPr>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GB" sz="2200" strike="noStrike" u="none">
                <a:solidFill>
                  <a:srgbClr val="000066"/>
                </a:solidFill>
                <a:effectLst/>
                <a:uFillTx/>
                <a:latin typeface="Arial Black"/>
              </a:rPr>
              <a:t>Risk Mitigation (6/9) – Seat-pricing provisions</a:t>
            </a:r>
            <a:endParaRPr b="1" lang="en-US" sz="2200" strike="noStrike" u="none">
              <a:solidFill>
                <a:srgbClr val="000066"/>
              </a:solidFill>
              <a:effectLst/>
              <a:uFillTx/>
              <a:latin typeface="Arial Black"/>
            </a:endParaRPr>
          </a:p>
        </p:txBody>
      </p:sp>
      <p:sp>
        <p:nvSpPr>
          <p:cNvPr id="190" name="PlaceHolder 2"/>
          <p:cNvSpPr>
            <a:spLocks noGrp="1"/>
          </p:cNvSpPr>
          <p:nvPr>
            <p:ph/>
          </p:nvPr>
        </p:nvSpPr>
        <p:spPr>
          <a:xfrm>
            <a:off x="125280" y="1298160"/>
            <a:ext cx="8793360" cy="305280"/>
          </a:xfrm>
          <a:prstGeom prst="rect">
            <a:avLst/>
          </a:prstGeom>
          <a:noFill/>
          <a:ln w="0">
            <a:noFill/>
          </a:ln>
        </p:spPr>
        <p:txBody>
          <a:bodyPr lIns="0" rIns="0" tIns="0" bIns="0" anchor="t">
            <a:normAutofit/>
          </a:bodyPr>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GB" sz="2000" strike="noStrike" u="none">
                <a:solidFill>
                  <a:srgbClr val="000066"/>
                </a:solidFill>
                <a:effectLst/>
                <a:uFillTx/>
                <a:latin typeface="Arial"/>
              </a:rPr>
              <a:t>(to be completed – Hans O providing the slide)</a:t>
            </a:r>
            <a:endParaRPr b="0" lang="en-US" sz="2000" strike="noStrike" u="none">
              <a:solidFill>
                <a:srgbClr val="000066"/>
              </a:solidFill>
              <a:effectLst/>
              <a:uFillTx/>
              <a:latin typeface="Arial"/>
            </a:endParaRPr>
          </a:p>
        </p:txBody>
      </p:sp>
      <p:sp>
        <p:nvSpPr>
          <p:cNvPr id="4" name="PlaceHolder 3"/>
          <p:cNvSpPr>
            <a:spLocks noGrp="1"/>
          </p:cNvSpPr>
          <p:nvPr>
            <p:ph type="ftr" idx="1"/>
          </p:nvPr>
        </p:nvSpPr>
        <p:spPr/>
        <p:txBody>
          <a:bodyPr/>
          <a:p>
            <a:r>
              <a:t>SWS Contract Lanscape</a:t>
            </a:r>
          </a:p>
        </p:txBody>
      </p:sp>
    </p:spTree>
  </p:cSld>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1" name="PlaceHolder 1"/>
          <p:cNvSpPr>
            <a:spLocks noGrp="1"/>
          </p:cNvSpPr>
          <p:nvPr>
            <p:ph type="title"/>
          </p:nvPr>
        </p:nvSpPr>
        <p:spPr>
          <a:xfrm>
            <a:off x="122400" y="502560"/>
            <a:ext cx="8812080" cy="335520"/>
          </a:xfrm>
          <a:prstGeom prst="rect">
            <a:avLst/>
          </a:prstGeom>
          <a:noFill/>
          <a:ln w="0">
            <a:noFill/>
          </a:ln>
        </p:spPr>
        <p:txBody>
          <a:bodyPr lIns="0" rIns="0" tIns="0" bIns="0" anchor="b">
            <a:spAutoFit/>
          </a:bodyPr>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GB" sz="2200" strike="noStrike" u="none">
                <a:solidFill>
                  <a:srgbClr val="000066"/>
                </a:solidFill>
                <a:effectLst/>
                <a:uFillTx/>
                <a:latin typeface="Arial Black"/>
              </a:rPr>
              <a:t>Risk Mitigation (7/9) – Mincer Procedure</a:t>
            </a:r>
            <a:endParaRPr b="1" lang="en-US" sz="2200" strike="noStrike" u="none">
              <a:solidFill>
                <a:srgbClr val="000066"/>
              </a:solidFill>
              <a:effectLst/>
              <a:uFillTx/>
              <a:latin typeface="Arial Black"/>
            </a:endParaRPr>
          </a:p>
        </p:txBody>
      </p:sp>
      <p:sp>
        <p:nvSpPr>
          <p:cNvPr id="192" name="PlaceHolder 2"/>
          <p:cNvSpPr>
            <a:spLocks noGrp="1"/>
          </p:cNvSpPr>
          <p:nvPr>
            <p:ph/>
          </p:nvPr>
        </p:nvSpPr>
        <p:spPr>
          <a:xfrm>
            <a:off x="125280" y="1298160"/>
            <a:ext cx="8793360" cy="5284440"/>
          </a:xfrm>
          <a:prstGeom prst="rect">
            <a:avLst/>
          </a:prstGeom>
          <a:noFill/>
          <a:ln w="0">
            <a:noFill/>
          </a:ln>
        </p:spPr>
        <p:txBody>
          <a:bodyPr lIns="0" rIns="0" tIns="0" bIns="0" anchor="t">
            <a:normAutofit fontScale="92500" lnSpcReduction="9999"/>
          </a:bodyPr>
          <a:p>
            <a:pPr lvl="1" marL="461880" indent="-460440">
              <a:buClr>
                <a:srgbClr val="000066"/>
              </a:buClr>
              <a:buSzPct val="120000"/>
              <a:buFont typeface="Wingdings" charset="2"/>
              <a:buChar char=""/>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GB" sz="2000" strike="noStrike" u="none">
                <a:solidFill>
                  <a:srgbClr val="000066"/>
                </a:solidFill>
                <a:effectLst/>
                <a:uFillTx/>
                <a:latin typeface="Arial"/>
              </a:rPr>
              <a:t>Purpose:</a:t>
            </a:r>
            <a:r>
              <a:rPr b="0" lang="en-GB" sz="2000" strike="noStrike" u="none">
                <a:solidFill>
                  <a:srgbClr val="000066"/>
                </a:solidFill>
                <a:effectLst/>
                <a:uFillTx/>
                <a:latin typeface="Arial"/>
              </a:rPr>
              <a:t> to squeeze PST pricing by 2IM assessment of whether the Services, pricing &amp; SLAs are within 5% of the best available in the market;</a:t>
            </a:r>
            <a:endParaRPr b="0" lang="en-US" sz="2000" strike="noStrike" u="none">
              <a:solidFill>
                <a:srgbClr val="000066"/>
              </a:solidFill>
              <a:effectLst/>
              <a:uFillTx/>
              <a:latin typeface="Arial"/>
            </a:endParaRPr>
          </a:p>
          <a:p>
            <a:pPr lvl="1" marL="461880" indent="0">
              <a:buNone/>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endParaRPr b="0" lang="en-US" sz="2000" strike="noStrike" u="none">
              <a:solidFill>
                <a:srgbClr val="000066"/>
              </a:solidFill>
              <a:effectLst/>
              <a:uFillTx/>
              <a:latin typeface="Arial"/>
            </a:endParaRPr>
          </a:p>
          <a:p>
            <a:pPr lvl="1" marL="461880" indent="-460440">
              <a:buClr>
                <a:srgbClr val="000066"/>
              </a:buClr>
              <a:buSzPct val="120000"/>
              <a:buFont typeface="Wingdings" charset="2"/>
              <a:buChar char=""/>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GB" sz="2000" strike="noStrike" u="none">
                <a:solidFill>
                  <a:srgbClr val="000066"/>
                </a:solidFill>
                <a:effectLst/>
                <a:uFillTx/>
                <a:latin typeface="Arial"/>
              </a:rPr>
              <a:t>How:</a:t>
            </a:r>
            <a:r>
              <a:rPr b="0" lang="en-GB" sz="2000" strike="noStrike" u="none">
                <a:solidFill>
                  <a:srgbClr val="000066"/>
                </a:solidFill>
                <a:effectLst/>
                <a:uFillTx/>
                <a:latin typeface="Arial"/>
              </a:rPr>
              <a:t> 2IM makes a </a:t>
            </a:r>
            <a:r>
              <a:rPr b="0" lang="en-GB" sz="2000" strike="noStrike" u="sng">
                <a:solidFill>
                  <a:srgbClr val="000066"/>
                </a:solidFill>
                <a:effectLst/>
                <a:uFillTx/>
                <a:latin typeface="Arial"/>
              </a:rPr>
              <a:t>quarterly</a:t>
            </a:r>
            <a:r>
              <a:rPr b="0" lang="en-GB" sz="2000" strike="noStrike" u="none">
                <a:solidFill>
                  <a:srgbClr val="000066"/>
                </a:solidFill>
                <a:effectLst/>
                <a:uFillTx/>
                <a:latin typeface="Arial"/>
              </a:rPr>
              <a:t> comparison using (i) data it is required to collate &amp; maintain; and (ii) a comparative sample from that data prepared using “Like for Like Factors” (2IM also has to proactively notify ING where it sees a 10%+ variation in pricing for any Service element);</a:t>
            </a:r>
            <a:endParaRPr b="0" lang="en-US" sz="2000" strike="noStrike" u="none">
              <a:solidFill>
                <a:srgbClr val="000066"/>
              </a:solidFill>
              <a:effectLst/>
              <a:uFillTx/>
              <a:latin typeface="Arial"/>
            </a:endParaRPr>
          </a:p>
          <a:p>
            <a:pPr lvl="1" marL="461880" indent="0">
              <a:buNone/>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endParaRPr b="0" lang="en-US" sz="2000" strike="noStrike" u="none">
              <a:solidFill>
                <a:srgbClr val="000066"/>
              </a:solidFill>
              <a:effectLst/>
              <a:uFillTx/>
              <a:latin typeface="Arial"/>
            </a:endParaRPr>
          </a:p>
          <a:p>
            <a:pPr lvl="1" marL="461880" indent="-460440">
              <a:buClr>
                <a:srgbClr val="000066"/>
              </a:buClr>
              <a:buSzPct val="120000"/>
              <a:buFont typeface="Wingdings" charset="2"/>
              <a:buChar char=""/>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GB" sz="2000" strike="noStrike" u="none">
                <a:solidFill>
                  <a:srgbClr val="000066"/>
                </a:solidFill>
                <a:effectLst/>
                <a:uFillTx/>
                <a:latin typeface="Arial"/>
              </a:rPr>
              <a:t>Outcomes:</a:t>
            </a:r>
            <a:r>
              <a:rPr b="0" lang="en-GB" sz="2000" strike="noStrike" u="none">
                <a:solidFill>
                  <a:srgbClr val="000066"/>
                </a:solidFill>
                <a:effectLst/>
                <a:uFillTx/>
                <a:latin typeface="Arial"/>
              </a:rPr>
              <a:t> prices cannot increase. PST Supplier may be required to: (i) reduce prices; (ii) improve Service quality; and/or (iii) adjust SLAs;</a:t>
            </a:r>
            <a:endParaRPr b="0" lang="en-US" sz="2000" strike="noStrike" u="none">
              <a:solidFill>
                <a:srgbClr val="000066"/>
              </a:solidFill>
              <a:effectLst/>
              <a:uFillTx/>
              <a:latin typeface="Arial"/>
            </a:endParaRPr>
          </a:p>
          <a:p>
            <a:pPr lvl="1" marL="461880" indent="0">
              <a:buNone/>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endParaRPr b="0" lang="en-US" sz="2000" strike="noStrike" u="none">
              <a:solidFill>
                <a:srgbClr val="000066"/>
              </a:solidFill>
              <a:effectLst/>
              <a:uFillTx/>
              <a:latin typeface="Arial"/>
            </a:endParaRPr>
          </a:p>
          <a:p>
            <a:pPr lvl="1" marL="461880" indent="-460440">
              <a:buClr>
                <a:srgbClr val="000066"/>
              </a:buClr>
              <a:buSzPct val="120000"/>
              <a:buFont typeface="Wingdings" charset="2"/>
              <a:buChar char=""/>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GB" sz="2000" strike="noStrike" u="none">
                <a:solidFill>
                  <a:srgbClr val="000066"/>
                </a:solidFill>
                <a:effectLst/>
                <a:uFillTx/>
                <a:latin typeface="Arial"/>
              </a:rPr>
              <a:t>Remedies:</a:t>
            </a:r>
            <a:r>
              <a:rPr b="0" lang="en-GB" sz="2000" strike="noStrike" u="none">
                <a:solidFill>
                  <a:srgbClr val="000066"/>
                </a:solidFill>
                <a:effectLst/>
                <a:uFillTx/>
                <a:latin typeface="Arial"/>
              </a:rPr>
              <a:t> refund of 3 months over-payments and/or replacement of PST Supplier if it fails to comply (with no termination fees by ING and the outgoing PST Supplier having to pay up to €200k towards ING’s costs of bringing in a new supplier)</a:t>
            </a:r>
            <a:endParaRPr b="0" lang="en-US" sz="2000" strike="noStrike" u="none">
              <a:solidFill>
                <a:srgbClr val="000066"/>
              </a:solidFill>
              <a:effectLst/>
              <a:uFillTx/>
              <a:latin typeface="Arial"/>
            </a:endParaRPr>
          </a:p>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endParaRPr b="0" lang="en-US" sz="2000" strike="noStrike" u="none">
              <a:solidFill>
                <a:srgbClr val="000066"/>
              </a:solidFill>
              <a:effectLst/>
              <a:uFillTx/>
              <a:latin typeface="Arial"/>
            </a:endParaRPr>
          </a:p>
        </p:txBody>
      </p:sp>
      <p:sp>
        <p:nvSpPr>
          <p:cNvPr id="4" name="PlaceHolder 3"/>
          <p:cNvSpPr>
            <a:spLocks noGrp="1"/>
          </p:cNvSpPr>
          <p:nvPr>
            <p:ph type="ftr" idx="1"/>
          </p:nvPr>
        </p:nvSpPr>
        <p:spPr/>
        <p:txBody>
          <a:bodyPr/>
          <a:p>
            <a:r>
              <a:t>SWS Contract Lanscape</a:t>
            </a:r>
          </a:p>
        </p:txBody>
      </p:sp>
    </p:spTree>
  </p:cSld>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3" name="PlaceHolder 1"/>
          <p:cNvSpPr>
            <a:spLocks noGrp="1"/>
          </p:cNvSpPr>
          <p:nvPr>
            <p:ph type="title"/>
          </p:nvPr>
        </p:nvSpPr>
        <p:spPr>
          <a:xfrm>
            <a:off x="122400" y="502560"/>
            <a:ext cx="8812080" cy="335520"/>
          </a:xfrm>
          <a:prstGeom prst="rect">
            <a:avLst/>
          </a:prstGeom>
          <a:noFill/>
          <a:ln w="0">
            <a:noFill/>
          </a:ln>
        </p:spPr>
        <p:txBody>
          <a:bodyPr lIns="0" rIns="0" tIns="0" bIns="0" anchor="b">
            <a:spAutoFit/>
          </a:bodyPr>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GB" sz="2200" strike="noStrike" u="none">
                <a:solidFill>
                  <a:srgbClr val="000066"/>
                </a:solidFill>
                <a:effectLst/>
                <a:uFillTx/>
                <a:latin typeface="Arial Black"/>
              </a:rPr>
              <a:t>Risk Mitigation (8/9) – Benchmarking</a:t>
            </a:r>
            <a:endParaRPr b="1" lang="en-US" sz="2200" strike="noStrike" u="none">
              <a:solidFill>
                <a:srgbClr val="000066"/>
              </a:solidFill>
              <a:effectLst/>
              <a:uFillTx/>
              <a:latin typeface="Arial Black"/>
            </a:endParaRPr>
          </a:p>
        </p:txBody>
      </p:sp>
      <p:sp>
        <p:nvSpPr>
          <p:cNvPr id="194" name="PlaceHolder 2"/>
          <p:cNvSpPr>
            <a:spLocks noGrp="1"/>
          </p:cNvSpPr>
          <p:nvPr>
            <p:ph/>
          </p:nvPr>
        </p:nvSpPr>
        <p:spPr>
          <a:xfrm>
            <a:off x="125280" y="1298160"/>
            <a:ext cx="8793360" cy="5250960"/>
          </a:xfrm>
          <a:prstGeom prst="rect">
            <a:avLst/>
          </a:prstGeom>
          <a:noFill/>
          <a:ln w="0">
            <a:noFill/>
          </a:ln>
        </p:spPr>
        <p:txBody>
          <a:bodyPr lIns="0" rIns="0" tIns="0" bIns="0" anchor="t">
            <a:normAutofit fontScale="92500" lnSpcReduction="9999"/>
          </a:bodyPr>
          <a:p>
            <a:pPr lvl="1" marL="461880" indent="-460440">
              <a:buClr>
                <a:srgbClr val="000066"/>
              </a:buClr>
              <a:buSzPct val="120000"/>
              <a:buFont typeface="Wingdings" charset="2"/>
              <a:buChar char=""/>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GB" sz="2000" strike="noStrike" u="none">
                <a:solidFill>
                  <a:srgbClr val="000066"/>
                </a:solidFill>
                <a:effectLst/>
                <a:uFillTx/>
                <a:latin typeface="Arial"/>
              </a:rPr>
              <a:t>Purpose:</a:t>
            </a:r>
            <a:r>
              <a:rPr b="0" lang="en-GB" sz="2000" strike="noStrike" u="none">
                <a:solidFill>
                  <a:srgbClr val="000066"/>
                </a:solidFill>
                <a:effectLst/>
                <a:uFillTx/>
                <a:latin typeface="Arial"/>
              </a:rPr>
              <a:t> to make further “mark to market” assessment to ensure that Services and prices remain “Best in Class” (i.e. within 5% of the “best” available in the market);</a:t>
            </a:r>
            <a:endParaRPr b="0" lang="en-US" sz="2000" strike="noStrike" u="none">
              <a:solidFill>
                <a:srgbClr val="000066"/>
              </a:solidFill>
              <a:effectLst/>
              <a:uFillTx/>
              <a:latin typeface="Arial"/>
            </a:endParaRPr>
          </a:p>
          <a:p>
            <a:pPr lvl="1" marL="461880" indent="0">
              <a:buNone/>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endParaRPr b="0" lang="en-US" sz="2000" strike="noStrike" u="none">
              <a:solidFill>
                <a:srgbClr val="000066"/>
              </a:solidFill>
              <a:effectLst/>
              <a:uFillTx/>
              <a:latin typeface="Arial"/>
            </a:endParaRPr>
          </a:p>
          <a:p>
            <a:pPr lvl="1" marL="461880" indent="-460440">
              <a:buClr>
                <a:srgbClr val="000066"/>
              </a:buClr>
              <a:buSzPct val="120000"/>
              <a:buFont typeface="Wingdings" charset="2"/>
              <a:buChar char=""/>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US" sz="2000" strike="noStrike" u="none">
                <a:solidFill>
                  <a:srgbClr val="000066"/>
                </a:solidFill>
                <a:effectLst/>
                <a:uFillTx/>
                <a:latin typeface="Arial"/>
              </a:rPr>
              <a:t>How:</a:t>
            </a:r>
            <a:r>
              <a:rPr b="0" lang="en-US" sz="2000" strike="noStrike" u="none">
                <a:solidFill>
                  <a:srgbClr val="000066"/>
                </a:solidFill>
                <a:effectLst/>
                <a:uFillTx/>
                <a:latin typeface="Arial"/>
              </a:rPr>
              <a:t> </a:t>
            </a:r>
            <a:r>
              <a:rPr b="0" lang="en-GB" sz="2000" strike="noStrike" u="none">
                <a:solidFill>
                  <a:srgbClr val="000066"/>
                </a:solidFill>
                <a:effectLst/>
                <a:uFillTx/>
                <a:latin typeface="Arial"/>
              </a:rPr>
              <a:t>ING (i) chooses the Service elements to be benchmarked; (ii) issues a Benchmarking Notice at any time (subject to restrictions on the first one and frequency) and (iii) nominates its preferred organisation as “Benchmarker”. Terms of Reference are agreed between ING and 2IM and a formal 3-way agreement is entered into between ING, 2IM and the Benchmarker;</a:t>
            </a:r>
            <a:endParaRPr b="0" lang="en-US" sz="2000" strike="noStrike" u="none">
              <a:solidFill>
                <a:srgbClr val="000066"/>
              </a:solidFill>
              <a:effectLst/>
              <a:uFillTx/>
              <a:latin typeface="Arial"/>
            </a:endParaRPr>
          </a:p>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endParaRPr b="0" lang="en-US" sz="2000" strike="noStrike" u="none">
              <a:solidFill>
                <a:srgbClr val="000066"/>
              </a:solidFill>
              <a:effectLst/>
              <a:uFillTx/>
              <a:latin typeface="Arial"/>
            </a:endParaRPr>
          </a:p>
          <a:p>
            <a:pPr lvl="1" marL="461880" indent="-460440">
              <a:buClr>
                <a:srgbClr val="000066"/>
              </a:buClr>
              <a:buSzPct val="120000"/>
              <a:buFont typeface="Wingdings" charset="2"/>
              <a:buChar char=""/>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GB" sz="2000" strike="noStrike" u="none">
                <a:solidFill>
                  <a:srgbClr val="000066"/>
                </a:solidFill>
                <a:effectLst/>
                <a:uFillTx/>
                <a:latin typeface="Arial"/>
              </a:rPr>
              <a:t>Outcomes:</a:t>
            </a:r>
            <a:r>
              <a:rPr b="0" lang="en-GB" sz="2000" strike="noStrike" u="none">
                <a:solidFill>
                  <a:srgbClr val="000066"/>
                </a:solidFill>
                <a:effectLst/>
                <a:uFillTx/>
                <a:latin typeface="Arial"/>
              </a:rPr>
              <a:t> prices cannot increase &amp; SLA levels cannot be reduced. Otherwise same as for Mincer Procedure;</a:t>
            </a:r>
            <a:endParaRPr b="0" lang="en-US" sz="2000" strike="noStrike" u="none">
              <a:solidFill>
                <a:srgbClr val="000066"/>
              </a:solidFill>
              <a:effectLst/>
              <a:uFillTx/>
              <a:latin typeface="Arial"/>
            </a:endParaRPr>
          </a:p>
          <a:p>
            <a:pPr lvl="1" marL="461880" indent="0">
              <a:buNone/>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endParaRPr b="0" lang="en-US" sz="2000" strike="noStrike" u="none">
              <a:solidFill>
                <a:srgbClr val="000066"/>
              </a:solidFill>
              <a:effectLst/>
              <a:uFillTx/>
              <a:latin typeface="Arial"/>
            </a:endParaRPr>
          </a:p>
          <a:p>
            <a:pPr lvl="1" marL="461880" indent="-460440">
              <a:buClr>
                <a:srgbClr val="000066"/>
              </a:buClr>
              <a:buSzPct val="120000"/>
              <a:buFont typeface="Wingdings" charset="2"/>
              <a:buChar char=""/>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GB" sz="2000" strike="noStrike" u="none">
                <a:solidFill>
                  <a:srgbClr val="000066"/>
                </a:solidFill>
                <a:effectLst/>
                <a:uFillTx/>
                <a:latin typeface="Arial"/>
              </a:rPr>
              <a:t>Remedies:</a:t>
            </a:r>
            <a:r>
              <a:rPr b="0" lang="en-GB" sz="2000" strike="noStrike" u="none">
                <a:solidFill>
                  <a:srgbClr val="000066"/>
                </a:solidFill>
                <a:effectLst/>
                <a:uFillTx/>
                <a:latin typeface="Arial"/>
              </a:rPr>
              <a:t> same as for Mincer Procedure i.e. PST Supplier can be replaced</a:t>
            </a:r>
            <a:endParaRPr b="0" lang="en-US" sz="2000" strike="noStrike" u="none">
              <a:solidFill>
                <a:srgbClr val="000066"/>
              </a:solidFill>
              <a:effectLst/>
              <a:uFillTx/>
              <a:latin typeface="Arial"/>
            </a:endParaRPr>
          </a:p>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endParaRPr b="0" lang="en-US" sz="2000" strike="noStrike" u="none">
              <a:solidFill>
                <a:srgbClr val="000066"/>
              </a:solidFill>
              <a:effectLst/>
              <a:uFillTx/>
              <a:latin typeface="Arial"/>
            </a:endParaRPr>
          </a:p>
        </p:txBody>
      </p:sp>
      <p:sp>
        <p:nvSpPr>
          <p:cNvPr id="4" name="PlaceHolder 3"/>
          <p:cNvSpPr>
            <a:spLocks noGrp="1"/>
          </p:cNvSpPr>
          <p:nvPr>
            <p:ph type="ftr" idx="1"/>
          </p:nvPr>
        </p:nvSpPr>
        <p:spPr/>
        <p:txBody>
          <a:bodyPr/>
          <a:p>
            <a:r>
              <a:t>SWS Contract Lanscape</a:t>
            </a:r>
          </a:p>
        </p:txBody>
      </p:sp>
    </p:spTree>
  </p:cSld>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5" name="PlaceHolder 1"/>
          <p:cNvSpPr>
            <a:spLocks noGrp="1"/>
          </p:cNvSpPr>
          <p:nvPr>
            <p:ph type="title"/>
          </p:nvPr>
        </p:nvSpPr>
        <p:spPr>
          <a:xfrm>
            <a:off x="122400" y="502560"/>
            <a:ext cx="8812080" cy="335520"/>
          </a:xfrm>
          <a:prstGeom prst="rect">
            <a:avLst/>
          </a:prstGeom>
          <a:noFill/>
          <a:ln w="0">
            <a:noFill/>
          </a:ln>
        </p:spPr>
        <p:txBody>
          <a:bodyPr lIns="0" rIns="0" tIns="0" bIns="0" anchor="b">
            <a:spAutoFit/>
          </a:bodyPr>
          <a:p>
            <a:pPr indent="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GB" sz="2200" strike="noStrike" u="none">
                <a:solidFill>
                  <a:srgbClr val="000066"/>
                </a:solidFill>
                <a:effectLst/>
                <a:uFillTx/>
                <a:latin typeface="Arial Black"/>
              </a:rPr>
              <a:t>Risk Mitigation (9/9) – hardware provisions</a:t>
            </a:r>
            <a:endParaRPr b="1" lang="en-US" sz="2200" strike="noStrike" u="none">
              <a:solidFill>
                <a:srgbClr val="000066"/>
              </a:solidFill>
              <a:effectLst/>
              <a:uFillTx/>
              <a:latin typeface="Arial Black"/>
            </a:endParaRPr>
          </a:p>
        </p:txBody>
      </p:sp>
      <p:sp>
        <p:nvSpPr>
          <p:cNvPr id="196" name="PlaceHolder 2"/>
          <p:cNvSpPr>
            <a:spLocks noGrp="1"/>
          </p:cNvSpPr>
          <p:nvPr>
            <p:ph/>
          </p:nvPr>
        </p:nvSpPr>
        <p:spPr>
          <a:xfrm>
            <a:off x="125280" y="1298160"/>
            <a:ext cx="8793360" cy="3421440"/>
          </a:xfrm>
          <a:prstGeom prst="rect">
            <a:avLst/>
          </a:prstGeom>
          <a:noFill/>
          <a:ln w="0">
            <a:noFill/>
          </a:ln>
        </p:spPr>
        <p:txBody>
          <a:bodyPr lIns="0" rIns="0" tIns="0" bIns="0" anchor="t">
            <a:normAutofit fontScale="92500" lnSpcReduction="9999"/>
          </a:bodyPr>
          <a:p>
            <a:pPr lvl="1" marL="461880" indent="-460440">
              <a:buClr>
                <a:srgbClr val="000066"/>
              </a:buClr>
              <a:buSzPct val="120000"/>
              <a:buFont typeface="Wingdings" charset="2"/>
              <a:buChar char=""/>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GB" sz="2000" strike="noStrike" u="none">
                <a:solidFill>
                  <a:srgbClr val="000066"/>
                </a:solidFill>
                <a:effectLst/>
                <a:uFillTx/>
                <a:latin typeface="Arial"/>
              </a:rPr>
              <a:t>Guaranteed Price Reductions on Hardware (Ex. 4 Cl 11)</a:t>
            </a:r>
            <a:endParaRPr b="0" lang="en-US" sz="2000" strike="noStrike" u="none">
              <a:solidFill>
                <a:srgbClr val="000066"/>
              </a:solidFill>
              <a:effectLst/>
              <a:uFillTx/>
              <a:latin typeface="Arial"/>
            </a:endParaRPr>
          </a:p>
          <a:p>
            <a:pPr lvl="1" marL="461880" indent="-46044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GB" sz="2000" strike="noStrike" u="none">
                <a:solidFill>
                  <a:srgbClr val="000066"/>
                </a:solidFill>
                <a:effectLst/>
                <a:uFillTx/>
                <a:latin typeface="Arial"/>
              </a:rPr>
              <a:t>	</a:t>
            </a:r>
            <a:r>
              <a:rPr b="0" lang="en-GB" sz="2000" strike="noStrike" u="none">
                <a:solidFill>
                  <a:srgbClr val="000066"/>
                </a:solidFill>
                <a:effectLst/>
                <a:uFillTx/>
                <a:latin typeface="Arial"/>
              </a:rPr>
              <a:t>In addition to reductions to pricing that will occur throughout the Term through benchmarking, minimum price reductions have been agreed for Desktops, Laptops and Servers</a:t>
            </a:r>
            <a:endParaRPr b="0" lang="en-US" sz="2000" strike="noStrike" u="none">
              <a:solidFill>
                <a:srgbClr val="000066"/>
              </a:solidFill>
              <a:effectLst/>
              <a:uFillTx/>
              <a:latin typeface="Arial"/>
            </a:endParaRPr>
          </a:p>
          <a:p>
            <a:pPr lvl="1" marL="461880" indent="0">
              <a:buNone/>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endParaRPr b="0" lang="en-US" sz="2000" strike="noStrike" u="none">
              <a:solidFill>
                <a:srgbClr val="000066"/>
              </a:solidFill>
              <a:effectLst/>
              <a:uFillTx/>
              <a:latin typeface="Arial"/>
            </a:endParaRPr>
          </a:p>
          <a:p>
            <a:pPr lvl="1" marL="461880" indent="0">
              <a:buNone/>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endParaRPr b="0" lang="en-US" sz="2000" strike="noStrike" u="none">
              <a:solidFill>
                <a:srgbClr val="000066"/>
              </a:solidFill>
              <a:effectLst/>
              <a:uFillTx/>
              <a:latin typeface="Arial"/>
            </a:endParaRPr>
          </a:p>
          <a:p>
            <a:pPr lvl="1" marL="461880" indent="-460440">
              <a:buClr>
                <a:srgbClr val="000066"/>
              </a:buClr>
              <a:buSzPct val="120000"/>
              <a:buFont typeface="Wingdings" charset="2"/>
              <a:buChar char=""/>
              <a:tabLst>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1" lang="en-GB" sz="2000" strike="noStrike" u="none">
                <a:solidFill>
                  <a:srgbClr val="000066"/>
                </a:solidFill>
                <a:effectLst/>
                <a:uFillTx/>
                <a:latin typeface="Arial"/>
              </a:rPr>
              <a:t>Hardware Refresh Cycle (Ex. 4 Cl 12)</a:t>
            </a:r>
            <a:endParaRPr b="0" lang="en-US" sz="2000" strike="noStrike" u="none">
              <a:solidFill>
                <a:srgbClr val="000066"/>
              </a:solidFill>
              <a:effectLst/>
              <a:uFillTx/>
              <a:latin typeface="Arial"/>
            </a:endParaRPr>
          </a:p>
          <a:p>
            <a:pPr lvl="1" marL="461880" indent="-460440">
              <a:buNone/>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en-GB" sz="2000" strike="noStrike" u="none">
                <a:solidFill>
                  <a:srgbClr val="000066"/>
                </a:solidFill>
                <a:effectLst/>
                <a:uFillTx/>
                <a:latin typeface="Arial"/>
              </a:rPr>
              <a:t>	</a:t>
            </a:r>
            <a:r>
              <a:rPr b="0" lang="en-GB" sz="2000" strike="noStrike" u="none">
                <a:solidFill>
                  <a:srgbClr val="000066"/>
                </a:solidFill>
                <a:effectLst/>
                <a:uFillTx/>
                <a:latin typeface="Arial"/>
              </a:rPr>
              <a:t>ING has “absolute discretion to determine the period for the refresh of any particular item or items of Equipment and when any particular refresh period should commence”. ING is therefore in control of how/when a change to the refresh cycle will impact pricing</a:t>
            </a:r>
            <a:endParaRPr b="0" lang="en-US" sz="2000" strike="noStrike" u="none">
              <a:solidFill>
                <a:srgbClr val="000066"/>
              </a:solidFill>
              <a:effectLst/>
              <a:uFillTx/>
              <a:latin typeface="Arial"/>
            </a:endParaRPr>
          </a:p>
        </p:txBody>
      </p:sp>
      <p:sp>
        <p:nvSpPr>
          <p:cNvPr id="4" name="PlaceHolder 3"/>
          <p:cNvSpPr>
            <a:spLocks noGrp="1"/>
          </p:cNvSpPr>
          <p:nvPr>
            <p:ph type="ftr" idx="1"/>
          </p:nvPr>
        </p:nvSpPr>
        <p:spPr/>
        <p:txBody>
          <a:bodyPr/>
          <a:p>
            <a:r>
              <a:t>SWS Contract Lanscape</a:t>
            </a:r>
          </a:p>
        </p:txBody>
      </p:sp>
    </p:spTree>
  </p:cSld>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1668</TotalTime>
  <Application>LibreOffice/25.2.2.2$MacOSX_AARCH64 LibreOffice_project/7370d4be9e3cf6031a51beef54ff3bda878e3fac</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2006-08-31T12:53:45Z</dcterms:created>
  <dc:creator>mark.jonker</dc:creator>
  <dc:description>Blank Presentation. Accenture Firmwide Templates v10.0.</dc:description>
  <dc:language>en-US</dc:language>
  <cp:lastModifiedBy>Stuart Johnson</cp:lastModifiedBy>
  <dcterms:modified xsi:type="dcterms:W3CDTF">2007-01-09T19:59:40Z</dcterms:modified>
  <cp:revision>92</cp:revision>
  <dc:subject/>
  <dc:title>Slide 1</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ies>
</file>