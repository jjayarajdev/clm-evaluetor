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handoutMasterIdLst>
    <p:handoutMasterId r:id="rId31"/>
  </p:handoutMasterIdLst>
  <p:sldIdLst>
    <p:sldId id="256" r:id="rId5"/>
    <p:sldId id="288" r:id="rId6"/>
    <p:sldId id="298" r:id="rId7"/>
    <p:sldId id="299" r:id="rId8"/>
    <p:sldId id="295" r:id="rId9"/>
    <p:sldId id="314" r:id="rId10"/>
    <p:sldId id="315" r:id="rId11"/>
    <p:sldId id="289" r:id="rId12"/>
    <p:sldId id="290" r:id="rId13"/>
    <p:sldId id="313" r:id="rId14"/>
    <p:sldId id="309" r:id="rId15"/>
    <p:sldId id="312" r:id="rId16"/>
    <p:sldId id="311" r:id="rId17"/>
    <p:sldId id="291" r:id="rId18"/>
    <p:sldId id="292" r:id="rId19"/>
    <p:sldId id="293" r:id="rId20"/>
    <p:sldId id="296" r:id="rId21"/>
    <p:sldId id="287" r:id="rId22"/>
    <p:sldId id="300" r:id="rId23"/>
    <p:sldId id="304" r:id="rId24"/>
    <p:sldId id="305" r:id="rId25"/>
    <p:sldId id="306" r:id="rId26"/>
    <p:sldId id="307" r:id="rId27"/>
    <p:sldId id="308" r:id="rId28"/>
    <p:sldId id="302" r:id="rId29"/>
  </p:sldIdLst>
  <p:sldSz cx="9144000" cy="6858000" type="screen4x3"/>
  <p:notesSz cx="9944100" cy="6805613"/>
  <p:defaultTextStyle>
    <a:defPPr>
      <a:defRPr lang="nl-NL"/>
    </a:defPPr>
    <a:lvl1pPr algn="l" rtl="0" fontAlgn="base">
      <a:spcBef>
        <a:spcPct val="0"/>
      </a:spcBef>
      <a:spcAft>
        <a:spcPct val="0"/>
      </a:spcAft>
      <a:defRPr sz="3600" kern="1200">
        <a:solidFill>
          <a:schemeClr val="tx2"/>
        </a:solidFill>
        <a:latin typeface="Verdana" pitchFamily="34" charset="0"/>
        <a:ea typeface="+mn-ea"/>
        <a:cs typeface="Arial" charset="0"/>
      </a:defRPr>
    </a:lvl1pPr>
    <a:lvl2pPr marL="457200" algn="l" rtl="0" fontAlgn="base">
      <a:spcBef>
        <a:spcPct val="0"/>
      </a:spcBef>
      <a:spcAft>
        <a:spcPct val="0"/>
      </a:spcAft>
      <a:defRPr sz="3600" kern="1200">
        <a:solidFill>
          <a:schemeClr val="tx2"/>
        </a:solidFill>
        <a:latin typeface="Verdana" pitchFamily="34" charset="0"/>
        <a:ea typeface="+mn-ea"/>
        <a:cs typeface="Arial" charset="0"/>
      </a:defRPr>
    </a:lvl2pPr>
    <a:lvl3pPr marL="914400" algn="l" rtl="0" fontAlgn="base">
      <a:spcBef>
        <a:spcPct val="0"/>
      </a:spcBef>
      <a:spcAft>
        <a:spcPct val="0"/>
      </a:spcAft>
      <a:defRPr sz="3600" kern="1200">
        <a:solidFill>
          <a:schemeClr val="tx2"/>
        </a:solidFill>
        <a:latin typeface="Verdana" pitchFamily="34" charset="0"/>
        <a:ea typeface="+mn-ea"/>
        <a:cs typeface="Arial" charset="0"/>
      </a:defRPr>
    </a:lvl3pPr>
    <a:lvl4pPr marL="1371600" algn="l" rtl="0" fontAlgn="base">
      <a:spcBef>
        <a:spcPct val="0"/>
      </a:spcBef>
      <a:spcAft>
        <a:spcPct val="0"/>
      </a:spcAft>
      <a:defRPr sz="3600" kern="1200">
        <a:solidFill>
          <a:schemeClr val="tx2"/>
        </a:solidFill>
        <a:latin typeface="Verdana" pitchFamily="34" charset="0"/>
        <a:ea typeface="+mn-ea"/>
        <a:cs typeface="Arial" charset="0"/>
      </a:defRPr>
    </a:lvl4pPr>
    <a:lvl5pPr marL="1828800" algn="l" rtl="0" fontAlgn="base">
      <a:spcBef>
        <a:spcPct val="0"/>
      </a:spcBef>
      <a:spcAft>
        <a:spcPct val="0"/>
      </a:spcAft>
      <a:defRPr sz="3600" kern="1200">
        <a:solidFill>
          <a:schemeClr val="tx2"/>
        </a:solidFill>
        <a:latin typeface="Verdana" pitchFamily="34" charset="0"/>
        <a:ea typeface="+mn-ea"/>
        <a:cs typeface="Arial" charset="0"/>
      </a:defRPr>
    </a:lvl5pPr>
    <a:lvl6pPr marL="2286000" algn="l" defTabSz="914400" rtl="0" eaLnBrk="1" latinLnBrk="0" hangingPunct="1">
      <a:defRPr sz="3600" kern="1200">
        <a:solidFill>
          <a:schemeClr val="tx2"/>
        </a:solidFill>
        <a:latin typeface="Verdana" pitchFamily="34" charset="0"/>
        <a:ea typeface="+mn-ea"/>
        <a:cs typeface="Arial" charset="0"/>
      </a:defRPr>
    </a:lvl6pPr>
    <a:lvl7pPr marL="2743200" algn="l" defTabSz="914400" rtl="0" eaLnBrk="1" latinLnBrk="0" hangingPunct="1">
      <a:defRPr sz="3600" kern="1200">
        <a:solidFill>
          <a:schemeClr val="tx2"/>
        </a:solidFill>
        <a:latin typeface="Verdana" pitchFamily="34" charset="0"/>
        <a:ea typeface="+mn-ea"/>
        <a:cs typeface="Arial" charset="0"/>
      </a:defRPr>
    </a:lvl7pPr>
    <a:lvl8pPr marL="3200400" algn="l" defTabSz="914400" rtl="0" eaLnBrk="1" latinLnBrk="0" hangingPunct="1">
      <a:defRPr sz="3600" kern="1200">
        <a:solidFill>
          <a:schemeClr val="tx2"/>
        </a:solidFill>
        <a:latin typeface="Verdana" pitchFamily="34" charset="0"/>
        <a:ea typeface="+mn-ea"/>
        <a:cs typeface="Arial" charset="0"/>
      </a:defRPr>
    </a:lvl8pPr>
    <a:lvl9pPr marL="3657600" algn="l" defTabSz="914400" rtl="0" eaLnBrk="1" latinLnBrk="0" hangingPunct="1">
      <a:defRPr sz="3600" kern="1200">
        <a:solidFill>
          <a:schemeClr val="tx2"/>
        </a:solidFill>
        <a:latin typeface="Verdana" pitchFamily="34" charset="0"/>
        <a:ea typeface="+mn-ea"/>
        <a:cs typeface="Arial" charset="0"/>
      </a:defRPr>
    </a:lvl9pPr>
  </p:defaultTextStyle>
  <p:extLst>
    <p:ext uri="{EFAFB233-063F-42B5-8137-9DF3F51BA10A}">
      <p15:sldGuideLst xmlns:p15="http://schemas.microsoft.com/office/powerpoint/2012/main">
        <p15:guide id="1" orient="horz" pos="73">
          <p15:clr>
            <a:srgbClr val="A4A3A4"/>
          </p15:clr>
        </p15:guide>
        <p15:guide id="2">
          <p15:clr>
            <a:srgbClr val="A4A3A4"/>
          </p15:clr>
        </p15:guide>
      </p15:sldGuideLst>
    </p:ext>
    <p:ext uri="{2D200454-40CA-4A62-9FC3-DE9A4176ACB9}">
      <p15:notesGuideLst xmlns:p15="http://schemas.microsoft.com/office/powerpoint/2012/main">
        <p15:guide id="1" orient="horz" pos="2144" userDrawn="1">
          <p15:clr>
            <a:srgbClr val="A4A3A4"/>
          </p15:clr>
        </p15:guide>
        <p15:guide id="2" pos="313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ob" initials="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EA1"/>
    <a:srgbClr val="99FF33"/>
    <a:srgbClr val="99FF99"/>
    <a:srgbClr val="CCFF66"/>
    <a:srgbClr val="FF8000"/>
    <a:srgbClr val="E5C60B"/>
    <a:srgbClr val="FFFFCC"/>
    <a:srgbClr val="FF7C80"/>
    <a:srgbClr val="DFE41A"/>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34" autoAdjust="0"/>
    <p:restoredTop sz="96608" autoAdjust="0"/>
  </p:normalViewPr>
  <p:slideViewPr>
    <p:cSldViewPr>
      <p:cViewPr varScale="1">
        <p:scale>
          <a:sx n="86" d="100"/>
          <a:sy n="86" d="100"/>
        </p:scale>
        <p:origin x="1626" y="78"/>
      </p:cViewPr>
      <p:guideLst>
        <p:guide orient="horz" pos="73"/>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0" d="100"/>
        <a:sy n="130" d="100"/>
      </p:scale>
      <p:origin x="0" y="0"/>
    </p:cViewPr>
  </p:sorterViewPr>
  <p:notesViewPr>
    <p:cSldViewPr snapToGrid="0">
      <p:cViewPr varScale="1">
        <p:scale>
          <a:sx n="55" d="100"/>
          <a:sy n="55" d="100"/>
        </p:scale>
        <p:origin x="-1830" y="-78"/>
      </p:cViewPr>
      <p:guideLst>
        <p:guide orient="horz" pos="2144"/>
        <p:guide pos="3134"/>
      </p:guideLst>
    </p:cSldViewPr>
  </p:notesViewPr>
  <p:gridSpacing cx="72010" cy="7201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image" Target="../media/image7.jpg"/></Relationships>
</file>

<file path=ppt/diagrams/_rels/data5.xml.rels><?xml version="1.0" encoding="UTF-8" standalone="yes"?>
<Relationships xmlns="http://schemas.openxmlformats.org/package/2006/relationships"><Relationship Id="rId8" Type="http://schemas.openxmlformats.org/officeDocument/2006/relationships/image" Target="../media/image30.jpeg"/><Relationship Id="rId13" Type="http://schemas.openxmlformats.org/officeDocument/2006/relationships/image" Target="../media/image35.jpeg"/><Relationship Id="rId3" Type="http://schemas.openxmlformats.org/officeDocument/2006/relationships/image" Target="../media/image25.jpeg"/><Relationship Id="rId7" Type="http://schemas.openxmlformats.org/officeDocument/2006/relationships/image" Target="../media/image29.jpeg"/><Relationship Id="rId12" Type="http://schemas.openxmlformats.org/officeDocument/2006/relationships/image" Target="../media/image34.jpeg"/><Relationship Id="rId2" Type="http://schemas.openxmlformats.org/officeDocument/2006/relationships/image" Target="../media/image24.png"/><Relationship Id="rId16" Type="http://schemas.openxmlformats.org/officeDocument/2006/relationships/image" Target="../media/image38.png"/><Relationship Id="rId1" Type="http://schemas.openxmlformats.org/officeDocument/2006/relationships/image" Target="../media/image23.png"/><Relationship Id="rId6" Type="http://schemas.openxmlformats.org/officeDocument/2006/relationships/image" Target="../media/image28.jpeg"/><Relationship Id="rId11" Type="http://schemas.openxmlformats.org/officeDocument/2006/relationships/image" Target="../media/image33.png"/><Relationship Id="rId5" Type="http://schemas.openxmlformats.org/officeDocument/2006/relationships/image" Target="../media/image27.jpeg"/><Relationship Id="rId15" Type="http://schemas.openxmlformats.org/officeDocument/2006/relationships/image" Target="../media/image37.jpeg"/><Relationship Id="rId10" Type="http://schemas.openxmlformats.org/officeDocument/2006/relationships/image" Target="../media/image32.jpeg"/><Relationship Id="rId4" Type="http://schemas.openxmlformats.org/officeDocument/2006/relationships/image" Target="../media/image26.jpeg"/><Relationship Id="rId9" Type="http://schemas.openxmlformats.org/officeDocument/2006/relationships/image" Target="../media/image31.jpeg"/><Relationship Id="rId14" Type="http://schemas.openxmlformats.org/officeDocument/2006/relationships/image" Target="../media/image36.pn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image" Target="../media/image7.jpg"/></Relationships>
</file>

<file path=ppt/diagrams/_rels/drawing5.xml.rels><?xml version="1.0" encoding="UTF-8" standalone="yes"?>
<Relationships xmlns="http://schemas.openxmlformats.org/package/2006/relationships"><Relationship Id="rId8" Type="http://schemas.openxmlformats.org/officeDocument/2006/relationships/image" Target="../media/image30.jpeg"/><Relationship Id="rId13" Type="http://schemas.openxmlformats.org/officeDocument/2006/relationships/image" Target="../media/image35.jpeg"/><Relationship Id="rId3" Type="http://schemas.openxmlformats.org/officeDocument/2006/relationships/image" Target="../media/image25.jpeg"/><Relationship Id="rId7" Type="http://schemas.openxmlformats.org/officeDocument/2006/relationships/image" Target="../media/image29.jpeg"/><Relationship Id="rId12" Type="http://schemas.openxmlformats.org/officeDocument/2006/relationships/image" Target="../media/image34.jpeg"/><Relationship Id="rId2" Type="http://schemas.openxmlformats.org/officeDocument/2006/relationships/image" Target="../media/image24.png"/><Relationship Id="rId16" Type="http://schemas.openxmlformats.org/officeDocument/2006/relationships/image" Target="../media/image38.png"/><Relationship Id="rId1" Type="http://schemas.openxmlformats.org/officeDocument/2006/relationships/image" Target="../media/image23.png"/><Relationship Id="rId6" Type="http://schemas.openxmlformats.org/officeDocument/2006/relationships/image" Target="../media/image28.jpeg"/><Relationship Id="rId11" Type="http://schemas.openxmlformats.org/officeDocument/2006/relationships/image" Target="../media/image33.png"/><Relationship Id="rId5" Type="http://schemas.openxmlformats.org/officeDocument/2006/relationships/image" Target="../media/image27.jpeg"/><Relationship Id="rId15" Type="http://schemas.openxmlformats.org/officeDocument/2006/relationships/image" Target="../media/image37.jpeg"/><Relationship Id="rId10" Type="http://schemas.openxmlformats.org/officeDocument/2006/relationships/image" Target="../media/image32.jpeg"/><Relationship Id="rId4" Type="http://schemas.openxmlformats.org/officeDocument/2006/relationships/image" Target="../media/image26.jpeg"/><Relationship Id="rId9" Type="http://schemas.openxmlformats.org/officeDocument/2006/relationships/image" Target="../media/image31.jpeg"/><Relationship Id="rId14" Type="http://schemas.openxmlformats.org/officeDocument/2006/relationships/image" Target="../media/image36.png"/></Relationships>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9435A7-0475-488A-8C6D-901DE3BE7119}" type="doc">
      <dgm:prSet loTypeId="urn:microsoft.com/office/officeart/2005/8/layout/hList7" loCatId="list" qsTypeId="urn:microsoft.com/office/officeart/2005/8/quickstyle/simple3" qsCatId="simple" csTypeId="urn:microsoft.com/office/officeart/2005/8/colors/accent6_3" csCatId="accent6" phldr="1"/>
      <dgm:spPr/>
      <dgm:t>
        <a:bodyPr/>
        <a:lstStyle/>
        <a:p>
          <a:endParaRPr lang="en-GB"/>
        </a:p>
      </dgm:t>
    </dgm:pt>
    <dgm:pt modelId="{B1DB67C7-C5D7-49DB-A09F-AF5F02DF6C65}">
      <dgm:prSet custT="1"/>
      <dgm:spPr>
        <a:solidFill>
          <a:schemeClr val="bg1"/>
        </a:solidFill>
      </dgm:spPr>
      <dgm:t>
        <a:bodyPr/>
        <a:lstStyle/>
        <a:p>
          <a:pPr rtl="0"/>
          <a:r>
            <a:rPr lang="en-GB" sz="1400" i="1" dirty="0" smtClean="0">
              <a:latin typeface="Calibri" pitchFamily="34" charset="0"/>
              <a:cs typeface="Calibri" pitchFamily="34" charset="0"/>
            </a:rPr>
            <a:t>Evaluetor</a:t>
          </a:r>
          <a:r>
            <a:rPr lang="en-GB" sz="1400" i="1" dirty="0" smtClean="0">
              <a:latin typeface="Calibri"/>
              <a:cs typeface="Calibri"/>
            </a:rPr>
            <a:t>©</a:t>
          </a:r>
          <a:r>
            <a:rPr lang="en-GB" sz="1400" dirty="0" smtClean="0"/>
            <a:t>  </a:t>
          </a:r>
          <a:endParaRPr lang="nl-NL" sz="1400" dirty="0"/>
        </a:p>
      </dgm:t>
    </dgm:pt>
    <dgm:pt modelId="{62FB363C-6BDD-4B5D-969C-677457BA703B}" type="parTrans" cxnId="{650ABB87-B8DF-4A37-AE45-E73B1B464029}">
      <dgm:prSet/>
      <dgm:spPr/>
      <dgm:t>
        <a:bodyPr/>
        <a:lstStyle/>
        <a:p>
          <a:endParaRPr lang="en-GB"/>
        </a:p>
      </dgm:t>
    </dgm:pt>
    <dgm:pt modelId="{738ABC46-55AF-4C4B-A0F4-B08D19808FB6}" type="sibTrans" cxnId="{650ABB87-B8DF-4A37-AE45-E73B1B464029}">
      <dgm:prSet/>
      <dgm:spPr/>
      <dgm:t>
        <a:bodyPr/>
        <a:lstStyle/>
        <a:p>
          <a:endParaRPr lang="en-GB"/>
        </a:p>
      </dgm:t>
    </dgm:pt>
    <dgm:pt modelId="{0393C25F-5ACF-4490-80CB-12D35BC26901}">
      <dgm:prSet custT="1"/>
      <dgm:spPr>
        <a:solidFill>
          <a:schemeClr val="bg1"/>
        </a:solidFill>
      </dgm:spPr>
      <dgm:t>
        <a:bodyPr/>
        <a:lstStyle/>
        <a:p>
          <a:pPr rtl="0"/>
          <a:r>
            <a:rPr lang="en-GB" sz="1200" dirty="0" smtClean="0">
              <a:latin typeface="Calibri" pitchFamily="34" charset="0"/>
              <a:cs typeface="Calibri" pitchFamily="34" charset="0"/>
            </a:rPr>
            <a:t>Cloud solution, </a:t>
          </a:r>
          <a:endParaRPr lang="nl-NL" sz="1200" dirty="0">
            <a:latin typeface="Calibri" pitchFamily="34" charset="0"/>
            <a:cs typeface="Calibri" pitchFamily="34" charset="0"/>
          </a:endParaRPr>
        </a:p>
      </dgm:t>
    </dgm:pt>
    <dgm:pt modelId="{6A2999B6-5A8C-4A31-AF58-446C4722EB15}" type="parTrans" cxnId="{A757CC64-85DB-46A6-8199-1582CA2E7636}">
      <dgm:prSet/>
      <dgm:spPr/>
      <dgm:t>
        <a:bodyPr/>
        <a:lstStyle/>
        <a:p>
          <a:endParaRPr lang="en-GB"/>
        </a:p>
      </dgm:t>
    </dgm:pt>
    <dgm:pt modelId="{87F51CBF-4610-4F88-9563-261A47A786EF}" type="sibTrans" cxnId="{A757CC64-85DB-46A6-8199-1582CA2E7636}">
      <dgm:prSet/>
      <dgm:spPr/>
      <dgm:t>
        <a:bodyPr/>
        <a:lstStyle/>
        <a:p>
          <a:endParaRPr lang="en-GB"/>
        </a:p>
      </dgm:t>
    </dgm:pt>
    <dgm:pt modelId="{D0C0925A-97E2-4072-BC61-C78498E28121}">
      <dgm:prSet custT="1"/>
      <dgm:spPr>
        <a:solidFill>
          <a:schemeClr val="bg1"/>
        </a:solidFill>
      </dgm:spPr>
      <dgm:t>
        <a:bodyPr/>
        <a:lstStyle/>
        <a:p>
          <a:pPr rtl="0"/>
          <a:r>
            <a:rPr lang="en-GB" sz="1400" dirty="0" smtClean="0">
              <a:latin typeface="Calibri" pitchFamily="34" charset="0"/>
              <a:cs typeface="Calibri" pitchFamily="34" charset="0"/>
            </a:rPr>
            <a:t>Process templates</a:t>
          </a:r>
          <a:endParaRPr lang="nl-NL" sz="1400" dirty="0">
            <a:latin typeface="Calibri" pitchFamily="34" charset="0"/>
            <a:cs typeface="Calibri" pitchFamily="34" charset="0"/>
          </a:endParaRPr>
        </a:p>
      </dgm:t>
    </dgm:pt>
    <dgm:pt modelId="{8F7F501C-A0BE-4781-885D-50BAB057B17A}" type="parTrans" cxnId="{8F5F972B-C63B-46C5-BA2E-378F595F18C6}">
      <dgm:prSet/>
      <dgm:spPr/>
      <dgm:t>
        <a:bodyPr/>
        <a:lstStyle/>
        <a:p>
          <a:endParaRPr lang="en-GB"/>
        </a:p>
      </dgm:t>
    </dgm:pt>
    <dgm:pt modelId="{09ED19DB-9F11-43D4-9313-92C025B99D50}" type="sibTrans" cxnId="{8F5F972B-C63B-46C5-BA2E-378F595F18C6}">
      <dgm:prSet/>
      <dgm:spPr/>
      <dgm:t>
        <a:bodyPr/>
        <a:lstStyle/>
        <a:p>
          <a:endParaRPr lang="en-GB"/>
        </a:p>
      </dgm:t>
    </dgm:pt>
    <dgm:pt modelId="{1D2075A1-BC1D-4E85-8878-D420CC891F2B}">
      <dgm:prSet custT="1"/>
      <dgm:spPr>
        <a:solidFill>
          <a:schemeClr val="bg1"/>
        </a:solidFill>
      </dgm:spPr>
      <dgm:t>
        <a:bodyPr/>
        <a:lstStyle/>
        <a:p>
          <a:pPr rtl="0"/>
          <a:r>
            <a:rPr lang="en-GB" sz="1200" dirty="0" smtClean="0">
              <a:latin typeface="Calibri" pitchFamily="34" charset="0"/>
              <a:cs typeface="Calibri" pitchFamily="34" charset="0"/>
            </a:rPr>
            <a:t>We can Lead or facilitate, your choice</a:t>
          </a:r>
          <a:endParaRPr lang="nl-NL" sz="1200" dirty="0">
            <a:latin typeface="Calibri" pitchFamily="34" charset="0"/>
            <a:cs typeface="Calibri" pitchFamily="34" charset="0"/>
          </a:endParaRPr>
        </a:p>
      </dgm:t>
    </dgm:pt>
    <dgm:pt modelId="{D0AA74FC-3433-46F8-954E-84C177828127}" type="parTrans" cxnId="{D663C07C-4AB8-417D-A7C4-E5A4F4B72EE8}">
      <dgm:prSet/>
      <dgm:spPr/>
      <dgm:t>
        <a:bodyPr/>
        <a:lstStyle/>
        <a:p>
          <a:endParaRPr lang="en-GB"/>
        </a:p>
      </dgm:t>
    </dgm:pt>
    <dgm:pt modelId="{C4DEA199-16A3-4320-AA20-657E47048A6F}" type="sibTrans" cxnId="{D663C07C-4AB8-417D-A7C4-E5A4F4B72EE8}">
      <dgm:prSet/>
      <dgm:spPr/>
      <dgm:t>
        <a:bodyPr/>
        <a:lstStyle/>
        <a:p>
          <a:endParaRPr lang="en-GB"/>
        </a:p>
      </dgm:t>
    </dgm:pt>
    <dgm:pt modelId="{1FBC67A1-4496-4C0A-A7C6-4AB48035F287}">
      <dgm:prSet custT="1"/>
      <dgm:spPr>
        <a:solidFill>
          <a:schemeClr val="bg1"/>
        </a:solidFill>
      </dgm:spPr>
      <dgm:t>
        <a:bodyPr/>
        <a:lstStyle/>
        <a:p>
          <a:pPr rtl="0"/>
          <a:r>
            <a:rPr lang="en-GB" sz="1200" dirty="0" smtClean="0">
              <a:latin typeface="Calibri" pitchFamily="34" charset="0"/>
              <a:cs typeface="Calibri" pitchFamily="34" charset="0"/>
            </a:rPr>
            <a:t>Using experience driven proven processes</a:t>
          </a:r>
          <a:endParaRPr lang="nl-NL" sz="1200" dirty="0">
            <a:latin typeface="Calibri" pitchFamily="34" charset="0"/>
            <a:cs typeface="Calibri" pitchFamily="34" charset="0"/>
          </a:endParaRPr>
        </a:p>
      </dgm:t>
    </dgm:pt>
    <dgm:pt modelId="{FA04C3B3-4FCB-408D-8EFE-04D4DEE52755}" type="parTrans" cxnId="{E412EAED-655B-4307-ABCA-982E6BFD9E43}">
      <dgm:prSet/>
      <dgm:spPr/>
      <dgm:t>
        <a:bodyPr/>
        <a:lstStyle/>
        <a:p>
          <a:endParaRPr lang="en-GB"/>
        </a:p>
      </dgm:t>
    </dgm:pt>
    <dgm:pt modelId="{63FC5E58-98D0-4865-8F2E-B4197CAE2F09}" type="sibTrans" cxnId="{E412EAED-655B-4307-ABCA-982E6BFD9E43}">
      <dgm:prSet/>
      <dgm:spPr/>
      <dgm:t>
        <a:bodyPr/>
        <a:lstStyle/>
        <a:p>
          <a:endParaRPr lang="en-GB"/>
        </a:p>
      </dgm:t>
    </dgm:pt>
    <dgm:pt modelId="{329117CA-61AD-4287-855E-D6C45A2DEFD6}">
      <dgm:prSet custT="1"/>
      <dgm:spPr>
        <a:solidFill>
          <a:schemeClr val="bg1"/>
        </a:solidFill>
      </dgm:spPr>
      <dgm:t>
        <a:bodyPr/>
        <a:lstStyle/>
        <a:p>
          <a:pPr rtl="0"/>
          <a:r>
            <a:rPr lang="en-GB" sz="1400" dirty="0" smtClean="0">
              <a:latin typeface="Calibri" pitchFamily="34" charset="0"/>
              <a:cs typeface="Calibri" pitchFamily="34" charset="0"/>
            </a:rPr>
            <a:t>Advisory group </a:t>
          </a:r>
          <a:endParaRPr lang="nl-NL" sz="1400" dirty="0">
            <a:latin typeface="Calibri" pitchFamily="34" charset="0"/>
            <a:cs typeface="Calibri" pitchFamily="34" charset="0"/>
          </a:endParaRPr>
        </a:p>
      </dgm:t>
    </dgm:pt>
    <dgm:pt modelId="{93A0880C-55F9-4313-B66C-80320A412633}" type="parTrans" cxnId="{E7F214F8-A5FF-4F81-ABD7-929DE85C2611}">
      <dgm:prSet/>
      <dgm:spPr/>
      <dgm:t>
        <a:bodyPr/>
        <a:lstStyle/>
        <a:p>
          <a:endParaRPr lang="en-GB"/>
        </a:p>
      </dgm:t>
    </dgm:pt>
    <dgm:pt modelId="{E7D175FA-0E14-40A5-88C6-8D8A9FAA42A3}" type="sibTrans" cxnId="{E7F214F8-A5FF-4F81-ABD7-929DE85C2611}">
      <dgm:prSet/>
      <dgm:spPr/>
      <dgm:t>
        <a:bodyPr/>
        <a:lstStyle/>
        <a:p>
          <a:endParaRPr lang="en-GB"/>
        </a:p>
      </dgm:t>
    </dgm:pt>
    <dgm:pt modelId="{C9D07E9B-4AC2-4E9E-8EAF-4A98D043FCDD}">
      <dgm:prSet custT="1"/>
      <dgm:spPr>
        <a:solidFill>
          <a:schemeClr val="bg1"/>
        </a:solidFill>
      </dgm:spPr>
      <dgm:t>
        <a:bodyPr/>
        <a:lstStyle/>
        <a:p>
          <a:pPr rtl="0"/>
          <a:r>
            <a:rPr lang="en-GB" sz="1200" dirty="0" smtClean="0">
              <a:latin typeface="Calibri" pitchFamily="34" charset="0"/>
              <a:cs typeface="Calibri" pitchFamily="34" charset="0"/>
            </a:rPr>
            <a:t>Strength in Knowledge</a:t>
          </a:r>
          <a:endParaRPr lang="nl-NL" sz="1200" dirty="0">
            <a:latin typeface="Calibri" pitchFamily="34" charset="0"/>
            <a:cs typeface="Calibri" pitchFamily="34" charset="0"/>
          </a:endParaRPr>
        </a:p>
      </dgm:t>
    </dgm:pt>
    <dgm:pt modelId="{6BB4660A-A515-49AD-B987-24E573C36F4B}" type="parTrans" cxnId="{6E12B46F-A69C-4AE3-91F8-E2782752E14D}">
      <dgm:prSet/>
      <dgm:spPr/>
      <dgm:t>
        <a:bodyPr/>
        <a:lstStyle/>
        <a:p>
          <a:endParaRPr lang="en-GB"/>
        </a:p>
      </dgm:t>
    </dgm:pt>
    <dgm:pt modelId="{B3E73469-1CCD-413B-89DB-872364260079}" type="sibTrans" cxnId="{6E12B46F-A69C-4AE3-91F8-E2782752E14D}">
      <dgm:prSet/>
      <dgm:spPr/>
      <dgm:t>
        <a:bodyPr/>
        <a:lstStyle/>
        <a:p>
          <a:endParaRPr lang="en-GB"/>
        </a:p>
      </dgm:t>
    </dgm:pt>
    <dgm:pt modelId="{C81E16B6-6393-4F27-BFFE-27D506E470D4}">
      <dgm:prSet custT="1"/>
      <dgm:spPr>
        <a:solidFill>
          <a:schemeClr val="bg1"/>
        </a:solidFill>
      </dgm:spPr>
      <dgm:t>
        <a:bodyPr/>
        <a:lstStyle/>
        <a:p>
          <a:pPr rtl="0"/>
          <a:r>
            <a:rPr lang="en-GB" sz="1200" dirty="0" smtClean="0">
              <a:latin typeface="Calibri" pitchFamily="34" charset="0"/>
              <a:cs typeface="Calibri" pitchFamily="34" charset="0"/>
            </a:rPr>
            <a:t>Experienced advisors that help your organisation with the process framework</a:t>
          </a:r>
          <a:endParaRPr lang="nl-NL" sz="1200" dirty="0">
            <a:latin typeface="Calibri" pitchFamily="34" charset="0"/>
            <a:cs typeface="Calibri" pitchFamily="34" charset="0"/>
          </a:endParaRPr>
        </a:p>
      </dgm:t>
    </dgm:pt>
    <dgm:pt modelId="{7E39D1C6-0BC3-4D0C-BAA5-78672D09CB25}" type="parTrans" cxnId="{D9C074C1-C542-45B2-8FBE-CAAA049D3201}">
      <dgm:prSet/>
      <dgm:spPr/>
      <dgm:t>
        <a:bodyPr/>
        <a:lstStyle/>
        <a:p>
          <a:endParaRPr lang="en-GB"/>
        </a:p>
      </dgm:t>
    </dgm:pt>
    <dgm:pt modelId="{150EBFC3-999A-4B41-B40C-73B1F6B6311B}" type="sibTrans" cxnId="{D9C074C1-C542-45B2-8FBE-CAAA049D3201}">
      <dgm:prSet/>
      <dgm:spPr/>
      <dgm:t>
        <a:bodyPr/>
        <a:lstStyle/>
        <a:p>
          <a:endParaRPr lang="en-GB"/>
        </a:p>
      </dgm:t>
    </dgm:pt>
    <dgm:pt modelId="{FE5B7589-DBA7-4EF8-B938-9F1353366274}">
      <dgm:prSet custT="1"/>
      <dgm:spPr>
        <a:solidFill>
          <a:schemeClr val="bg1"/>
        </a:solidFill>
      </dgm:spPr>
      <dgm:t>
        <a:bodyPr/>
        <a:lstStyle/>
        <a:p>
          <a:pPr rtl="0"/>
          <a:r>
            <a:rPr lang="en-GB" sz="1200" dirty="0" smtClean="0">
              <a:latin typeface="Calibri" pitchFamily="34" charset="0"/>
              <a:cs typeface="Calibri" pitchFamily="34" charset="0"/>
            </a:rPr>
            <a:t>Secure processes in a workbench enabling integrated management</a:t>
          </a:r>
          <a:endParaRPr lang="nl-NL" sz="1200" dirty="0">
            <a:latin typeface="Calibri" pitchFamily="34" charset="0"/>
            <a:cs typeface="Calibri" pitchFamily="34" charset="0"/>
          </a:endParaRPr>
        </a:p>
      </dgm:t>
    </dgm:pt>
    <dgm:pt modelId="{2B24F06D-CAD9-41CE-A8CC-62EB796094F1}" type="parTrans" cxnId="{9C8E28F9-39D1-4797-81B1-E28E42663E9A}">
      <dgm:prSet/>
      <dgm:spPr/>
      <dgm:t>
        <a:bodyPr/>
        <a:lstStyle/>
        <a:p>
          <a:endParaRPr lang="en-US"/>
        </a:p>
      </dgm:t>
    </dgm:pt>
    <dgm:pt modelId="{75DF5F25-7C99-429F-98AB-325680FC5778}" type="sibTrans" cxnId="{9C8E28F9-39D1-4797-81B1-E28E42663E9A}">
      <dgm:prSet/>
      <dgm:spPr/>
      <dgm:t>
        <a:bodyPr/>
        <a:lstStyle/>
        <a:p>
          <a:endParaRPr lang="en-US"/>
        </a:p>
      </dgm:t>
    </dgm:pt>
    <dgm:pt modelId="{27759ACD-225B-4137-B750-90161F789C17}" type="pres">
      <dgm:prSet presAssocID="{7D9435A7-0475-488A-8C6D-901DE3BE7119}" presName="Name0" presStyleCnt="0">
        <dgm:presLayoutVars>
          <dgm:dir/>
          <dgm:resizeHandles val="exact"/>
        </dgm:presLayoutVars>
      </dgm:prSet>
      <dgm:spPr/>
      <dgm:t>
        <a:bodyPr/>
        <a:lstStyle/>
        <a:p>
          <a:endParaRPr lang="en-GB"/>
        </a:p>
      </dgm:t>
    </dgm:pt>
    <dgm:pt modelId="{CD3C5EFD-96AB-44A1-A226-DD6E22ACDCDB}" type="pres">
      <dgm:prSet presAssocID="{7D9435A7-0475-488A-8C6D-901DE3BE7119}" presName="fgShape" presStyleLbl="fgShp" presStyleIdx="0" presStyleCnt="1" custLinFactNeighborX="570" custLinFactNeighborY="10688"/>
      <dgm:spPr/>
      <dgm:t>
        <a:bodyPr/>
        <a:lstStyle/>
        <a:p>
          <a:endParaRPr lang="en-GB"/>
        </a:p>
      </dgm:t>
    </dgm:pt>
    <dgm:pt modelId="{581A66C9-9F44-446C-ABCF-81065E2A6066}" type="pres">
      <dgm:prSet presAssocID="{7D9435A7-0475-488A-8C6D-901DE3BE7119}" presName="linComp" presStyleCnt="0"/>
      <dgm:spPr/>
      <dgm:t>
        <a:bodyPr/>
        <a:lstStyle/>
        <a:p>
          <a:endParaRPr lang="en-GB"/>
        </a:p>
      </dgm:t>
    </dgm:pt>
    <dgm:pt modelId="{E25571E0-1AAD-4D92-A183-060116E81607}" type="pres">
      <dgm:prSet presAssocID="{B1DB67C7-C5D7-49DB-A09F-AF5F02DF6C65}" presName="compNode" presStyleCnt="0"/>
      <dgm:spPr/>
      <dgm:t>
        <a:bodyPr/>
        <a:lstStyle/>
        <a:p>
          <a:endParaRPr lang="en-GB"/>
        </a:p>
      </dgm:t>
    </dgm:pt>
    <dgm:pt modelId="{489C6B7A-4196-4F3C-A924-FAF2B67D0041}" type="pres">
      <dgm:prSet presAssocID="{B1DB67C7-C5D7-49DB-A09F-AF5F02DF6C65}" presName="bkgdShape" presStyleLbl="node1" presStyleIdx="0" presStyleCnt="3" custScaleX="112749"/>
      <dgm:spPr/>
      <dgm:t>
        <a:bodyPr/>
        <a:lstStyle/>
        <a:p>
          <a:endParaRPr lang="en-GB"/>
        </a:p>
      </dgm:t>
    </dgm:pt>
    <dgm:pt modelId="{14E15AC2-E0F8-415E-826F-F290B6DDA546}" type="pres">
      <dgm:prSet presAssocID="{B1DB67C7-C5D7-49DB-A09F-AF5F02DF6C65}" presName="nodeTx" presStyleLbl="node1" presStyleIdx="0" presStyleCnt="3">
        <dgm:presLayoutVars>
          <dgm:bulletEnabled val="1"/>
        </dgm:presLayoutVars>
      </dgm:prSet>
      <dgm:spPr/>
      <dgm:t>
        <a:bodyPr/>
        <a:lstStyle/>
        <a:p>
          <a:endParaRPr lang="en-GB"/>
        </a:p>
      </dgm:t>
    </dgm:pt>
    <dgm:pt modelId="{4D72C307-4FB0-4220-9110-38ED97476991}" type="pres">
      <dgm:prSet presAssocID="{B1DB67C7-C5D7-49DB-A09F-AF5F02DF6C65}" presName="invisiNode" presStyleLbl="node1" presStyleIdx="0" presStyleCnt="3"/>
      <dgm:spPr/>
      <dgm:t>
        <a:bodyPr/>
        <a:lstStyle/>
        <a:p>
          <a:endParaRPr lang="en-GB"/>
        </a:p>
      </dgm:t>
    </dgm:pt>
    <dgm:pt modelId="{DB6E4A5C-6849-43F1-8B62-68DD80E6AF35}" type="pres">
      <dgm:prSet presAssocID="{B1DB67C7-C5D7-49DB-A09F-AF5F02DF6C65}" presName="imagNode" presStyleLbl="fgImgPlace1" presStyleIdx="0" presStyleCnt="3" custLinFactNeighborX="-4942" custLinFactNeighborY="1865"/>
      <dgm:spPr>
        <a:blipFill>
          <a:blip xmlns:r="http://schemas.openxmlformats.org/officeDocument/2006/relationships" r:embed="rId1">
            <a:extLst>
              <a:ext uri="{28A0092B-C50C-407E-A947-70E740481C1C}">
                <a14:useLocalDpi xmlns:a14="http://schemas.microsoft.com/office/drawing/2010/main" val="0"/>
              </a:ext>
            </a:extLst>
          </a:blip>
          <a:srcRect/>
          <a:stretch>
            <a:fillRect l="-8000" r="-8000"/>
          </a:stretch>
        </a:blipFill>
      </dgm:spPr>
      <dgm:t>
        <a:bodyPr/>
        <a:lstStyle/>
        <a:p>
          <a:endParaRPr lang="en-GB"/>
        </a:p>
      </dgm:t>
    </dgm:pt>
    <dgm:pt modelId="{C463A83E-DD0B-45A6-8F5D-7762418DA70D}" type="pres">
      <dgm:prSet presAssocID="{738ABC46-55AF-4C4B-A0F4-B08D19808FB6}" presName="sibTrans" presStyleLbl="sibTrans2D1" presStyleIdx="0" presStyleCnt="0"/>
      <dgm:spPr/>
      <dgm:t>
        <a:bodyPr/>
        <a:lstStyle/>
        <a:p>
          <a:endParaRPr lang="en-GB"/>
        </a:p>
      </dgm:t>
    </dgm:pt>
    <dgm:pt modelId="{1F6A5949-C066-4017-BA77-FFB1B73AAD24}" type="pres">
      <dgm:prSet presAssocID="{D0C0925A-97E2-4072-BC61-C78498E28121}" presName="compNode" presStyleCnt="0"/>
      <dgm:spPr/>
      <dgm:t>
        <a:bodyPr/>
        <a:lstStyle/>
        <a:p>
          <a:endParaRPr lang="en-GB"/>
        </a:p>
      </dgm:t>
    </dgm:pt>
    <dgm:pt modelId="{339A440C-7902-4F70-8908-69AA8733F41E}" type="pres">
      <dgm:prSet presAssocID="{D0C0925A-97E2-4072-BC61-C78498E28121}" presName="bkgdShape" presStyleLbl="node1" presStyleIdx="1" presStyleCnt="3" custLinFactNeighborX="-2668" custLinFactNeighborY="-1431"/>
      <dgm:spPr/>
      <dgm:t>
        <a:bodyPr/>
        <a:lstStyle/>
        <a:p>
          <a:endParaRPr lang="en-GB"/>
        </a:p>
      </dgm:t>
    </dgm:pt>
    <dgm:pt modelId="{87234204-34C8-496C-A0E3-BDECD66B5C72}" type="pres">
      <dgm:prSet presAssocID="{D0C0925A-97E2-4072-BC61-C78498E28121}" presName="nodeTx" presStyleLbl="node1" presStyleIdx="1" presStyleCnt="3">
        <dgm:presLayoutVars>
          <dgm:bulletEnabled val="1"/>
        </dgm:presLayoutVars>
      </dgm:prSet>
      <dgm:spPr/>
      <dgm:t>
        <a:bodyPr/>
        <a:lstStyle/>
        <a:p>
          <a:endParaRPr lang="en-GB"/>
        </a:p>
      </dgm:t>
    </dgm:pt>
    <dgm:pt modelId="{6D928281-83F2-493D-A68B-5C91589A062C}" type="pres">
      <dgm:prSet presAssocID="{D0C0925A-97E2-4072-BC61-C78498E28121}" presName="invisiNode" presStyleLbl="node1" presStyleIdx="1" presStyleCnt="3"/>
      <dgm:spPr/>
      <dgm:t>
        <a:bodyPr/>
        <a:lstStyle/>
        <a:p>
          <a:endParaRPr lang="en-GB"/>
        </a:p>
      </dgm:t>
    </dgm:pt>
    <dgm:pt modelId="{64BF7552-B49D-4D37-9EF9-1B3A015F67FC}" type="pres">
      <dgm:prSet presAssocID="{D0C0925A-97E2-4072-BC61-C78498E28121}" presName="imagNode"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1000" b="-1000"/>
          </a:stretch>
        </a:blipFill>
      </dgm:spPr>
      <dgm:t>
        <a:bodyPr/>
        <a:lstStyle/>
        <a:p>
          <a:endParaRPr lang="en-GB"/>
        </a:p>
      </dgm:t>
    </dgm:pt>
    <dgm:pt modelId="{5F83E3DC-6F9F-4FA9-B39B-068F48D59B18}" type="pres">
      <dgm:prSet presAssocID="{09ED19DB-9F11-43D4-9313-92C025B99D50}" presName="sibTrans" presStyleLbl="sibTrans2D1" presStyleIdx="0" presStyleCnt="0"/>
      <dgm:spPr/>
      <dgm:t>
        <a:bodyPr/>
        <a:lstStyle/>
        <a:p>
          <a:endParaRPr lang="en-GB"/>
        </a:p>
      </dgm:t>
    </dgm:pt>
    <dgm:pt modelId="{1C6F3BCD-CD2A-43D1-BDAD-67E44E72F77F}" type="pres">
      <dgm:prSet presAssocID="{329117CA-61AD-4287-855E-D6C45A2DEFD6}" presName="compNode" presStyleCnt="0"/>
      <dgm:spPr/>
      <dgm:t>
        <a:bodyPr/>
        <a:lstStyle/>
        <a:p>
          <a:endParaRPr lang="en-GB"/>
        </a:p>
      </dgm:t>
    </dgm:pt>
    <dgm:pt modelId="{8BB923C1-78F4-4C58-9627-71F58786FCF6}" type="pres">
      <dgm:prSet presAssocID="{329117CA-61AD-4287-855E-D6C45A2DEFD6}" presName="bkgdShape" presStyleLbl="node1" presStyleIdx="2" presStyleCnt="3"/>
      <dgm:spPr/>
      <dgm:t>
        <a:bodyPr/>
        <a:lstStyle/>
        <a:p>
          <a:endParaRPr lang="en-GB"/>
        </a:p>
      </dgm:t>
    </dgm:pt>
    <dgm:pt modelId="{88ED7D67-C7C5-4285-BF95-804D71146D2C}" type="pres">
      <dgm:prSet presAssocID="{329117CA-61AD-4287-855E-D6C45A2DEFD6}" presName="nodeTx" presStyleLbl="node1" presStyleIdx="2" presStyleCnt="3">
        <dgm:presLayoutVars>
          <dgm:bulletEnabled val="1"/>
        </dgm:presLayoutVars>
      </dgm:prSet>
      <dgm:spPr/>
      <dgm:t>
        <a:bodyPr/>
        <a:lstStyle/>
        <a:p>
          <a:endParaRPr lang="en-GB"/>
        </a:p>
      </dgm:t>
    </dgm:pt>
    <dgm:pt modelId="{DD083872-07AF-424E-865A-8D2EA4DC6F5A}" type="pres">
      <dgm:prSet presAssocID="{329117CA-61AD-4287-855E-D6C45A2DEFD6}" presName="invisiNode" presStyleLbl="node1" presStyleIdx="2" presStyleCnt="3"/>
      <dgm:spPr/>
      <dgm:t>
        <a:bodyPr/>
        <a:lstStyle/>
        <a:p>
          <a:endParaRPr lang="en-GB"/>
        </a:p>
      </dgm:t>
    </dgm:pt>
    <dgm:pt modelId="{A8C4741D-4AB0-42D6-8C4B-38CB5BA2DD9D}" type="pres">
      <dgm:prSet presAssocID="{329117CA-61AD-4287-855E-D6C45A2DEFD6}" presName="imagNode" presStyleLbl="fgImgPlac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dgm:spPr>
      <dgm:t>
        <a:bodyPr/>
        <a:lstStyle/>
        <a:p>
          <a:endParaRPr lang="en-GB"/>
        </a:p>
      </dgm:t>
    </dgm:pt>
  </dgm:ptLst>
  <dgm:cxnLst>
    <dgm:cxn modelId="{90420CEB-A2E5-488E-AC19-FFF6E39F7B3E}" type="presOf" srcId="{C9D07E9B-4AC2-4E9E-8EAF-4A98D043FCDD}" destId="{88ED7D67-C7C5-4285-BF95-804D71146D2C}" srcOrd="1" destOrd="1" presId="urn:microsoft.com/office/officeart/2005/8/layout/hList7"/>
    <dgm:cxn modelId="{68CD9128-AAC1-4841-8B7D-30A4BD651617}" type="presOf" srcId="{1D2075A1-BC1D-4E85-8878-D420CC891F2B}" destId="{339A440C-7902-4F70-8908-69AA8733F41E}" srcOrd="0" destOrd="1" presId="urn:microsoft.com/office/officeart/2005/8/layout/hList7"/>
    <dgm:cxn modelId="{C7903B2C-C8C6-4BD1-AE09-8001B5C37232}" type="presOf" srcId="{1D2075A1-BC1D-4E85-8878-D420CC891F2B}" destId="{87234204-34C8-496C-A0E3-BDECD66B5C72}" srcOrd="1" destOrd="1" presId="urn:microsoft.com/office/officeart/2005/8/layout/hList7"/>
    <dgm:cxn modelId="{D663C07C-4AB8-417D-A7C4-E5A4F4B72EE8}" srcId="{D0C0925A-97E2-4072-BC61-C78498E28121}" destId="{1D2075A1-BC1D-4E85-8878-D420CC891F2B}" srcOrd="0" destOrd="0" parTransId="{D0AA74FC-3433-46F8-954E-84C177828127}" sibTransId="{C4DEA199-16A3-4320-AA20-657E47048A6F}"/>
    <dgm:cxn modelId="{54251817-3BCE-404D-BF5D-2F6F45C15B87}" type="presOf" srcId="{C9D07E9B-4AC2-4E9E-8EAF-4A98D043FCDD}" destId="{8BB923C1-78F4-4C58-9627-71F58786FCF6}" srcOrd="0" destOrd="1" presId="urn:microsoft.com/office/officeart/2005/8/layout/hList7"/>
    <dgm:cxn modelId="{A757CC64-85DB-46A6-8199-1582CA2E7636}" srcId="{B1DB67C7-C5D7-49DB-A09F-AF5F02DF6C65}" destId="{0393C25F-5ACF-4490-80CB-12D35BC26901}" srcOrd="0" destOrd="0" parTransId="{6A2999B6-5A8C-4A31-AF58-446C4722EB15}" sibTransId="{87F51CBF-4610-4F88-9563-261A47A786EF}"/>
    <dgm:cxn modelId="{E412EAED-655B-4307-ABCA-982E6BFD9E43}" srcId="{D0C0925A-97E2-4072-BC61-C78498E28121}" destId="{1FBC67A1-4496-4C0A-A7C6-4AB48035F287}" srcOrd="1" destOrd="0" parTransId="{FA04C3B3-4FCB-408D-8EFE-04D4DEE52755}" sibTransId="{63FC5E58-98D0-4865-8F2E-B4197CAE2F09}"/>
    <dgm:cxn modelId="{650ABB87-B8DF-4A37-AE45-E73B1B464029}" srcId="{7D9435A7-0475-488A-8C6D-901DE3BE7119}" destId="{B1DB67C7-C5D7-49DB-A09F-AF5F02DF6C65}" srcOrd="0" destOrd="0" parTransId="{62FB363C-6BDD-4B5D-969C-677457BA703B}" sibTransId="{738ABC46-55AF-4C4B-A0F4-B08D19808FB6}"/>
    <dgm:cxn modelId="{D9363905-D4A5-4965-9482-594D72D5FDB7}" type="presOf" srcId="{C81E16B6-6393-4F27-BFFE-27D506E470D4}" destId="{88ED7D67-C7C5-4285-BF95-804D71146D2C}" srcOrd="1" destOrd="2" presId="urn:microsoft.com/office/officeart/2005/8/layout/hList7"/>
    <dgm:cxn modelId="{795A2E75-0394-498E-90E6-B754D27FFE8D}" type="presOf" srcId="{FE5B7589-DBA7-4EF8-B938-9F1353366274}" destId="{14E15AC2-E0F8-415E-826F-F290B6DDA546}" srcOrd="1" destOrd="2" presId="urn:microsoft.com/office/officeart/2005/8/layout/hList7"/>
    <dgm:cxn modelId="{9C8E28F9-39D1-4797-81B1-E28E42663E9A}" srcId="{B1DB67C7-C5D7-49DB-A09F-AF5F02DF6C65}" destId="{FE5B7589-DBA7-4EF8-B938-9F1353366274}" srcOrd="1" destOrd="0" parTransId="{2B24F06D-CAD9-41CE-A8CC-62EB796094F1}" sibTransId="{75DF5F25-7C99-429F-98AB-325680FC5778}"/>
    <dgm:cxn modelId="{6E12B46F-A69C-4AE3-91F8-E2782752E14D}" srcId="{329117CA-61AD-4287-855E-D6C45A2DEFD6}" destId="{C9D07E9B-4AC2-4E9E-8EAF-4A98D043FCDD}" srcOrd="0" destOrd="0" parTransId="{6BB4660A-A515-49AD-B987-24E573C36F4B}" sibTransId="{B3E73469-1CCD-413B-89DB-872364260079}"/>
    <dgm:cxn modelId="{4C9413F0-E2E3-4F73-A326-1F467C2C6923}" type="presOf" srcId="{FE5B7589-DBA7-4EF8-B938-9F1353366274}" destId="{489C6B7A-4196-4F3C-A924-FAF2B67D0041}" srcOrd="0" destOrd="2" presId="urn:microsoft.com/office/officeart/2005/8/layout/hList7"/>
    <dgm:cxn modelId="{01C4A057-8EDD-4656-A397-1A11EEA3D4BC}" type="presOf" srcId="{1FBC67A1-4496-4C0A-A7C6-4AB48035F287}" destId="{87234204-34C8-496C-A0E3-BDECD66B5C72}" srcOrd="1" destOrd="2" presId="urn:microsoft.com/office/officeart/2005/8/layout/hList7"/>
    <dgm:cxn modelId="{CDD8B592-6020-4372-87F6-4A301589D3E4}" type="presOf" srcId="{7D9435A7-0475-488A-8C6D-901DE3BE7119}" destId="{27759ACD-225B-4137-B750-90161F789C17}" srcOrd="0" destOrd="0" presId="urn:microsoft.com/office/officeart/2005/8/layout/hList7"/>
    <dgm:cxn modelId="{8B1824CF-06A2-497A-A548-25CC602D0770}" type="presOf" srcId="{1FBC67A1-4496-4C0A-A7C6-4AB48035F287}" destId="{339A440C-7902-4F70-8908-69AA8733F41E}" srcOrd="0" destOrd="2" presId="urn:microsoft.com/office/officeart/2005/8/layout/hList7"/>
    <dgm:cxn modelId="{8F1EA17B-68A8-49FC-83E7-C00E28E979A3}" type="presOf" srcId="{738ABC46-55AF-4C4B-A0F4-B08D19808FB6}" destId="{C463A83E-DD0B-45A6-8F5D-7762418DA70D}" srcOrd="0" destOrd="0" presId="urn:microsoft.com/office/officeart/2005/8/layout/hList7"/>
    <dgm:cxn modelId="{D9C074C1-C542-45B2-8FBE-CAAA049D3201}" srcId="{329117CA-61AD-4287-855E-D6C45A2DEFD6}" destId="{C81E16B6-6393-4F27-BFFE-27D506E470D4}" srcOrd="1" destOrd="0" parTransId="{7E39D1C6-0BC3-4D0C-BAA5-78672D09CB25}" sibTransId="{150EBFC3-999A-4B41-B40C-73B1F6B6311B}"/>
    <dgm:cxn modelId="{F03A5DFC-8C13-4D6D-8FDC-822C56538861}" type="presOf" srcId="{329117CA-61AD-4287-855E-D6C45A2DEFD6}" destId="{8BB923C1-78F4-4C58-9627-71F58786FCF6}" srcOrd="0" destOrd="0" presId="urn:microsoft.com/office/officeart/2005/8/layout/hList7"/>
    <dgm:cxn modelId="{59A61238-9602-49EC-ACB0-7BB06E216071}" type="presOf" srcId="{B1DB67C7-C5D7-49DB-A09F-AF5F02DF6C65}" destId="{14E15AC2-E0F8-415E-826F-F290B6DDA546}" srcOrd="1" destOrd="0" presId="urn:microsoft.com/office/officeart/2005/8/layout/hList7"/>
    <dgm:cxn modelId="{A93B31E5-2A14-4D16-9350-19E2F5BE7E3F}" type="presOf" srcId="{B1DB67C7-C5D7-49DB-A09F-AF5F02DF6C65}" destId="{489C6B7A-4196-4F3C-A924-FAF2B67D0041}" srcOrd="0" destOrd="0" presId="urn:microsoft.com/office/officeart/2005/8/layout/hList7"/>
    <dgm:cxn modelId="{AD5FAD60-AF33-4728-AE08-AB945E34D013}" type="presOf" srcId="{0393C25F-5ACF-4490-80CB-12D35BC26901}" destId="{14E15AC2-E0F8-415E-826F-F290B6DDA546}" srcOrd="1" destOrd="1" presId="urn:microsoft.com/office/officeart/2005/8/layout/hList7"/>
    <dgm:cxn modelId="{3F14FB9C-DE29-48FD-B760-94BB733FA914}" type="presOf" srcId="{D0C0925A-97E2-4072-BC61-C78498E28121}" destId="{87234204-34C8-496C-A0E3-BDECD66B5C72}" srcOrd="1" destOrd="0" presId="urn:microsoft.com/office/officeart/2005/8/layout/hList7"/>
    <dgm:cxn modelId="{E7F214F8-A5FF-4F81-ABD7-929DE85C2611}" srcId="{7D9435A7-0475-488A-8C6D-901DE3BE7119}" destId="{329117CA-61AD-4287-855E-D6C45A2DEFD6}" srcOrd="2" destOrd="0" parTransId="{93A0880C-55F9-4313-B66C-80320A412633}" sibTransId="{E7D175FA-0E14-40A5-88C6-8D8A9FAA42A3}"/>
    <dgm:cxn modelId="{E81E3D82-1C79-42EC-8AFA-1AC21ED5DC2F}" type="presOf" srcId="{C81E16B6-6393-4F27-BFFE-27D506E470D4}" destId="{8BB923C1-78F4-4C58-9627-71F58786FCF6}" srcOrd="0" destOrd="2" presId="urn:microsoft.com/office/officeart/2005/8/layout/hList7"/>
    <dgm:cxn modelId="{E13668B4-2E2E-4FB6-82CA-1555A734E1BE}" type="presOf" srcId="{D0C0925A-97E2-4072-BC61-C78498E28121}" destId="{339A440C-7902-4F70-8908-69AA8733F41E}" srcOrd="0" destOrd="0" presId="urn:microsoft.com/office/officeart/2005/8/layout/hList7"/>
    <dgm:cxn modelId="{CBDB3C58-4B6A-44F6-8C74-100263FAE499}" type="presOf" srcId="{0393C25F-5ACF-4490-80CB-12D35BC26901}" destId="{489C6B7A-4196-4F3C-A924-FAF2B67D0041}" srcOrd="0" destOrd="1" presId="urn:microsoft.com/office/officeart/2005/8/layout/hList7"/>
    <dgm:cxn modelId="{8F5F972B-C63B-46C5-BA2E-378F595F18C6}" srcId="{7D9435A7-0475-488A-8C6D-901DE3BE7119}" destId="{D0C0925A-97E2-4072-BC61-C78498E28121}" srcOrd="1" destOrd="0" parTransId="{8F7F501C-A0BE-4781-885D-50BAB057B17A}" sibTransId="{09ED19DB-9F11-43D4-9313-92C025B99D50}"/>
    <dgm:cxn modelId="{56277172-DC8A-4E1B-93B0-84BFE79BE3C6}" type="presOf" srcId="{329117CA-61AD-4287-855E-D6C45A2DEFD6}" destId="{88ED7D67-C7C5-4285-BF95-804D71146D2C}" srcOrd="1" destOrd="0" presId="urn:microsoft.com/office/officeart/2005/8/layout/hList7"/>
    <dgm:cxn modelId="{0E317572-5F79-4844-A6A8-DC66CA019642}" type="presOf" srcId="{09ED19DB-9F11-43D4-9313-92C025B99D50}" destId="{5F83E3DC-6F9F-4FA9-B39B-068F48D59B18}" srcOrd="0" destOrd="0" presId="urn:microsoft.com/office/officeart/2005/8/layout/hList7"/>
    <dgm:cxn modelId="{345DC432-9309-4201-8462-065E6ACAF2B9}" type="presParOf" srcId="{27759ACD-225B-4137-B750-90161F789C17}" destId="{CD3C5EFD-96AB-44A1-A226-DD6E22ACDCDB}" srcOrd="0" destOrd="0" presId="urn:microsoft.com/office/officeart/2005/8/layout/hList7"/>
    <dgm:cxn modelId="{1ECECBC3-0407-42CF-A7F1-AFF1DF5B5E4F}" type="presParOf" srcId="{27759ACD-225B-4137-B750-90161F789C17}" destId="{581A66C9-9F44-446C-ABCF-81065E2A6066}" srcOrd="1" destOrd="0" presId="urn:microsoft.com/office/officeart/2005/8/layout/hList7"/>
    <dgm:cxn modelId="{0902E858-EB70-49F3-976D-86212CE2296F}" type="presParOf" srcId="{581A66C9-9F44-446C-ABCF-81065E2A6066}" destId="{E25571E0-1AAD-4D92-A183-060116E81607}" srcOrd="0" destOrd="0" presId="urn:microsoft.com/office/officeart/2005/8/layout/hList7"/>
    <dgm:cxn modelId="{D769D318-F816-429D-BE4F-1B753C422465}" type="presParOf" srcId="{E25571E0-1AAD-4D92-A183-060116E81607}" destId="{489C6B7A-4196-4F3C-A924-FAF2B67D0041}" srcOrd="0" destOrd="0" presId="urn:microsoft.com/office/officeart/2005/8/layout/hList7"/>
    <dgm:cxn modelId="{42B197BB-7E3C-4288-9534-8534E6F3ECD9}" type="presParOf" srcId="{E25571E0-1AAD-4D92-A183-060116E81607}" destId="{14E15AC2-E0F8-415E-826F-F290B6DDA546}" srcOrd="1" destOrd="0" presId="urn:microsoft.com/office/officeart/2005/8/layout/hList7"/>
    <dgm:cxn modelId="{86C8D0A4-79CB-474F-BF5F-072BFBB93C45}" type="presParOf" srcId="{E25571E0-1AAD-4D92-A183-060116E81607}" destId="{4D72C307-4FB0-4220-9110-38ED97476991}" srcOrd="2" destOrd="0" presId="urn:microsoft.com/office/officeart/2005/8/layout/hList7"/>
    <dgm:cxn modelId="{8EDA10C3-BBD2-4644-9CE7-566258D845CE}" type="presParOf" srcId="{E25571E0-1AAD-4D92-A183-060116E81607}" destId="{DB6E4A5C-6849-43F1-8B62-68DD80E6AF35}" srcOrd="3" destOrd="0" presId="urn:microsoft.com/office/officeart/2005/8/layout/hList7"/>
    <dgm:cxn modelId="{A145FD58-398A-4350-BCA9-D44147235A0F}" type="presParOf" srcId="{581A66C9-9F44-446C-ABCF-81065E2A6066}" destId="{C463A83E-DD0B-45A6-8F5D-7762418DA70D}" srcOrd="1" destOrd="0" presId="urn:microsoft.com/office/officeart/2005/8/layout/hList7"/>
    <dgm:cxn modelId="{23CEE83A-AEA3-4952-8850-399A19579095}" type="presParOf" srcId="{581A66C9-9F44-446C-ABCF-81065E2A6066}" destId="{1F6A5949-C066-4017-BA77-FFB1B73AAD24}" srcOrd="2" destOrd="0" presId="urn:microsoft.com/office/officeart/2005/8/layout/hList7"/>
    <dgm:cxn modelId="{10DA864E-1FEE-44A7-96DC-553A79E3791A}" type="presParOf" srcId="{1F6A5949-C066-4017-BA77-FFB1B73AAD24}" destId="{339A440C-7902-4F70-8908-69AA8733F41E}" srcOrd="0" destOrd="0" presId="urn:microsoft.com/office/officeart/2005/8/layout/hList7"/>
    <dgm:cxn modelId="{A5D0B256-6AA3-45EF-AB87-FDE51AFCD41D}" type="presParOf" srcId="{1F6A5949-C066-4017-BA77-FFB1B73AAD24}" destId="{87234204-34C8-496C-A0E3-BDECD66B5C72}" srcOrd="1" destOrd="0" presId="urn:microsoft.com/office/officeart/2005/8/layout/hList7"/>
    <dgm:cxn modelId="{23860D60-3BFA-4A8C-9FDC-E559E688E6A4}" type="presParOf" srcId="{1F6A5949-C066-4017-BA77-FFB1B73AAD24}" destId="{6D928281-83F2-493D-A68B-5C91589A062C}" srcOrd="2" destOrd="0" presId="urn:microsoft.com/office/officeart/2005/8/layout/hList7"/>
    <dgm:cxn modelId="{B2521C4C-8AB8-4052-9390-4695019500B5}" type="presParOf" srcId="{1F6A5949-C066-4017-BA77-FFB1B73AAD24}" destId="{64BF7552-B49D-4D37-9EF9-1B3A015F67FC}" srcOrd="3" destOrd="0" presId="urn:microsoft.com/office/officeart/2005/8/layout/hList7"/>
    <dgm:cxn modelId="{01E70A1E-EFD1-4200-AD60-10B92F3D2CAA}" type="presParOf" srcId="{581A66C9-9F44-446C-ABCF-81065E2A6066}" destId="{5F83E3DC-6F9F-4FA9-B39B-068F48D59B18}" srcOrd="3" destOrd="0" presId="urn:microsoft.com/office/officeart/2005/8/layout/hList7"/>
    <dgm:cxn modelId="{B2C42C54-E9FF-44C4-B292-926C6CCC3255}" type="presParOf" srcId="{581A66C9-9F44-446C-ABCF-81065E2A6066}" destId="{1C6F3BCD-CD2A-43D1-BDAD-67E44E72F77F}" srcOrd="4" destOrd="0" presId="urn:microsoft.com/office/officeart/2005/8/layout/hList7"/>
    <dgm:cxn modelId="{CB1DC927-6991-455D-B954-700D96A13667}" type="presParOf" srcId="{1C6F3BCD-CD2A-43D1-BDAD-67E44E72F77F}" destId="{8BB923C1-78F4-4C58-9627-71F58786FCF6}" srcOrd="0" destOrd="0" presId="urn:microsoft.com/office/officeart/2005/8/layout/hList7"/>
    <dgm:cxn modelId="{6187669F-6022-4046-8A14-8632DBFEAC75}" type="presParOf" srcId="{1C6F3BCD-CD2A-43D1-BDAD-67E44E72F77F}" destId="{88ED7D67-C7C5-4285-BF95-804D71146D2C}" srcOrd="1" destOrd="0" presId="urn:microsoft.com/office/officeart/2005/8/layout/hList7"/>
    <dgm:cxn modelId="{47C58913-7FE3-4DC0-889C-BE6020BFBB9C}" type="presParOf" srcId="{1C6F3BCD-CD2A-43D1-BDAD-67E44E72F77F}" destId="{DD083872-07AF-424E-865A-8D2EA4DC6F5A}" srcOrd="2" destOrd="0" presId="urn:microsoft.com/office/officeart/2005/8/layout/hList7"/>
    <dgm:cxn modelId="{F0058DFD-659C-4DD2-B142-A75B0EAA7744}" type="presParOf" srcId="{1C6F3BCD-CD2A-43D1-BDAD-67E44E72F77F}" destId="{A8C4741D-4AB0-42D6-8C4B-38CB5BA2DD9D}" srcOrd="3" destOrd="0" presId="urn:microsoft.com/office/officeart/2005/8/layout/hList7"/>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8FCEA3-09EA-4CC6-8DAD-8CB4380E17D9}" type="doc">
      <dgm:prSet loTypeId="urn:microsoft.com/office/officeart/2005/8/layout/chevron1" loCatId="process" qsTypeId="urn:microsoft.com/office/officeart/2005/8/quickstyle/simple1" qsCatId="simple" csTypeId="urn:microsoft.com/office/officeart/2005/8/colors/accent1_2" csCatId="accent1" phldr="1"/>
      <dgm:spPr/>
    </dgm:pt>
    <dgm:pt modelId="{0E6F70DA-F45E-4E6A-9A37-205DB6460658}">
      <dgm:prSet phldrT="[Text]" custT="1"/>
      <dgm:spPr/>
      <dgm:t>
        <a:bodyPr/>
        <a:lstStyle/>
        <a:p>
          <a:r>
            <a:rPr lang="nl-NL" sz="1400" dirty="0" smtClean="0"/>
            <a:t>Sales</a:t>
          </a:r>
          <a:endParaRPr lang="nl-NL" sz="1400" dirty="0"/>
        </a:p>
      </dgm:t>
    </dgm:pt>
    <dgm:pt modelId="{B58ED89B-5ECF-4866-970F-65F86AE038BC}" type="parTrans" cxnId="{E05F570B-3DF1-4032-A1C6-186D09229AA8}">
      <dgm:prSet/>
      <dgm:spPr/>
      <dgm:t>
        <a:bodyPr/>
        <a:lstStyle/>
        <a:p>
          <a:endParaRPr lang="nl-NL" sz="1600"/>
        </a:p>
      </dgm:t>
    </dgm:pt>
    <dgm:pt modelId="{DBC07625-66B5-469C-BD19-84209F6F0EAB}" type="sibTrans" cxnId="{E05F570B-3DF1-4032-A1C6-186D09229AA8}">
      <dgm:prSet/>
      <dgm:spPr/>
      <dgm:t>
        <a:bodyPr/>
        <a:lstStyle/>
        <a:p>
          <a:endParaRPr lang="nl-NL" sz="1600"/>
        </a:p>
      </dgm:t>
    </dgm:pt>
    <dgm:pt modelId="{452F9912-E44E-4529-94DD-26C8375297C2}">
      <dgm:prSet phldrT="[Text]" custT="1"/>
      <dgm:spPr/>
      <dgm:t>
        <a:bodyPr/>
        <a:lstStyle/>
        <a:p>
          <a:r>
            <a:rPr lang="nl-NL" sz="1400" dirty="0" smtClean="0"/>
            <a:t>Account Mgt</a:t>
          </a:r>
          <a:endParaRPr lang="nl-NL" sz="1400" dirty="0"/>
        </a:p>
      </dgm:t>
    </dgm:pt>
    <dgm:pt modelId="{4491BDC3-958F-4E9C-9DC3-E0CAA2CD0691}" type="parTrans" cxnId="{8EEFBD9A-7807-47BA-A50E-04A372C2319B}">
      <dgm:prSet/>
      <dgm:spPr/>
      <dgm:t>
        <a:bodyPr/>
        <a:lstStyle/>
        <a:p>
          <a:endParaRPr lang="nl-NL" sz="1600"/>
        </a:p>
      </dgm:t>
    </dgm:pt>
    <dgm:pt modelId="{EC0B58B0-0A68-439D-A670-0C29D14C8885}" type="sibTrans" cxnId="{8EEFBD9A-7807-47BA-A50E-04A372C2319B}">
      <dgm:prSet/>
      <dgm:spPr/>
      <dgm:t>
        <a:bodyPr/>
        <a:lstStyle/>
        <a:p>
          <a:endParaRPr lang="nl-NL" sz="1600"/>
        </a:p>
      </dgm:t>
    </dgm:pt>
    <dgm:pt modelId="{86652A19-3855-42B7-B2ED-33D0BF3EDAF1}">
      <dgm:prSet phldrT="[Text]" custT="1"/>
      <dgm:spPr/>
      <dgm:t>
        <a:bodyPr/>
        <a:lstStyle/>
        <a:p>
          <a:r>
            <a:rPr lang="nl-NL" sz="1400" dirty="0" smtClean="0"/>
            <a:t>Delivery</a:t>
          </a:r>
          <a:endParaRPr lang="nl-NL" sz="1400" dirty="0"/>
        </a:p>
      </dgm:t>
    </dgm:pt>
    <dgm:pt modelId="{7830C4C5-0E41-4FF0-94EA-12A707DE0CD1}" type="parTrans" cxnId="{64F888E9-EA93-457C-BC0F-BE55A866000C}">
      <dgm:prSet/>
      <dgm:spPr/>
      <dgm:t>
        <a:bodyPr/>
        <a:lstStyle/>
        <a:p>
          <a:endParaRPr lang="nl-NL" sz="1600"/>
        </a:p>
      </dgm:t>
    </dgm:pt>
    <dgm:pt modelId="{F21897FD-9B5D-4515-B83C-A4D3D4DC41AD}" type="sibTrans" cxnId="{64F888E9-EA93-457C-BC0F-BE55A866000C}">
      <dgm:prSet/>
      <dgm:spPr/>
      <dgm:t>
        <a:bodyPr/>
        <a:lstStyle/>
        <a:p>
          <a:endParaRPr lang="nl-NL" sz="1600"/>
        </a:p>
      </dgm:t>
    </dgm:pt>
    <dgm:pt modelId="{F057A8F9-0336-43D4-83CF-01C9B28F67C0}">
      <dgm:prSet phldrT="[Text]" custT="1"/>
      <dgm:spPr/>
      <dgm:t>
        <a:bodyPr/>
        <a:lstStyle/>
        <a:p>
          <a:r>
            <a:rPr lang="nl-NL" sz="1400" dirty="0" smtClean="0"/>
            <a:t>Marketing</a:t>
          </a:r>
          <a:endParaRPr lang="nl-NL" sz="1400" dirty="0"/>
        </a:p>
      </dgm:t>
    </dgm:pt>
    <dgm:pt modelId="{F1DDC44D-D269-42FE-920E-DB17CCEA6ED7}" type="parTrans" cxnId="{A28D17AB-5A66-46BE-9AFB-900AF9FCA35F}">
      <dgm:prSet/>
      <dgm:spPr/>
      <dgm:t>
        <a:bodyPr/>
        <a:lstStyle/>
        <a:p>
          <a:endParaRPr lang="nl-NL" sz="1600"/>
        </a:p>
      </dgm:t>
    </dgm:pt>
    <dgm:pt modelId="{53C951BA-6147-4B7D-BF82-32AA5A1864E4}" type="sibTrans" cxnId="{A28D17AB-5A66-46BE-9AFB-900AF9FCA35F}">
      <dgm:prSet/>
      <dgm:spPr/>
      <dgm:t>
        <a:bodyPr/>
        <a:lstStyle/>
        <a:p>
          <a:endParaRPr lang="nl-NL" sz="1600"/>
        </a:p>
      </dgm:t>
    </dgm:pt>
    <dgm:pt modelId="{E2C180E7-1D64-4618-BFDC-7318345D6243}" type="pres">
      <dgm:prSet presAssocID="{AB8FCEA3-09EA-4CC6-8DAD-8CB4380E17D9}" presName="Name0" presStyleCnt="0">
        <dgm:presLayoutVars>
          <dgm:dir/>
          <dgm:animLvl val="lvl"/>
          <dgm:resizeHandles val="exact"/>
        </dgm:presLayoutVars>
      </dgm:prSet>
      <dgm:spPr/>
    </dgm:pt>
    <dgm:pt modelId="{626C456B-CD7C-4AE2-9CDA-B6098CF72E18}" type="pres">
      <dgm:prSet presAssocID="{F057A8F9-0336-43D4-83CF-01C9B28F67C0}" presName="parTxOnly" presStyleLbl="node1" presStyleIdx="0" presStyleCnt="4" custScaleY="101112">
        <dgm:presLayoutVars>
          <dgm:chMax val="0"/>
          <dgm:chPref val="0"/>
          <dgm:bulletEnabled val="1"/>
        </dgm:presLayoutVars>
      </dgm:prSet>
      <dgm:spPr/>
      <dgm:t>
        <a:bodyPr/>
        <a:lstStyle/>
        <a:p>
          <a:endParaRPr lang="nl-NL"/>
        </a:p>
      </dgm:t>
    </dgm:pt>
    <dgm:pt modelId="{6FE2EC86-46E4-4CD5-9BB9-30715B2EC07E}" type="pres">
      <dgm:prSet presAssocID="{53C951BA-6147-4B7D-BF82-32AA5A1864E4}" presName="parTxOnlySpace" presStyleCnt="0"/>
      <dgm:spPr/>
    </dgm:pt>
    <dgm:pt modelId="{81AF5296-6A4F-444D-88B8-85AEA7C4B870}" type="pres">
      <dgm:prSet presAssocID="{0E6F70DA-F45E-4E6A-9A37-205DB6460658}" presName="parTxOnly" presStyleLbl="node1" presStyleIdx="1" presStyleCnt="4" custScaleY="101112">
        <dgm:presLayoutVars>
          <dgm:chMax val="0"/>
          <dgm:chPref val="0"/>
          <dgm:bulletEnabled val="1"/>
        </dgm:presLayoutVars>
      </dgm:prSet>
      <dgm:spPr/>
      <dgm:t>
        <a:bodyPr/>
        <a:lstStyle/>
        <a:p>
          <a:endParaRPr lang="nl-NL"/>
        </a:p>
      </dgm:t>
    </dgm:pt>
    <dgm:pt modelId="{84B29C48-B25E-42EB-BE0E-46D28FEACD15}" type="pres">
      <dgm:prSet presAssocID="{DBC07625-66B5-469C-BD19-84209F6F0EAB}" presName="parTxOnlySpace" presStyleCnt="0"/>
      <dgm:spPr/>
    </dgm:pt>
    <dgm:pt modelId="{CE0A5C2D-E0F1-4B10-97C2-A93EB7B49E1B}" type="pres">
      <dgm:prSet presAssocID="{452F9912-E44E-4529-94DD-26C8375297C2}" presName="parTxOnly" presStyleLbl="node1" presStyleIdx="2" presStyleCnt="4">
        <dgm:presLayoutVars>
          <dgm:chMax val="0"/>
          <dgm:chPref val="0"/>
          <dgm:bulletEnabled val="1"/>
        </dgm:presLayoutVars>
      </dgm:prSet>
      <dgm:spPr/>
      <dgm:t>
        <a:bodyPr/>
        <a:lstStyle/>
        <a:p>
          <a:endParaRPr lang="nl-NL"/>
        </a:p>
      </dgm:t>
    </dgm:pt>
    <dgm:pt modelId="{561A84D8-8E71-40E4-B228-789598265506}" type="pres">
      <dgm:prSet presAssocID="{EC0B58B0-0A68-439D-A670-0C29D14C8885}" presName="parTxOnlySpace" presStyleCnt="0"/>
      <dgm:spPr/>
    </dgm:pt>
    <dgm:pt modelId="{7168379B-1E21-44E5-B5CA-98F4C7C64922}" type="pres">
      <dgm:prSet presAssocID="{86652A19-3855-42B7-B2ED-33D0BF3EDAF1}" presName="parTxOnly" presStyleLbl="node1" presStyleIdx="3" presStyleCnt="4" custScaleY="100551">
        <dgm:presLayoutVars>
          <dgm:chMax val="0"/>
          <dgm:chPref val="0"/>
          <dgm:bulletEnabled val="1"/>
        </dgm:presLayoutVars>
      </dgm:prSet>
      <dgm:spPr/>
      <dgm:t>
        <a:bodyPr/>
        <a:lstStyle/>
        <a:p>
          <a:endParaRPr lang="nl-NL"/>
        </a:p>
      </dgm:t>
    </dgm:pt>
  </dgm:ptLst>
  <dgm:cxnLst>
    <dgm:cxn modelId="{B60D4251-EB69-4315-8C9B-F89D7AD31308}" type="presOf" srcId="{86652A19-3855-42B7-B2ED-33D0BF3EDAF1}" destId="{7168379B-1E21-44E5-B5CA-98F4C7C64922}" srcOrd="0" destOrd="0" presId="urn:microsoft.com/office/officeart/2005/8/layout/chevron1"/>
    <dgm:cxn modelId="{A28D17AB-5A66-46BE-9AFB-900AF9FCA35F}" srcId="{AB8FCEA3-09EA-4CC6-8DAD-8CB4380E17D9}" destId="{F057A8F9-0336-43D4-83CF-01C9B28F67C0}" srcOrd="0" destOrd="0" parTransId="{F1DDC44D-D269-42FE-920E-DB17CCEA6ED7}" sibTransId="{53C951BA-6147-4B7D-BF82-32AA5A1864E4}"/>
    <dgm:cxn modelId="{64F888E9-EA93-457C-BC0F-BE55A866000C}" srcId="{AB8FCEA3-09EA-4CC6-8DAD-8CB4380E17D9}" destId="{86652A19-3855-42B7-B2ED-33D0BF3EDAF1}" srcOrd="3" destOrd="0" parTransId="{7830C4C5-0E41-4FF0-94EA-12A707DE0CD1}" sibTransId="{F21897FD-9B5D-4515-B83C-A4D3D4DC41AD}"/>
    <dgm:cxn modelId="{8EEFBD9A-7807-47BA-A50E-04A372C2319B}" srcId="{AB8FCEA3-09EA-4CC6-8DAD-8CB4380E17D9}" destId="{452F9912-E44E-4529-94DD-26C8375297C2}" srcOrd="2" destOrd="0" parTransId="{4491BDC3-958F-4E9C-9DC3-E0CAA2CD0691}" sibTransId="{EC0B58B0-0A68-439D-A670-0C29D14C8885}"/>
    <dgm:cxn modelId="{E05F570B-3DF1-4032-A1C6-186D09229AA8}" srcId="{AB8FCEA3-09EA-4CC6-8DAD-8CB4380E17D9}" destId="{0E6F70DA-F45E-4E6A-9A37-205DB6460658}" srcOrd="1" destOrd="0" parTransId="{B58ED89B-5ECF-4866-970F-65F86AE038BC}" sibTransId="{DBC07625-66B5-469C-BD19-84209F6F0EAB}"/>
    <dgm:cxn modelId="{3D15B3F6-91DE-4F57-99C7-A1FACD860744}" type="presOf" srcId="{AB8FCEA3-09EA-4CC6-8DAD-8CB4380E17D9}" destId="{E2C180E7-1D64-4618-BFDC-7318345D6243}" srcOrd="0" destOrd="0" presId="urn:microsoft.com/office/officeart/2005/8/layout/chevron1"/>
    <dgm:cxn modelId="{9DF4FB48-D126-442A-9304-D78F5120355A}" type="presOf" srcId="{F057A8F9-0336-43D4-83CF-01C9B28F67C0}" destId="{626C456B-CD7C-4AE2-9CDA-B6098CF72E18}" srcOrd="0" destOrd="0" presId="urn:microsoft.com/office/officeart/2005/8/layout/chevron1"/>
    <dgm:cxn modelId="{A4B25E4A-860F-4804-96C5-6CABE21CEB6C}" type="presOf" srcId="{0E6F70DA-F45E-4E6A-9A37-205DB6460658}" destId="{81AF5296-6A4F-444D-88B8-85AEA7C4B870}" srcOrd="0" destOrd="0" presId="urn:microsoft.com/office/officeart/2005/8/layout/chevron1"/>
    <dgm:cxn modelId="{E3BB1B53-E64D-4070-ABD6-502381C353F0}" type="presOf" srcId="{452F9912-E44E-4529-94DD-26C8375297C2}" destId="{CE0A5C2D-E0F1-4B10-97C2-A93EB7B49E1B}" srcOrd="0" destOrd="0" presId="urn:microsoft.com/office/officeart/2005/8/layout/chevron1"/>
    <dgm:cxn modelId="{AB8F973E-E0FA-4908-A8C7-900C4CC3B257}" type="presParOf" srcId="{E2C180E7-1D64-4618-BFDC-7318345D6243}" destId="{626C456B-CD7C-4AE2-9CDA-B6098CF72E18}" srcOrd="0" destOrd="0" presId="urn:microsoft.com/office/officeart/2005/8/layout/chevron1"/>
    <dgm:cxn modelId="{39C9FEF3-EB3D-4EB8-99C6-5A24768612C0}" type="presParOf" srcId="{E2C180E7-1D64-4618-BFDC-7318345D6243}" destId="{6FE2EC86-46E4-4CD5-9BB9-30715B2EC07E}" srcOrd="1" destOrd="0" presId="urn:microsoft.com/office/officeart/2005/8/layout/chevron1"/>
    <dgm:cxn modelId="{139C75C7-4632-4F9D-A576-D633F9E31841}" type="presParOf" srcId="{E2C180E7-1D64-4618-BFDC-7318345D6243}" destId="{81AF5296-6A4F-444D-88B8-85AEA7C4B870}" srcOrd="2" destOrd="0" presId="urn:microsoft.com/office/officeart/2005/8/layout/chevron1"/>
    <dgm:cxn modelId="{9944BE74-3366-48BA-BD93-3815B8DE1135}" type="presParOf" srcId="{E2C180E7-1D64-4618-BFDC-7318345D6243}" destId="{84B29C48-B25E-42EB-BE0E-46D28FEACD15}" srcOrd="3" destOrd="0" presId="urn:microsoft.com/office/officeart/2005/8/layout/chevron1"/>
    <dgm:cxn modelId="{CCB109D8-3FA9-4700-BBA5-9430FD68A475}" type="presParOf" srcId="{E2C180E7-1D64-4618-BFDC-7318345D6243}" destId="{CE0A5C2D-E0F1-4B10-97C2-A93EB7B49E1B}" srcOrd="4" destOrd="0" presId="urn:microsoft.com/office/officeart/2005/8/layout/chevron1"/>
    <dgm:cxn modelId="{9486BD33-7CCF-4107-9FD1-29495946285E}" type="presParOf" srcId="{E2C180E7-1D64-4618-BFDC-7318345D6243}" destId="{561A84D8-8E71-40E4-B228-789598265506}" srcOrd="5" destOrd="0" presId="urn:microsoft.com/office/officeart/2005/8/layout/chevron1"/>
    <dgm:cxn modelId="{3D30ECFA-C8B0-4DBB-8AFE-0FDA539852E7}" type="presParOf" srcId="{E2C180E7-1D64-4618-BFDC-7318345D6243}" destId="{7168379B-1E21-44E5-B5CA-98F4C7C64922}"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8FCEA3-09EA-4CC6-8DAD-8CB4380E17D9}" type="doc">
      <dgm:prSet loTypeId="urn:microsoft.com/office/officeart/2005/8/layout/chevron1" loCatId="process" qsTypeId="urn:microsoft.com/office/officeart/2005/8/quickstyle/simple1" qsCatId="simple" csTypeId="urn:microsoft.com/office/officeart/2005/8/colors/accent1_2" csCatId="accent1" phldr="1"/>
      <dgm:spPr/>
    </dgm:pt>
    <dgm:pt modelId="{0E6F70DA-F45E-4E6A-9A37-205DB6460658}">
      <dgm:prSet phldrT="[Text]" custT="1"/>
      <dgm:spPr/>
      <dgm:t>
        <a:bodyPr/>
        <a:lstStyle/>
        <a:p>
          <a:r>
            <a:rPr lang="nl-NL" sz="600" dirty="0" smtClean="0"/>
            <a:t>Sales</a:t>
          </a:r>
          <a:endParaRPr lang="nl-NL" sz="600" dirty="0"/>
        </a:p>
      </dgm:t>
    </dgm:pt>
    <dgm:pt modelId="{B58ED89B-5ECF-4866-970F-65F86AE038BC}" type="parTrans" cxnId="{E05F570B-3DF1-4032-A1C6-186D09229AA8}">
      <dgm:prSet/>
      <dgm:spPr/>
      <dgm:t>
        <a:bodyPr/>
        <a:lstStyle/>
        <a:p>
          <a:endParaRPr lang="nl-NL" sz="700"/>
        </a:p>
      </dgm:t>
    </dgm:pt>
    <dgm:pt modelId="{DBC07625-66B5-469C-BD19-84209F6F0EAB}" type="sibTrans" cxnId="{E05F570B-3DF1-4032-A1C6-186D09229AA8}">
      <dgm:prSet/>
      <dgm:spPr/>
      <dgm:t>
        <a:bodyPr/>
        <a:lstStyle/>
        <a:p>
          <a:endParaRPr lang="nl-NL" sz="700"/>
        </a:p>
      </dgm:t>
    </dgm:pt>
    <dgm:pt modelId="{452F9912-E44E-4529-94DD-26C8375297C2}">
      <dgm:prSet phldrT="[Text]" custT="1"/>
      <dgm:spPr/>
      <dgm:t>
        <a:bodyPr/>
        <a:lstStyle/>
        <a:p>
          <a:r>
            <a:rPr lang="nl-NL" sz="600" dirty="0" smtClean="0"/>
            <a:t>Account Mgt</a:t>
          </a:r>
          <a:endParaRPr lang="nl-NL" sz="600" dirty="0"/>
        </a:p>
      </dgm:t>
    </dgm:pt>
    <dgm:pt modelId="{4491BDC3-958F-4E9C-9DC3-E0CAA2CD0691}" type="parTrans" cxnId="{8EEFBD9A-7807-47BA-A50E-04A372C2319B}">
      <dgm:prSet/>
      <dgm:spPr/>
      <dgm:t>
        <a:bodyPr/>
        <a:lstStyle/>
        <a:p>
          <a:endParaRPr lang="nl-NL" sz="700"/>
        </a:p>
      </dgm:t>
    </dgm:pt>
    <dgm:pt modelId="{EC0B58B0-0A68-439D-A670-0C29D14C8885}" type="sibTrans" cxnId="{8EEFBD9A-7807-47BA-A50E-04A372C2319B}">
      <dgm:prSet/>
      <dgm:spPr/>
      <dgm:t>
        <a:bodyPr/>
        <a:lstStyle/>
        <a:p>
          <a:endParaRPr lang="nl-NL" sz="700"/>
        </a:p>
      </dgm:t>
    </dgm:pt>
    <dgm:pt modelId="{86652A19-3855-42B7-B2ED-33D0BF3EDAF1}">
      <dgm:prSet phldrT="[Text]" custT="1"/>
      <dgm:spPr/>
      <dgm:t>
        <a:bodyPr/>
        <a:lstStyle/>
        <a:p>
          <a:r>
            <a:rPr lang="nl-NL" sz="600" dirty="0" smtClean="0"/>
            <a:t>Delivery</a:t>
          </a:r>
          <a:endParaRPr lang="nl-NL" sz="600" dirty="0"/>
        </a:p>
      </dgm:t>
    </dgm:pt>
    <dgm:pt modelId="{7830C4C5-0E41-4FF0-94EA-12A707DE0CD1}" type="parTrans" cxnId="{64F888E9-EA93-457C-BC0F-BE55A866000C}">
      <dgm:prSet/>
      <dgm:spPr/>
      <dgm:t>
        <a:bodyPr/>
        <a:lstStyle/>
        <a:p>
          <a:endParaRPr lang="nl-NL" sz="700"/>
        </a:p>
      </dgm:t>
    </dgm:pt>
    <dgm:pt modelId="{F21897FD-9B5D-4515-B83C-A4D3D4DC41AD}" type="sibTrans" cxnId="{64F888E9-EA93-457C-BC0F-BE55A866000C}">
      <dgm:prSet/>
      <dgm:spPr/>
      <dgm:t>
        <a:bodyPr/>
        <a:lstStyle/>
        <a:p>
          <a:endParaRPr lang="nl-NL" sz="700"/>
        </a:p>
      </dgm:t>
    </dgm:pt>
    <dgm:pt modelId="{F057A8F9-0336-43D4-83CF-01C9B28F67C0}">
      <dgm:prSet phldrT="[Text]" custT="1"/>
      <dgm:spPr/>
      <dgm:t>
        <a:bodyPr/>
        <a:lstStyle/>
        <a:p>
          <a:r>
            <a:rPr lang="nl-NL" sz="600" dirty="0" smtClean="0"/>
            <a:t>Marketing</a:t>
          </a:r>
          <a:endParaRPr lang="nl-NL" sz="600" dirty="0"/>
        </a:p>
      </dgm:t>
    </dgm:pt>
    <dgm:pt modelId="{F1DDC44D-D269-42FE-920E-DB17CCEA6ED7}" type="parTrans" cxnId="{A28D17AB-5A66-46BE-9AFB-900AF9FCA35F}">
      <dgm:prSet/>
      <dgm:spPr/>
      <dgm:t>
        <a:bodyPr/>
        <a:lstStyle/>
        <a:p>
          <a:endParaRPr lang="nl-NL" sz="700"/>
        </a:p>
      </dgm:t>
    </dgm:pt>
    <dgm:pt modelId="{53C951BA-6147-4B7D-BF82-32AA5A1864E4}" type="sibTrans" cxnId="{A28D17AB-5A66-46BE-9AFB-900AF9FCA35F}">
      <dgm:prSet/>
      <dgm:spPr/>
      <dgm:t>
        <a:bodyPr/>
        <a:lstStyle/>
        <a:p>
          <a:endParaRPr lang="nl-NL" sz="700"/>
        </a:p>
      </dgm:t>
    </dgm:pt>
    <dgm:pt modelId="{E2C180E7-1D64-4618-BFDC-7318345D6243}" type="pres">
      <dgm:prSet presAssocID="{AB8FCEA3-09EA-4CC6-8DAD-8CB4380E17D9}" presName="Name0" presStyleCnt="0">
        <dgm:presLayoutVars>
          <dgm:dir/>
          <dgm:animLvl val="lvl"/>
          <dgm:resizeHandles val="exact"/>
        </dgm:presLayoutVars>
      </dgm:prSet>
      <dgm:spPr/>
    </dgm:pt>
    <dgm:pt modelId="{626C456B-CD7C-4AE2-9CDA-B6098CF72E18}" type="pres">
      <dgm:prSet presAssocID="{F057A8F9-0336-43D4-83CF-01C9B28F67C0}" presName="parTxOnly" presStyleLbl="node1" presStyleIdx="0" presStyleCnt="4" custScaleY="101112">
        <dgm:presLayoutVars>
          <dgm:chMax val="0"/>
          <dgm:chPref val="0"/>
          <dgm:bulletEnabled val="1"/>
        </dgm:presLayoutVars>
      </dgm:prSet>
      <dgm:spPr/>
      <dgm:t>
        <a:bodyPr/>
        <a:lstStyle/>
        <a:p>
          <a:endParaRPr lang="nl-NL"/>
        </a:p>
      </dgm:t>
    </dgm:pt>
    <dgm:pt modelId="{6FE2EC86-46E4-4CD5-9BB9-30715B2EC07E}" type="pres">
      <dgm:prSet presAssocID="{53C951BA-6147-4B7D-BF82-32AA5A1864E4}" presName="parTxOnlySpace" presStyleCnt="0"/>
      <dgm:spPr/>
    </dgm:pt>
    <dgm:pt modelId="{81AF5296-6A4F-444D-88B8-85AEA7C4B870}" type="pres">
      <dgm:prSet presAssocID="{0E6F70DA-F45E-4E6A-9A37-205DB6460658}" presName="parTxOnly" presStyleLbl="node1" presStyleIdx="1" presStyleCnt="4" custScaleY="101112">
        <dgm:presLayoutVars>
          <dgm:chMax val="0"/>
          <dgm:chPref val="0"/>
          <dgm:bulletEnabled val="1"/>
        </dgm:presLayoutVars>
      </dgm:prSet>
      <dgm:spPr/>
      <dgm:t>
        <a:bodyPr/>
        <a:lstStyle/>
        <a:p>
          <a:endParaRPr lang="nl-NL"/>
        </a:p>
      </dgm:t>
    </dgm:pt>
    <dgm:pt modelId="{84B29C48-B25E-42EB-BE0E-46D28FEACD15}" type="pres">
      <dgm:prSet presAssocID="{DBC07625-66B5-469C-BD19-84209F6F0EAB}" presName="parTxOnlySpace" presStyleCnt="0"/>
      <dgm:spPr/>
    </dgm:pt>
    <dgm:pt modelId="{CE0A5C2D-E0F1-4B10-97C2-A93EB7B49E1B}" type="pres">
      <dgm:prSet presAssocID="{452F9912-E44E-4529-94DD-26C8375297C2}" presName="parTxOnly" presStyleLbl="node1" presStyleIdx="2" presStyleCnt="4">
        <dgm:presLayoutVars>
          <dgm:chMax val="0"/>
          <dgm:chPref val="0"/>
          <dgm:bulletEnabled val="1"/>
        </dgm:presLayoutVars>
      </dgm:prSet>
      <dgm:spPr/>
      <dgm:t>
        <a:bodyPr/>
        <a:lstStyle/>
        <a:p>
          <a:endParaRPr lang="nl-NL"/>
        </a:p>
      </dgm:t>
    </dgm:pt>
    <dgm:pt modelId="{561A84D8-8E71-40E4-B228-789598265506}" type="pres">
      <dgm:prSet presAssocID="{EC0B58B0-0A68-439D-A670-0C29D14C8885}" presName="parTxOnlySpace" presStyleCnt="0"/>
      <dgm:spPr/>
    </dgm:pt>
    <dgm:pt modelId="{7168379B-1E21-44E5-B5CA-98F4C7C64922}" type="pres">
      <dgm:prSet presAssocID="{86652A19-3855-42B7-B2ED-33D0BF3EDAF1}" presName="parTxOnly" presStyleLbl="node1" presStyleIdx="3" presStyleCnt="4" custScaleY="100551">
        <dgm:presLayoutVars>
          <dgm:chMax val="0"/>
          <dgm:chPref val="0"/>
          <dgm:bulletEnabled val="1"/>
        </dgm:presLayoutVars>
      </dgm:prSet>
      <dgm:spPr/>
      <dgm:t>
        <a:bodyPr/>
        <a:lstStyle/>
        <a:p>
          <a:endParaRPr lang="nl-NL"/>
        </a:p>
      </dgm:t>
    </dgm:pt>
  </dgm:ptLst>
  <dgm:cxnLst>
    <dgm:cxn modelId="{444AC063-5801-4F32-A2CB-661BFD3CF0EA}" type="presOf" srcId="{452F9912-E44E-4529-94DD-26C8375297C2}" destId="{CE0A5C2D-E0F1-4B10-97C2-A93EB7B49E1B}" srcOrd="0" destOrd="0" presId="urn:microsoft.com/office/officeart/2005/8/layout/chevron1"/>
    <dgm:cxn modelId="{DE87088F-A802-4103-860C-4B1A39945084}" type="presOf" srcId="{0E6F70DA-F45E-4E6A-9A37-205DB6460658}" destId="{81AF5296-6A4F-444D-88B8-85AEA7C4B870}" srcOrd="0" destOrd="0" presId="urn:microsoft.com/office/officeart/2005/8/layout/chevron1"/>
    <dgm:cxn modelId="{05EE50D2-4D59-4C96-8627-2E1FBFEE6712}" type="presOf" srcId="{86652A19-3855-42B7-B2ED-33D0BF3EDAF1}" destId="{7168379B-1E21-44E5-B5CA-98F4C7C64922}" srcOrd="0" destOrd="0" presId="urn:microsoft.com/office/officeart/2005/8/layout/chevron1"/>
    <dgm:cxn modelId="{A28D17AB-5A66-46BE-9AFB-900AF9FCA35F}" srcId="{AB8FCEA3-09EA-4CC6-8DAD-8CB4380E17D9}" destId="{F057A8F9-0336-43D4-83CF-01C9B28F67C0}" srcOrd="0" destOrd="0" parTransId="{F1DDC44D-D269-42FE-920E-DB17CCEA6ED7}" sibTransId="{53C951BA-6147-4B7D-BF82-32AA5A1864E4}"/>
    <dgm:cxn modelId="{64F888E9-EA93-457C-BC0F-BE55A866000C}" srcId="{AB8FCEA3-09EA-4CC6-8DAD-8CB4380E17D9}" destId="{86652A19-3855-42B7-B2ED-33D0BF3EDAF1}" srcOrd="3" destOrd="0" parTransId="{7830C4C5-0E41-4FF0-94EA-12A707DE0CD1}" sibTransId="{F21897FD-9B5D-4515-B83C-A4D3D4DC41AD}"/>
    <dgm:cxn modelId="{2EC26623-4986-4AE8-B4DA-7AF26A9C296A}" type="presOf" srcId="{F057A8F9-0336-43D4-83CF-01C9B28F67C0}" destId="{626C456B-CD7C-4AE2-9CDA-B6098CF72E18}" srcOrd="0" destOrd="0" presId="urn:microsoft.com/office/officeart/2005/8/layout/chevron1"/>
    <dgm:cxn modelId="{8EEFBD9A-7807-47BA-A50E-04A372C2319B}" srcId="{AB8FCEA3-09EA-4CC6-8DAD-8CB4380E17D9}" destId="{452F9912-E44E-4529-94DD-26C8375297C2}" srcOrd="2" destOrd="0" parTransId="{4491BDC3-958F-4E9C-9DC3-E0CAA2CD0691}" sibTransId="{EC0B58B0-0A68-439D-A670-0C29D14C8885}"/>
    <dgm:cxn modelId="{E05F570B-3DF1-4032-A1C6-186D09229AA8}" srcId="{AB8FCEA3-09EA-4CC6-8DAD-8CB4380E17D9}" destId="{0E6F70DA-F45E-4E6A-9A37-205DB6460658}" srcOrd="1" destOrd="0" parTransId="{B58ED89B-5ECF-4866-970F-65F86AE038BC}" sibTransId="{DBC07625-66B5-469C-BD19-84209F6F0EAB}"/>
    <dgm:cxn modelId="{F16DFF4F-D84A-486E-9F4C-1CFA63C12CF7}" type="presOf" srcId="{AB8FCEA3-09EA-4CC6-8DAD-8CB4380E17D9}" destId="{E2C180E7-1D64-4618-BFDC-7318345D6243}" srcOrd="0" destOrd="0" presId="urn:microsoft.com/office/officeart/2005/8/layout/chevron1"/>
    <dgm:cxn modelId="{622A5066-7E0F-4051-B599-96EE0915BCBB}" type="presParOf" srcId="{E2C180E7-1D64-4618-BFDC-7318345D6243}" destId="{626C456B-CD7C-4AE2-9CDA-B6098CF72E18}" srcOrd="0" destOrd="0" presId="urn:microsoft.com/office/officeart/2005/8/layout/chevron1"/>
    <dgm:cxn modelId="{8271CBB8-D751-4294-AB1D-B7CFF11783E0}" type="presParOf" srcId="{E2C180E7-1D64-4618-BFDC-7318345D6243}" destId="{6FE2EC86-46E4-4CD5-9BB9-30715B2EC07E}" srcOrd="1" destOrd="0" presId="urn:microsoft.com/office/officeart/2005/8/layout/chevron1"/>
    <dgm:cxn modelId="{E0FA1708-4C02-479A-9E01-65B6F0F84DBA}" type="presParOf" srcId="{E2C180E7-1D64-4618-BFDC-7318345D6243}" destId="{81AF5296-6A4F-444D-88B8-85AEA7C4B870}" srcOrd="2" destOrd="0" presId="urn:microsoft.com/office/officeart/2005/8/layout/chevron1"/>
    <dgm:cxn modelId="{8F7C55BC-C320-492C-B8FC-735FEBC61145}" type="presParOf" srcId="{E2C180E7-1D64-4618-BFDC-7318345D6243}" destId="{84B29C48-B25E-42EB-BE0E-46D28FEACD15}" srcOrd="3" destOrd="0" presId="urn:microsoft.com/office/officeart/2005/8/layout/chevron1"/>
    <dgm:cxn modelId="{CC0054F2-3B0F-470B-B55B-BBFED6425C18}" type="presParOf" srcId="{E2C180E7-1D64-4618-BFDC-7318345D6243}" destId="{CE0A5C2D-E0F1-4B10-97C2-A93EB7B49E1B}" srcOrd="4" destOrd="0" presId="urn:microsoft.com/office/officeart/2005/8/layout/chevron1"/>
    <dgm:cxn modelId="{E0DFA48F-E4BD-4F83-A217-2D1AE0EB2329}" type="presParOf" srcId="{E2C180E7-1D64-4618-BFDC-7318345D6243}" destId="{561A84D8-8E71-40E4-B228-789598265506}" srcOrd="5" destOrd="0" presId="urn:microsoft.com/office/officeart/2005/8/layout/chevron1"/>
    <dgm:cxn modelId="{345D2A6A-34B6-41F5-928E-B7DF1923DFB5}" type="presParOf" srcId="{E2C180E7-1D64-4618-BFDC-7318345D6243}" destId="{7168379B-1E21-44E5-B5CA-98F4C7C64922}"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B8FCEA3-09EA-4CC6-8DAD-8CB4380E17D9}" type="doc">
      <dgm:prSet loTypeId="urn:microsoft.com/office/officeart/2005/8/layout/chevron1" loCatId="process" qsTypeId="urn:microsoft.com/office/officeart/2005/8/quickstyle/simple1" qsCatId="simple" csTypeId="urn:microsoft.com/office/officeart/2005/8/colors/accent1_2" csCatId="accent1" phldr="1"/>
      <dgm:spPr/>
    </dgm:pt>
    <dgm:pt modelId="{0E6F70DA-F45E-4E6A-9A37-205DB6460658}">
      <dgm:prSet phldrT="[Text]" custT="1"/>
      <dgm:spPr/>
      <dgm:t>
        <a:bodyPr/>
        <a:lstStyle/>
        <a:p>
          <a:r>
            <a:rPr lang="nl-NL" sz="600" dirty="0" smtClean="0"/>
            <a:t>Sales</a:t>
          </a:r>
          <a:endParaRPr lang="nl-NL" sz="600" dirty="0"/>
        </a:p>
      </dgm:t>
    </dgm:pt>
    <dgm:pt modelId="{B58ED89B-5ECF-4866-970F-65F86AE038BC}" type="parTrans" cxnId="{E05F570B-3DF1-4032-A1C6-186D09229AA8}">
      <dgm:prSet/>
      <dgm:spPr/>
      <dgm:t>
        <a:bodyPr/>
        <a:lstStyle/>
        <a:p>
          <a:endParaRPr lang="nl-NL" sz="700"/>
        </a:p>
      </dgm:t>
    </dgm:pt>
    <dgm:pt modelId="{DBC07625-66B5-469C-BD19-84209F6F0EAB}" type="sibTrans" cxnId="{E05F570B-3DF1-4032-A1C6-186D09229AA8}">
      <dgm:prSet/>
      <dgm:spPr/>
      <dgm:t>
        <a:bodyPr/>
        <a:lstStyle/>
        <a:p>
          <a:endParaRPr lang="nl-NL" sz="700"/>
        </a:p>
      </dgm:t>
    </dgm:pt>
    <dgm:pt modelId="{452F9912-E44E-4529-94DD-26C8375297C2}">
      <dgm:prSet phldrT="[Text]" custT="1"/>
      <dgm:spPr/>
      <dgm:t>
        <a:bodyPr/>
        <a:lstStyle/>
        <a:p>
          <a:r>
            <a:rPr lang="nl-NL" sz="600" dirty="0" smtClean="0"/>
            <a:t>Account Mgt</a:t>
          </a:r>
          <a:endParaRPr lang="nl-NL" sz="600" dirty="0"/>
        </a:p>
      </dgm:t>
    </dgm:pt>
    <dgm:pt modelId="{4491BDC3-958F-4E9C-9DC3-E0CAA2CD0691}" type="parTrans" cxnId="{8EEFBD9A-7807-47BA-A50E-04A372C2319B}">
      <dgm:prSet/>
      <dgm:spPr/>
      <dgm:t>
        <a:bodyPr/>
        <a:lstStyle/>
        <a:p>
          <a:endParaRPr lang="nl-NL" sz="700"/>
        </a:p>
      </dgm:t>
    </dgm:pt>
    <dgm:pt modelId="{EC0B58B0-0A68-439D-A670-0C29D14C8885}" type="sibTrans" cxnId="{8EEFBD9A-7807-47BA-A50E-04A372C2319B}">
      <dgm:prSet/>
      <dgm:spPr/>
      <dgm:t>
        <a:bodyPr/>
        <a:lstStyle/>
        <a:p>
          <a:endParaRPr lang="nl-NL" sz="700"/>
        </a:p>
      </dgm:t>
    </dgm:pt>
    <dgm:pt modelId="{86652A19-3855-42B7-B2ED-33D0BF3EDAF1}">
      <dgm:prSet phldrT="[Text]" custT="1"/>
      <dgm:spPr/>
      <dgm:t>
        <a:bodyPr/>
        <a:lstStyle/>
        <a:p>
          <a:r>
            <a:rPr lang="nl-NL" sz="600" dirty="0" smtClean="0"/>
            <a:t>Delivery</a:t>
          </a:r>
          <a:endParaRPr lang="nl-NL" sz="600" dirty="0"/>
        </a:p>
      </dgm:t>
    </dgm:pt>
    <dgm:pt modelId="{7830C4C5-0E41-4FF0-94EA-12A707DE0CD1}" type="parTrans" cxnId="{64F888E9-EA93-457C-BC0F-BE55A866000C}">
      <dgm:prSet/>
      <dgm:spPr/>
      <dgm:t>
        <a:bodyPr/>
        <a:lstStyle/>
        <a:p>
          <a:endParaRPr lang="nl-NL" sz="700"/>
        </a:p>
      </dgm:t>
    </dgm:pt>
    <dgm:pt modelId="{F21897FD-9B5D-4515-B83C-A4D3D4DC41AD}" type="sibTrans" cxnId="{64F888E9-EA93-457C-BC0F-BE55A866000C}">
      <dgm:prSet/>
      <dgm:spPr/>
      <dgm:t>
        <a:bodyPr/>
        <a:lstStyle/>
        <a:p>
          <a:endParaRPr lang="nl-NL" sz="700"/>
        </a:p>
      </dgm:t>
    </dgm:pt>
    <dgm:pt modelId="{F057A8F9-0336-43D4-83CF-01C9B28F67C0}">
      <dgm:prSet phldrT="[Text]" custT="1"/>
      <dgm:spPr/>
      <dgm:t>
        <a:bodyPr/>
        <a:lstStyle/>
        <a:p>
          <a:r>
            <a:rPr lang="nl-NL" sz="600" dirty="0" smtClean="0"/>
            <a:t>Marketing</a:t>
          </a:r>
          <a:endParaRPr lang="nl-NL" sz="600" dirty="0"/>
        </a:p>
      </dgm:t>
    </dgm:pt>
    <dgm:pt modelId="{F1DDC44D-D269-42FE-920E-DB17CCEA6ED7}" type="parTrans" cxnId="{A28D17AB-5A66-46BE-9AFB-900AF9FCA35F}">
      <dgm:prSet/>
      <dgm:spPr/>
      <dgm:t>
        <a:bodyPr/>
        <a:lstStyle/>
        <a:p>
          <a:endParaRPr lang="nl-NL" sz="700"/>
        </a:p>
      </dgm:t>
    </dgm:pt>
    <dgm:pt modelId="{53C951BA-6147-4B7D-BF82-32AA5A1864E4}" type="sibTrans" cxnId="{A28D17AB-5A66-46BE-9AFB-900AF9FCA35F}">
      <dgm:prSet/>
      <dgm:spPr/>
      <dgm:t>
        <a:bodyPr/>
        <a:lstStyle/>
        <a:p>
          <a:endParaRPr lang="nl-NL" sz="700"/>
        </a:p>
      </dgm:t>
    </dgm:pt>
    <dgm:pt modelId="{E2C180E7-1D64-4618-BFDC-7318345D6243}" type="pres">
      <dgm:prSet presAssocID="{AB8FCEA3-09EA-4CC6-8DAD-8CB4380E17D9}" presName="Name0" presStyleCnt="0">
        <dgm:presLayoutVars>
          <dgm:dir/>
          <dgm:animLvl val="lvl"/>
          <dgm:resizeHandles val="exact"/>
        </dgm:presLayoutVars>
      </dgm:prSet>
      <dgm:spPr/>
    </dgm:pt>
    <dgm:pt modelId="{626C456B-CD7C-4AE2-9CDA-B6098CF72E18}" type="pres">
      <dgm:prSet presAssocID="{F057A8F9-0336-43D4-83CF-01C9B28F67C0}" presName="parTxOnly" presStyleLbl="node1" presStyleIdx="0" presStyleCnt="4" custScaleY="101112">
        <dgm:presLayoutVars>
          <dgm:chMax val="0"/>
          <dgm:chPref val="0"/>
          <dgm:bulletEnabled val="1"/>
        </dgm:presLayoutVars>
      </dgm:prSet>
      <dgm:spPr/>
      <dgm:t>
        <a:bodyPr/>
        <a:lstStyle/>
        <a:p>
          <a:endParaRPr lang="nl-NL"/>
        </a:p>
      </dgm:t>
    </dgm:pt>
    <dgm:pt modelId="{6FE2EC86-46E4-4CD5-9BB9-30715B2EC07E}" type="pres">
      <dgm:prSet presAssocID="{53C951BA-6147-4B7D-BF82-32AA5A1864E4}" presName="parTxOnlySpace" presStyleCnt="0"/>
      <dgm:spPr/>
    </dgm:pt>
    <dgm:pt modelId="{81AF5296-6A4F-444D-88B8-85AEA7C4B870}" type="pres">
      <dgm:prSet presAssocID="{0E6F70DA-F45E-4E6A-9A37-205DB6460658}" presName="parTxOnly" presStyleLbl="node1" presStyleIdx="1" presStyleCnt="4" custScaleY="101112">
        <dgm:presLayoutVars>
          <dgm:chMax val="0"/>
          <dgm:chPref val="0"/>
          <dgm:bulletEnabled val="1"/>
        </dgm:presLayoutVars>
      </dgm:prSet>
      <dgm:spPr/>
      <dgm:t>
        <a:bodyPr/>
        <a:lstStyle/>
        <a:p>
          <a:endParaRPr lang="nl-NL"/>
        </a:p>
      </dgm:t>
    </dgm:pt>
    <dgm:pt modelId="{84B29C48-B25E-42EB-BE0E-46D28FEACD15}" type="pres">
      <dgm:prSet presAssocID="{DBC07625-66B5-469C-BD19-84209F6F0EAB}" presName="parTxOnlySpace" presStyleCnt="0"/>
      <dgm:spPr/>
    </dgm:pt>
    <dgm:pt modelId="{CE0A5C2D-E0F1-4B10-97C2-A93EB7B49E1B}" type="pres">
      <dgm:prSet presAssocID="{452F9912-E44E-4529-94DD-26C8375297C2}" presName="parTxOnly" presStyleLbl="node1" presStyleIdx="2" presStyleCnt="4">
        <dgm:presLayoutVars>
          <dgm:chMax val="0"/>
          <dgm:chPref val="0"/>
          <dgm:bulletEnabled val="1"/>
        </dgm:presLayoutVars>
      </dgm:prSet>
      <dgm:spPr/>
      <dgm:t>
        <a:bodyPr/>
        <a:lstStyle/>
        <a:p>
          <a:endParaRPr lang="nl-NL"/>
        </a:p>
      </dgm:t>
    </dgm:pt>
    <dgm:pt modelId="{561A84D8-8E71-40E4-B228-789598265506}" type="pres">
      <dgm:prSet presAssocID="{EC0B58B0-0A68-439D-A670-0C29D14C8885}" presName="parTxOnlySpace" presStyleCnt="0"/>
      <dgm:spPr/>
    </dgm:pt>
    <dgm:pt modelId="{7168379B-1E21-44E5-B5CA-98F4C7C64922}" type="pres">
      <dgm:prSet presAssocID="{86652A19-3855-42B7-B2ED-33D0BF3EDAF1}" presName="parTxOnly" presStyleLbl="node1" presStyleIdx="3" presStyleCnt="4" custScaleY="100551">
        <dgm:presLayoutVars>
          <dgm:chMax val="0"/>
          <dgm:chPref val="0"/>
          <dgm:bulletEnabled val="1"/>
        </dgm:presLayoutVars>
      </dgm:prSet>
      <dgm:spPr/>
      <dgm:t>
        <a:bodyPr/>
        <a:lstStyle/>
        <a:p>
          <a:endParaRPr lang="nl-NL"/>
        </a:p>
      </dgm:t>
    </dgm:pt>
  </dgm:ptLst>
  <dgm:cxnLst>
    <dgm:cxn modelId="{C5009263-FF8B-4538-9288-A1616EA6332B}" type="presOf" srcId="{F057A8F9-0336-43D4-83CF-01C9B28F67C0}" destId="{626C456B-CD7C-4AE2-9CDA-B6098CF72E18}" srcOrd="0" destOrd="0" presId="urn:microsoft.com/office/officeart/2005/8/layout/chevron1"/>
    <dgm:cxn modelId="{A28D17AB-5A66-46BE-9AFB-900AF9FCA35F}" srcId="{AB8FCEA3-09EA-4CC6-8DAD-8CB4380E17D9}" destId="{F057A8F9-0336-43D4-83CF-01C9B28F67C0}" srcOrd="0" destOrd="0" parTransId="{F1DDC44D-D269-42FE-920E-DB17CCEA6ED7}" sibTransId="{53C951BA-6147-4B7D-BF82-32AA5A1864E4}"/>
    <dgm:cxn modelId="{B59B7EA0-FBCF-4CD2-BA9F-72C4A578CC78}" type="presOf" srcId="{452F9912-E44E-4529-94DD-26C8375297C2}" destId="{CE0A5C2D-E0F1-4B10-97C2-A93EB7B49E1B}" srcOrd="0" destOrd="0" presId="urn:microsoft.com/office/officeart/2005/8/layout/chevron1"/>
    <dgm:cxn modelId="{64F888E9-EA93-457C-BC0F-BE55A866000C}" srcId="{AB8FCEA3-09EA-4CC6-8DAD-8CB4380E17D9}" destId="{86652A19-3855-42B7-B2ED-33D0BF3EDAF1}" srcOrd="3" destOrd="0" parTransId="{7830C4C5-0E41-4FF0-94EA-12A707DE0CD1}" sibTransId="{F21897FD-9B5D-4515-B83C-A4D3D4DC41AD}"/>
    <dgm:cxn modelId="{8C0EE542-6C4F-4B53-BB26-CB5F35A33BC6}" type="presOf" srcId="{AB8FCEA3-09EA-4CC6-8DAD-8CB4380E17D9}" destId="{E2C180E7-1D64-4618-BFDC-7318345D6243}" srcOrd="0" destOrd="0" presId="urn:microsoft.com/office/officeart/2005/8/layout/chevron1"/>
    <dgm:cxn modelId="{8EEFBD9A-7807-47BA-A50E-04A372C2319B}" srcId="{AB8FCEA3-09EA-4CC6-8DAD-8CB4380E17D9}" destId="{452F9912-E44E-4529-94DD-26C8375297C2}" srcOrd="2" destOrd="0" parTransId="{4491BDC3-958F-4E9C-9DC3-E0CAA2CD0691}" sibTransId="{EC0B58B0-0A68-439D-A670-0C29D14C8885}"/>
    <dgm:cxn modelId="{68F19416-2DE4-4E87-8F91-4A677738BC3C}" type="presOf" srcId="{0E6F70DA-F45E-4E6A-9A37-205DB6460658}" destId="{81AF5296-6A4F-444D-88B8-85AEA7C4B870}" srcOrd="0" destOrd="0" presId="urn:microsoft.com/office/officeart/2005/8/layout/chevron1"/>
    <dgm:cxn modelId="{E05F570B-3DF1-4032-A1C6-186D09229AA8}" srcId="{AB8FCEA3-09EA-4CC6-8DAD-8CB4380E17D9}" destId="{0E6F70DA-F45E-4E6A-9A37-205DB6460658}" srcOrd="1" destOrd="0" parTransId="{B58ED89B-5ECF-4866-970F-65F86AE038BC}" sibTransId="{DBC07625-66B5-469C-BD19-84209F6F0EAB}"/>
    <dgm:cxn modelId="{086C80B5-461C-4C72-8FB7-F1460A307A56}" type="presOf" srcId="{86652A19-3855-42B7-B2ED-33D0BF3EDAF1}" destId="{7168379B-1E21-44E5-B5CA-98F4C7C64922}" srcOrd="0" destOrd="0" presId="urn:microsoft.com/office/officeart/2005/8/layout/chevron1"/>
    <dgm:cxn modelId="{B4CC7A6D-151C-4A94-8598-34374C45828E}" type="presParOf" srcId="{E2C180E7-1D64-4618-BFDC-7318345D6243}" destId="{626C456B-CD7C-4AE2-9CDA-B6098CF72E18}" srcOrd="0" destOrd="0" presId="urn:microsoft.com/office/officeart/2005/8/layout/chevron1"/>
    <dgm:cxn modelId="{BA5DAE7D-5AD1-4183-8959-8DA73E6CD16E}" type="presParOf" srcId="{E2C180E7-1D64-4618-BFDC-7318345D6243}" destId="{6FE2EC86-46E4-4CD5-9BB9-30715B2EC07E}" srcOrd="1" destOrd="0" presId="urn:microsoft.com/office/officeart/2005/8/layout/chevron1"/>
    <dgm:cxn modelId="{DD152950-B804-4A2A-8D28-BFD2FCE28A3C}" type="presParOf" srcId="{E2C180E7-1D64-4618-BFDC-7318345D6243}" destId="{81AF5296-6A4F-444D-88B8-85AEA7C4B870}" srcOrd="2" destOrd="0" presId="urn:microsoft.com/office/officeart/2005/8/layout/chevron1"/>
    <dgm:cxn modelId="{A38651A5-DFBB-4191-A36C-AEADD9975DD8}" type="presParOf" srcId="{E2C180E7-1D64-4618-BFDC-7318345D6243}" destId="{84B29C48-B25E-42EB-BE0E-46D28FEACD15}" srcOrd="3" destOrd="0" presId="urn:microsoft.com/office/officeart/2005/8/layout/chevron1"/>
    <dgm:cxn modelId="{B9F00615-1A06-48D5-8BE0-B663EF6E01B9}" type="presParOf" srcId="{E2C180E7-1D64-4618-BFDC-7318345D6243}" destId="{CE0A5C2D-E0F1-4B10-97C2-A93EB7B49E1B}" srcOrd="4" destOrd="0" presId="urn:microsoft.com/office/officeart/2005/8/layout/chevron1"/>
    <dgm:cxn modelId="{F34B29AB-28AF-47E8-9E0F-AE93AC65944C}" type="presParOf" srcId="{E2C180E7-1D64-4618-BFDC-7318345D6243}" destId="{561A84D8-8E71-40E4-B228-789598265506}" srcOrd="5" destOrd="0" presId="urn:microsoft.com/office/officeart/2005/8/layout/chevron1"/>
    <dgm:cxn modelId="{386039A9-F591-43A7-BCFD-E9C40030F771}" type="presParOf" srcId="{E2C180E7-1D64-4618-BFDC-7318345D6243}" destId="{7168379B-1E21-44E5-B5CA-98F4C7C64922}" srcOrd="6" destOrd="0" presId="urn:microsoft.com/office/officeart/2005/8/layout/chevron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2EEF01-F0A3-477E-A2B8-7ED534BE9210}" type="doc">
      <dgm:prSet loTypeId="urn:microsoft.com/office/officeart/2005/8/layout/pictureOrgChart+Icon" loCatId="hierarchy" qsTypeId="urn:microsoft.com/office/officeart/2005/8/quickstyle/simple5" qsCatId="simple" csTypeId="urn:microsoft.com/office/officeart/2005/8/colors/accent1_1" csCatId="accent1" phldr="1"/>
      <dgm:spPr/>
      <dgm:t>
        <a:bodyPr/>
        <a:lstStyle/>
        <a:p>
          <a:endParaRPr lang="en-GB"/>
        </a:p>
      </dgm:t>
    </dgm:pt>
    <dgm:pt modelId="{72A4410A-72EC-40B3-9C58-01FCED5275F9}">
      <dgm:prSet phldrT="[Text]" custT="1"/>
      <dgm:spPr/>
      <dgm:t>
        <a:bodyPr/>
        <a:lstStyle/>
        <a:p>
          <a:r>
            <a:rPr lang="en-GB" sz="1000" dirty="0" smtClean="0"/>
            <a:t>Evaluetor Monitor</a:t>
          </a:r>
          <a:endParaRPr lang="en-GB" sz="1000" dirty="0"/>
        </a:p>
      </dgm:t>
    </dgm:pt>
    <dgm:pt modelId="{768C1C7F-0A24-4FA2-8317-31FE4AD84506}" type="parTrans" cxnId="{46DBDF73-168E-4223-9F86-36DCE80FC083}">
      <dgm:prSet/>
      <dgm:spPr/>
      <dgm:t>
        <a:bodyPr/>
        <a:lstStyle/>
        <a:p>
          <a:endParaRPr lang="en-GB" sz="1050"/>
        </a:p>
      </dgm:t>
    </dgm:pt>
    <dgm:pt modelId="{ED73725D-754F-4C6D-8E54-252B90ABDF7E}" type="sibTrans" cxnId="{46DBDF73-168E-4223-9F86-36DCE80FC083}">
      <dgm:prSet/>
      <dgm:spPr/>
      <dgm:t>
        <a:bodyPr/>
        <a:lstStyle/>
        <a:p>
          <a:endParaRPr lang="en-GB" sz="1050"/>
        </a:p>
      </dgm:t>
    </dgm:pt>
    <dgm:pt modelId="{8FBD076E-AF45-4FD8-BFAD-BD0EFE04D7E3}">
      <dgm:prSet phldrT="[Text]" custT="1"/>
      <dgm:spPr/>
      <dgm:t>
        <a:bodyPr/>
        <a:lstStyle/>
        <a:p>
          <a:r>
            <a:rPr lang="en-GB" sz="1000" dirty="0" smtClean="0"/>
            <a:t>Contract performance</a:t>
          </a:r>
          <a:endParaRPr lang="en-GB" sz="1000" dirty="0"/>
        </a:p>
      </dgm:t>
    </dgm:pt>
    <dgm:pt modelId="{4A3F85A7-831E-4B49-9B8E-F8F7ABE6294C}" type="parTrans" cxnId="{B509AD24-A44B-449E-B14F-D6A64F4EC6A3}">
      <dgm:prSet/>
      <dgm:spPr/>
      <dgm:t>
        <a:bodyPr/>
        <a:lstStyle/>
        <a:p>
          <a:endParaRPr lang="en-GB" sz="1050"/>
        </a:p>
      </dgm:t>
    </dgm:pt>
    <dgm:pt modelId="{8B9E7520-B7BB-479F-BAD8-8CFC71A2B30D}" type="sibTrans" cxnId="{B509AD24-A44B-449E-B14F-D6A64F4EC6A3}">
      <dgm:prSet/>
      <dgm:spPr/>
      <dgm:t>
        <a:bodyPr/>
        <a:lstStyle/>
        <a:p>
          <a:endParaRPr lang="en-GB" sz="1050"/>
        </a:p>
      </dgm:t>
    </dgm:pt>
    <dgm:pt modelId="{928A491D-5FD4-4F53-8E90-77FE338BD067}">
      <dgm:prSet phldrT="[Text]" custT="1"/>
      <dgm:spPr/>
      <dgm:t>
        <a:bodyPr/>
        <a:lstStyle/>
        <a:p>
          <a:r>
            <a:rPr lang="en-GB" sz="1000" dirty="0" smtClean="0"/>
            <a:t>Improvement</a:t>
          </a:r>
        </a:p>
        <a:p>
          <a:r>
            <a:rPr lang="en-GB" sz="1000" dirty="0" smtClean="0"/>
            <a:t>Plan Status</a:t>
          </a:r>
          <a:endParaRPr lang="en-GB" sz="1000" dirty="0"/>
        </a:p>
      </dgm:t>
    </dgm:pt>
    <dgm:pt modelId="{DEF85F2A-C702-4C77-9329-EF8591C59C4B}" type="parTrans" cxnId="{3450B433-4BA4-48B2-A3DA-9B68D1BF3C38}">
      <dgm:prSet/>
      <dgm:spPr/>
      <dgm:t>
        <a:bodyPr/>
        <a:lstStyle/>
        <a:p>
          <a:endParaRPr lang="en-GB" sz="1050"/>
        </a:p>
      </dgm:t>
    </dgm:pt>
    <dgm:pt modelId="{6070AC6B-F4B8-4D34-BF68-7F9E6B907EDA}" type="sibTrans" cxnId="{3450B433-4BA4-48B2-A3DA-9B68D1BF3C38}">
      <dgm:prSet/>
      <dgm:spPr/>
      <dgm:t>
        <a:bodyPr/>
        <a:lstStyle/>
        <a:p>
          <a:endParaRPr lang="en-GB" sz="1050"/>
        </a:p>
      </dgm:t>
    </dgm:pt>
    <dgm:pt modelId="{DF1E534D-14C3-4B44-A6B1-194AB4AE606D}">
      <dgm:prSet phldrT="[Text]" custT="1"/>
      <dgm:spPr/>
      <dgm:t>
        <a:bodyPr/>
        <a:lstStyle/>
        <a:p>
          <a:r>
            <a:rPr lang="en-GB" sz="1000" dirty="0" smtClean="0"/>
            <a:t>Contracts</a:t>
          </a:r>
        </a:p>
        <a:p>
          <a:r>
            <a:rPr lang="en-GB" sz="1000" dirty="0" smtClean="0"/>
            <a:t>Upload</a:t>
          </a:r>
          <a:endParaRPr lang="en-GB" sz="1000" dirty="0"/>
        </a:p>
      </dgm:t>
    </dgm:pt>
    <dgm:pt modelId="{DD1CE2FC-397B-45D8-860B-E18710121CDD}" type="parTrans" cxnId="{FCC39A02-9888-479E-9310-FF142B05CA35}">
      <dgm:prSet/>
      <dgm:spPr/>
      <dgm:t>
        <a:bodyPr/>
        <a:lstStyle/>
        <a:p>
          <a:endParaRPr lang="en-GB" sz="1050"/>
        </a:p>
      </dgm:t>
    </dgm:pt>
    <dgm:pt modelId="{9FD3B7D6-7FC1-4778-8FB2-5C3F69A97F23}" type="sibTrans" cxnId="{FCC39A02-9888-479E-9310-FF142B05CA35}">
      <dgm:prSet/>
      <dgm:spPr/>
      <dgm:t>
        <a:bodyPr/>
        <a:lstStyle/>
        <a:p>
          <a:endParaRPr lang="en-GB" sz="1050"/>
        </a:p>
      </dgm:t>
    </dgm:pt>
    <dgm:pt modelId="{433CE9E7-8EE1-4151-A389-95FEED1C4F8A}">
      <dgm:prSet phldrT="[Text]" custT="1"/>
      <dgm:spPr/>
      <dgm:t>
        <a:bodyPr/>
        <a:lstStyle/>
        <a:p>
          <a:r>
            <a:rPr lang="en-GB" sz="1000" dirty="0" smtClean="0"/>
            <a:t>Contracting (client &amp; supplier)</a:t>
          </a:r>
          <a:endParaRPr lang="en-GB" sz="1000" dirty="0"/>
        </a:p>
      </dgm:t>
    </dgm:pt>
    <dgm:pt modelId="{2E0C920A-B276-44EB-87A0-DAB722805180}" type="parTrans" cxnId="{BA451010-5B4D-47E8-8172-4E52135DC728}">
      <dgm:prSet/>
      <dgm:spPr/>
      <dgm:t>
        <a:bodyPr/>
        <a:lstStyle/>
        <a:p>
          <a:endParaRPr lang="en-GB" sz="1050"/>
        </a:p>
      </dgm:t>
    </dgm:pt>
    <dgm:pt modelId="{603290F3-1A0A-4F10-BD8A-158A8CEE77F3}" type="sibTrans" cxnId="{BA451010-5B4D-47E8-8172-4E52135DC728}">
      <dgm:prSet/>
      <dgm:spPr/>
      <dgm:t>
        <a:bodyPr/>
        <a:lstStyle/>
        <a:p>
          <a:endParaRPr lang="en-GB" sz="1050"/>
        </a:p>
      </dgm:t>
    </dgm:pt>
    <dgm:pt modelId="{3D35D319-F761-4D41-86EC-F8DA1B92ED1F}">
      <dgm:prSet phldrT="[Text]" custT="1"/>
      <dgm:spPr/>
      <dgm:t>
        <a:bodyPr/>
        <a:lstStyle/>
        <a:p>
          <a:r>
            <a:rPr lang="en-GB" sz="1000" dirty="0" smtClean="0"/>
            <a:t>Go to Green status collection</a:t>
          </a:r>
        </a:p>
      </dgm:t>
    </dgm:pt>
    <dgm:pt modelId="{8BFF9E76-7BD7-4DEE-913E-7984C3F6B707}" type="parTrans" cxnId="{3407FB80-9C55-4E25-89F8-19855B56F274}">
      <dgm:prSet/>
      <dgm:spPr/>
      <dgm:t>
        <a:bodyPr/>
        <a:lstStyle/>
        <a:p>
          <a:endParaRPr lang="en-GB" sz="1050"/>
        </a:p>
      </dgm:t>
    </dgm:pt>
    <dgm:pt modelId="{7D216594-581C-453B-8800-38CB438A6A28}" type="sibTrans" cxnId="{3407FB80-9C55-4E25-89F8-19855B56F274}">
      <dgm:prSet/>
      <dgm:spPr/>
      <dgm:t>
        <a:bodyPr/>
        <a:lstStyle/>
        <a:p>
          <a:endParaRPr lang="en-GB" sz="1050"/>
        </a:p>
      </dgm:t>
    </dgm:pt>
    <dgm:pt modelId="{CBBD5A02-1B09-472B-8CE6-93B3AE35B5CD}">
      <dgm:prSet phldrT="[Text]" custT="1"/>
      <dgm:spPr/>
      <dgm:t>
        <a:bodyPr/>
        <a:lstStyle/>
        <a:p>
          <a:r>
            <a:rPr lang="en-GB" sz="1000" dirty="0" smtClean="0"/>
            <a:t>Services Metric collection (SLA)</a:t>
          </a:r>
          <a:endParaRPr lang="en-GB" sz="1000" dirty="0"/>
        </a:p>
      </dgm:t>
    </dgm:pt>
    <dgm:pt modelId="{D908D35C-1C73-4CF8-BF42-26F1D4A85B22}" type="parTrans" cxnId="{DD7B66C1-DCAD-4257-84F1-5481DE124E11}">
      <dgm:prSet/>
      <dgm:spPr/>
      <dgm:t>
        <a:bodyPr/>
        <a:lstStyle/>
        <a:p>
          <a:endParaRPr lang="en-GB" sz="1050"/>
        </a:p>
      </dgm:t>
    </dgm:pt>
    <dgm:pt modelId="{3F819829-C79F-4FC2-B4B7-AF8CAAAD6DB9}" type="sibTrans" cxnId="{DD7B66C1-DCAD-4257-84F1-5481DE124E11}">
      <dgm:prSet/>
      <dgm:spPr/>
      <dgm:t>
        <a:bodyPr/>
        <a:lstStyle/>
        <a:p>
          <a:endParaRPr lang="en-GB" sz="1050"/>
        </a:p>
      </dgm:t>
    </dgm:pt>
    <dgm:pt modelId="{3B4CC787-752E-41AA-B499-ECD2044FA97D}">
      <dgm:prSet phldrT="[Text]" custT="1"/>
      <dgm:spPr/>
      <dgm:t>
        <a:bodyPr/>
        <a:lstStyle/>
        <a:p>
          <a:r>
            <a:rPr lang="en-GB" sz="1000" dirty="0" smtClean="0"/>
            <a:t>Delivery Performance</a:t>
          </a:r>
          <a:endParaRPr lang="en-GB" sz="1000" dirty="0"/>
        </a:p>
      </dgm:t>
    </dgm:pt>
    <dgm:pt modelId="{20C9B748-8457-4D3C-82EA-813CB8D42C4A}" type="parTrans" cxnId="{98A15E6A-797C-4650-8F1B-0DD719BF27B7}">
      <dgm:prSet/>
      <dgm:spPr/>
      <dgm:t>
        <a:bodyPr/>
        <a:lstStyle/>
        <a:p>
          <a:endParaRPr lang="en-GB" sz="1050"/>
        </a:p>
      </dgm:t>
    </dgm:pt>
    <dgm:pt modelId="{1D402083-8CD9-4254-80A6-E5887479F7EE}" type="sibTrans" cxnId="{98A15E6A-797C-4650-8F1B-0DD719BF27B7}">
      <dgm:prSet/>
      <dgm:spPr/>
      <dgm:t>
        <a:bodyPr/>
        <a:lstStyle/>
        <a:p>
          <a:endParaRPr lang="en-GB" sz="1050"/>
        </a:p>
      </dgm:t>
    </dgm:pt>
    <dgm:pt modelId="{A27852CB-431B-47D9-A98D-FF7C848E54C0}">
      <dgm:prSet phldrT="[Text]" custT="1"/>
      <dgm:spPr/>
      <dgm:t>
        <a:bodyPr/>
        <a:lstStyle/>
        <a:p>
          <a:r>
            <a:rPr lang="en-GB" sz="1000" dirty="0" smtClean="0"/>
            <a:t>Project</a:t>
          </a:r>
        </a:p>
        <a:p>
          <a:r>
            <a:rPr lang="en-GB" sz="1000" dirty="0" smtClean="0"/>
            <a:t>Metric</a:t>
          </a:r>
        </a:p>
        <a:p>
          <a:r>
            <a:rPr lang="en-GB" sz="1000" dirty="0" smtClean="0"/>
            <a:t>Collection</a:t>
          </a:r>
        </a:p>
      </dgm:t>
    </dgm:pt>
    <dgm:pt modelId="{6903B7F9-198D-459B-A67A-DA962B5CF98C}" type="parTrans" cxnId="{1EF7D19B-1FA4-4E64-9EFC-4414325BF84D}">
      <dgm:prSet/>
      <dgm:spPr/>
      <dgm:t>
        <a:bodyPr/>
        <a:lstStyle/>
        <a:p>
          <a:endParaRPr lang="en-GB" sz="1050"/>
        </a:p>
      </dgm:t>
    </dgm:pt>
    <dgm:pt modelId="{0EACF26A-42C4-4C3C-93C3-734C1F232CC1}" type="sibTrans" cxnId="{1EF7D19B-1FA4-4E64-9EFC-4414325BF84D}">
      <dgm:prSet/>
      <dgm:spPr/>
      <dgm:t>
        <a:bodyPr/>
        <a:lstStyle/>
        <a:p>
          <a:endParaRPr lang="en-GB" sz="1050"/>
        </a:p>
      </dgm:t>
    </dgm:pt>
    <dgm:pt modelId="{04F5823B-4422-426A-B032-233D33675C94}">
      <dgm:prSet phldrT="[Text]" custT="1"/>
      <dgm:spPr/>
      <dgm:t>
        <a:bodyPr/>
        <a:lstStyle/>
        <a:p>
          <a:r>
            <a:rPr lang="en-GB" sz="1000" dirty="0" smtClean="0"/>
            <a:t>Alerts</a:t>
          </a:r>
          <a:endParaRPr lang="en-GB" sz="1000" dirty="0"/>
        </a:p>
      </dgm:t>
    </dgm:pt>
    <dgm:pt modelId="{B788F26D-47DD-492C-9366-E6E1E13A8F4F}" type="parTrans" cxnId="{2DD5EBCD-26E3-4D1F-813F-5B3199CE26D4}">
      <dgm:prSet/>
      <dgm:spPr/>
      <dgm:t>
        <a:bodyPr/>
        <a:lstStyle/>
        <a:p>
          <a:endParaRPr lang="en-GB"/>
        </a:p>
      </dgm:t>
    </dgm:pt>
    <dgm:pt modelId="{1F96A818-6B46-45C9-ABFC-B96ACD1E7F82}" type="sibTrans" cxnId="{2DD5EBCD-26E3-4D1F-813F-5B3199CE26D4}">
      <dgm:prSet/>
      <dgm:spPr/>
      <dgm:t>
        <a:bodyPr/>
        <a:lstStyle/>
        <a:p>
          <a:endParaRPr lang="en-GB"/>
        </a:p>
      </dgm:t>
    </dgm:pt>
    <dgm:pt modelId="{8DEAB44E-9D41-41DA-9EC3-3326AAEF7FBF}">
      <dgm:prSet phldrT="[Text]" custT="1"/>
      <dgm:spPr/>
      <dgm:t>
        <a:bodyPr/>
        <a:lstStyle/>
        <a:p>
          <a:r>
            <a:rPr lang="en-GB" sz="1000" dirty="0" smtClean="0"/>
            <a:t>Supplier</a:t>
          </a:r>
        </a:p>
        <a:p>
          <a:r>
            <a:rPr lang="en-GB" sz="1000" dirty="0" smtClean="0"/>
            <a:t>Account Staff</a:t>
          </a:r>
          <a:endParaRPr lang="en-GB" sz="1000" dirty="0"/>
        </a:p>
      </dgm:t>
    </dgm:pt>
    <dgm:pt modelId="{D66513B8-4DB3-42DD-A63F-914AD834EDE5}" type="parTrans" cxnId="{F39B0CE8-37AC-40DF-8EBF-0E415B92F3BC}">
      <dgm:prSet/>
      <dgm:spPr/>
      <dgm:t>
        <a:bodyPr/>
        <a:lstStyle/>
        <a:p>
          <a:endParaRPr lang="en-GB"/>
        </a:p>
      </dgm:t>
    </dgm:pt>
    <dgm:pt modelId="{34928A05-DE14-40D0-9A61-E6647A503FC5}" type="sibTrans" cxnId="{F39B0CE8-37AC-40DF-8EBF-0E415B92F3BC}">
      <dgm:prSet/>
      <dgm:spPr/>
      <dgm:t>
        <a:bodyPr/>
        <a:lstStyle/>
        <a:p>
          <a:endParaRPr lang="en-GB"/>
        </a:p>
      </dgm:t>
    </dgm:pt>
    <dgm:pt modelId="{0BDA7B4D-14DB-46C3-B221-D5E043C7F032}">
      <dgm:prSet phldrT="[Text]" custT="1"/>
      <dgm:spPr/>
      <dgm:t>
        <a:bodyPr/>
        <a:lstStyle/>
        <a:p>
          <a:r>
            <a:rPr lang="en-GB" sz="1000" dirty="0" smtClean="0"/>
            <a:t>Supplier Delivery Staff</a:t>
          </a:r>
          <a:endParaRPr lang="en-GB" sz="1000" dirty="0"/>
        </a:p>
      </dgm:t>
    </dgm:pt>
    <dgm:pt modelId="{07F870FE-1734-41E8-A186-02EA58C0F2A9}" type="parTrans" cxnId="{0DE87EDA-7552-4569-AC73-2CAE73ACDBAD}">
      <dgm:prSet/>
      <dgm:spPr/>
      <dgm:t>
        <a:bodyPr/>
        <a:lstStyle/>
        <a:p>
          <a:endParaRPr lang="en-GB"/>
        </a:p>
      </dgm:t>
    </dgm:pt>
    <dgm:pt modelId="{BB8DC722-6A5C-4093-8745-F6F1D5A33AEF}" type="sibTrans" cxnId="{0DE87EDA-7552-4569-AC73-2CAE73ACDBAD}">
      <dgm:prSet/>
      <dgm:spPr/>
      <dgm:t>
        <a:bodyPr/>
        <a:lstStyle/>
        <a:p>
          <a:endParaRPr lang="en-GB"/>
        </a:p>
      </dgm:t>
    </dgm:pt>
    <dgm:pt modelId="{C1745780-3984-4382-9F26-D0DA2B5C5571}">
      <dgm:prSet phldrT="[Text]" custT="1"/>
      <dgm:spPr/>
      <dgm:t>
        <a:bodyPr/>
        <a:lstStyle/>
        <a:p>
          <a:r>
            <a:rPr lang="en-GB" sz="1000" dirty="0" smtClean="0"/>
            <a:t>Supplier</a:t>
          </a:r>
        </a:p>
        <a:p>
          <a:r>
            <a:rPr lang="en-GB" sz="1000" dirty="0" smtClean="0"/>
            <a:t>Team Score</a:t>
          </a:r>
          <a:endParaRPr lang="en-GB" sz="1000" dirty="0"/>
        </a:p>
      </dgm:t>
    </dgm:pt>
    <dgm:pt modelId="{83D9FCD4-1BAA-4795-889A-4397F7BD16AA}" type="parTrans" cxnId="{DEE6B515-1B9B-4E02-A09C-71C5110CE3A1}">
      <dgm:prSet/>
      <dgm:spPr/>
      <dgm:t>
        <a:bodyPr/>
        <a:lstStyle/>
        <a:p>
          <a:endParaRPr lang="en-GB"/>
        </a:p>
      </dgm:t>
    </dgm:pt>
    <dgm:pt modelId="{80204584-495E-4E84-8C39-2A1E57623672}" type="sibTrans" cxnId="{DEE6B515-1B9B-4E02-A09C-71C5110CE3A1}">
      <dgm:prSet/>
      <dgm:spPr/>
      <dgm:t>
        <a:bodyPr/>
        <a:lstStyle/>
        <a:p>
          <a:endParaRPr lang="en-GB"/>
        </a:p>
      </dgm:t>
    </dgm:pt>
    <dgm:pt modelId="{F21ED9D4-7A9D-497D-9DA9-9F820F3FC6E0}">
      <dgm:prSet phldrT="[Text]" custT="1"/>
      <dgm:spPr/>
      <dgm:t>
        <a:bodyPr/>
        <a:lstStyle/>
        <a:p>
          <a:r>
            <a:rPr lang="en-GB" sz="1000" dirty="0" smtClean="0"/>
            <a:t>Client </a:t>
          </a:r>
        </a:p>
        <a:p>
          <a:r>
            <a:rPr lang="en-GB" sz="1000" dirty="0" smtClean="0"/>
            <a:t>Staff Score</a:t>
          </a:r>
          <a:endParaRPr lang="en-GB" sz="1000" dirty="0"/>
        </a:p>
      </dgm:t>
    </dgm:pt>
    <dgm:pt modelId="{05417E15-C877-44C2-AE3A-0F1174C725DE}" type="parTrans" cxnId="{EB6F1B92-2339-4CA5-9B58-3C4BBC5FE583}">
      <dgm:prSet/>
      <dgm:spPr/>
      <dgm:t>
        <a:bodyPr/>
        <a:lstStyle/>
        <a:p>
          <a:endParaRPr lang="en-GB"/>
        </a:p>
      </dgm:t>
    </dgm:pt>
    <dgm:pt modelId="{6ECC953C-A3DA-47DF-A109-EE205062DF50}" type="sibTrans" cxnId="{EB6F1B92-2339-4CA5-9B58-3C4BBC5FE583}">
      <dgm:prSet/>
      <dgm:spPr/>
      <dgm:t>
        <a:bodyPr/>
        <a:lstStyle/>
        <a:p>
          <a:endParaRPr lang="en-GB"/>
        </a:p>
      </dgm:t>
    </dgm:pt>
    <dgm:pt modelId="{1B06F07E-6FD3-43D9-984A-C699F42AC3F9}">
      <dgm:prSet phldrT="[Text]" custT="1"/>
      <dgm:spPr/>
      <dgm:t>
        <a:bodyPr/>
        <a:lstStyle/>
        <a:p>
          <a:r>
            <a:rPr lang="en-GB" sz="1000" dirty="0" smtClean="0"/>
            <a:t>Client Interview</a:t>
          </a:r>
          <a:endParaRPr lang="en-GB" sz="1000" dirty="0"/>
        </a:p>
      </dgm:t>
    </dgm:pt>
    <dgm:pt modelId="{EC6DD24B-F306-4D55-8C6E-3BECE74D6F0B}" type="parTrans" cxnId="{BCA21940-AE40-4E08-9353-2038EEF1D7A1}">
      <dgm:prSet/>
      <dgm:spPr/>
      <dgm:t>
        <a:bodyPr/>
        <a:lstStyle/>
        <a:p>
          <a:endParaRPr lang="en-GB"/>
        </a:p>
      </dgm:t>
    </dgm:pt>
    <dgm:pt modelId="{FD26837B-4202-4469-9923-DC41EFFE9305}" type="sibTrans" cxnId="{BCA21940-AE40-4E08-9353-2038EEF1D7A1}">
      <dgm:prSet/>
      <dgm:spPr/>
      <dgm:t>
        <a:bodyPr/>
        <a:lstStyle/>
        <a:p>
          <a:endParaRPr lang="en-GB"/>
        </a:p>
      </dgm:t>
    </dgm:pt>
    <dgm:pt modelId="{1D329AC2-D7FF-4EED-BFC2-65B3D85DB501}">
      <dgm:prSet phldrT="[Text]" custT="1"/>
      <dgm:spPr/>
      <dgm:t>
        <a:bodyPr/>
        <a:lstStyle/>
        <a:p>
          <a:r>
            <a:rPr lang="en-GB" sz="1000" dirty="0" smtClean="0"/>
            <a:t>Web based Survey</a:t>
          </a:r>
          <a:endParaRPr lang="en-GB" sz="1000" dirty="0"/>
        </a:p>
      </dgm:t>
    </dgm:pt>
    <dgm:pt modelId="{C408E1DB-18C8-4A17-A27C-C315194463ED}" type="parTrans" cxnId="{BEB7A0D1-8D8A-4628-9E43-637A70BE8613}">
      <dgm:prSet/>
      <dgm:spPr/>
      <dgm:t>
        <a:bodyPr/>
        <a:lstStyle/>
        <a:p>
          <a:endParaRPr lang="en-GB"/>
        </a:p>
      </dgm:t>
    </dgm:pt>
    <dgm:pt modelId="{F9CD547E-4C7D-466E-96DD-369C7874CDCF}" type="sibTrans" cxnId="{BEB7A0D1-8D8A-4628-9E43-637A70BE8613}">
      <dgm:prSet/>
      <dgm:spPr/>
      <dgm:t>
        <a:bodyPr/>
        <a:lstStyle/>
        <a:p>
          <a:endParaRPr lang="en-GB"/>
        </a:p>
      </dgm:t>
    </dgm:pt>
    <dgm:pt modelId="{EB0D2330-A56F-4C9D-8911-FE888310384C}" type="pres">
      <dgm:prSet presAssocID="{3D2EEF01-F0A3-477E-A2B8-7ED534BE9210}" presName="hierChild1" presStyleCnt="0">
        <dgm:presLayoutVars>
          <dgm:orgChart val="1"/>
          <dgm:chPref val="1"/>
          <dgm:dir/>
          <dgm:animOne val="branch"/>
          <dgm:animLvl val="lvl"/>
          <dgm:resizeHandles/>
        </dgm:presLayoutVars>
      </dgm:prSet>
      <dgm:spPr/>
      <dgm:t>
        <a:bodyPr/>
        <a:lstStyle/>
        <a:p>
          <a:endParaRPr lang="en-GB"/>
        </a:p>
      </dgm:t>
    </dgm:pt>
    <dgm:pt modelId="{85B07BBE-761E-4BE3-ADF1-2B348F358B48}" type="pres">
      <dgm:prSet presAssocID="{72A4410A-72EC-40B3-9C58-01FCED5275F9}" presName="hierRoot1" presStyleCnt="0">
        <dgm:presLayoutVars>
          <dgm:hierBranch val="init"/>
        </dgm:presLayoutVars>
      </dgm:prSet>
      <dgm:spPr/>
    </dgm:pt>
    <dgm:pt modelId="{231AD9DA-FD1A-417A-A2DE-B3123A4AB9C6}" type="pres">
      <dgm:prSet presAssocID="{72A4410A-72EC-40B3-9C58-01FCED5275F9}" presName="rootComposite1" presStyleCnt="0"/>
      <dgm:spPr/>
    </dgm:pt>
    <dgm:pt modelId="{AED8D582-AC66-44E7-92D0-6E080C44748F}" type="pres">
      <dgm:prSet presAssocID="{72A4410A-72EC-40B3-9C58-01FCED5275F9}" presName="rootText1" presStyleLbl="node0" presStyleIdx="0" presStyleCnt="1">
        <dgm:presLayoutVars>
          <dgm:chPref val="3"/>
        </dgm:presLayoutVars>
      </dgm:prSet>
      <dgm:spPr/>
      <dgm:t>
        <a:bodyPr/>
        <a:lstStyle/>
        <a:p>
          <a:endParaRPr lang="en-GB"/>
        </a:p>
      </dgm:t>
    </dgm:pt>
    <dgm:pt modelId="{FDE5FFCA-620B-468F-BAC8-5D91B198810B}" type="pres">
      <dgm:prSet presAssocID="{72A4410A-72EC-40B3-9C58-01FCED5275F9}" presName="rootPict1" presStyleLbl="alignImgPlace1" presStyleIdx="0" presStyleCnt="16"/>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41000" r="-41000"/>
          </a:stretch>
        </a:blipFill>
      </dgm:spPr>
      <dgm:t>
        <a:bodyPr/>
        <a:lstStyle/>
        <a:p>
          <a:endParaRPr lang="en-GB"/>
        </a:p>
      </dgm:t>
    </dgm:pt>
    <dgm:pt modelId="{B0AD5479-6E1D-406C-866C-5C675D3B14BA}" type="pres">
      <dgm:prSet presAssocID="{72A4410A-72EC-40B3-9C58-01FCED5275F9}" presName="rootConnector1" presStyleLbl="node1" presStyleIdx="0" presStyleCnt="0"/>
      <dgm:spPr/>
      <dgm:t>
        <a:bodyPr/>
        <a:lstStyle/>
        <a:p>
          <a:endParaRPr lang="en-GB"/>
        </a:p>
      </dgm:t>
    </dgm:pt>
    <dgm:pt modelId="{513A1396-ACC6-4090-906C-E065C0B639AC}" type="pres">
      <dgm:prSet presAssocID="{72A4410A-72EC-40B3-9C58-01FCED5275F9}" presName="hierChild2" presStyleCnt="0"/>
      <dgm:spPr/>
    </dgm:pt>
    <dgm:pt modelId="{1A536DD9-812F-4494-BA61-0F18DC13FDFC}" type="pres">
      <dgm:prSet presAssocID="{83D9FCD4-1BAA-4795-889A-4397F7BD16AA}" presName="Name37" presStyleLbl="parChTrans1D2" presStyleIdx="0" presStyleCnt="5"/>
      <dgm:spPr/>
      <dgm:t>
        <a:bodyPr/>
        <a:lstStyle/>
        <a:p>
          <a:endParaRPr lang="en-GB"/>
        </a:p>
      </dgm:t>
    </dgm:pt>
    <dgm:pt modelId="{4F379FC5-45C7-4A99-B2D5-F0F6C46A2D15}" type="pres">
      <dgm:prSet presAssocID="{C1745780-3984-4382-9F26-D0DA2B5C5571}" presName="hierRoot2" presStyleCnt="0">
        <dgm:presLayoutVars>
          <dgm:hierBranch val="init"/>
        </dgm:presLayoutVars>
      </dgm:prSet>
      <dgm:spPr/>
    </dgm:pt>
    <dgm:pt modelId="{C031DA18-7E35-48D6-A4EE-4221B980AF6F}" type="pres">
      <dgm:prSet presAssocID="{C1745780-3984-4382-9F26-D0DA2B5C5571}" presName="rootComposite" presStyleCnt="0"/>
      <dgm:spPr/>
    </dgm:pt>
    <dgm:pt modelId="{79633CAF-E1D8-48CA-98E4-5CEF54A059B3}" type="pres">
      <dgm:prSet presAssocID="{C1745780-3984-4382-9F26-D0DA2B5C5571}" presName="rootText" presStyleLbl="node2" presStyleIdx="0" presStyleCnt="5">
        <dgm:presLayoutVars>
          <dgm:chPref val="3"/>
        </dgm:presLayoutVars>
      </dgm:prSet>
      <dgm:spPr/>
      <dgm:t>
        <a:bodyPr/>
        <a:lstStyle/>
        <a:p>
          <a:endParaRPr lang="en-GB"/>
        </a:p>
      </dgm:t>
    </dgm:pt>
    <dgm:pt modelId="{D18EF1D2-4AE2-4F8B-BBD4-097846C07CB7}" type="pres">
      <dgm:prSet presAssocID="{C1745780-3984-4382-9F26-D0DA2B5C5571}" presName="rootPict" presStyleLbl="alignImgPlace1" presStyleIdx="1" presStyleCnt="16"/>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39000" r="-39000"/>
          </a:stretch>
        </a:blipFill>
      </dgm:spPr>
      <dgm:t>
        <a:bodyPr/>
        <a:lstStyle/>
        <a:p>
          <a:endParaRPr lang="en-GB"/>
        </a:p>
      </dgm:t>
    </dgm:pt>
    <dgm:pt modelId="{3687A4D2-1BE6-4256-AF37-11A9BD4D9D51}" type="pres">
      <dgm:prSet presAssocID="{C1745780-3984-4382-9F26-D0DA2B5C5571}" presName="rootConnector" presStyleLbl="node2" presStyleIdx="0" presStyleCnt="5"/>
      <dgm:spPr/>
      <dgm:t>
        <a:bodyPr/>
        <a:lstStyle/>
        <a:p>
          <a:endParaRPr lang="en-GB"/>
        </a:p>
      </dgm:t>
    </dgm:pt>
    <dgm:pt modelId="{02B972D4-00C1-4C8E-9C6F-5BCBA05A8C7F}" type="pres">
      <dgm:prSet presAssocID="{C1745780-3984-4382-9F26-D0DA2B5C5571}" presName="hierChild4" presStyleCnt="0"/>
      <dgm:spPr/>
    </dgm:pt>
    <dgm:pt modelId="{F6D2AD06-BCED-429B-860E-0B3B9B15BF21}" type="pres">
      <dgm:prSet presAssocID="{D66513B8-4DB3-42DD-A63F-914AD834EDE5}" presName="Name37" presStyleLbl="parChTrans1D3" presStyleIdx="0" presStyleCnt="10"/>
      <dgm:spPr/>
      <dgm:t>
        <a:bodyPr/>
        <a:lstStyle/>
        <a:p>
          <a:endParaRPr lang="en-GB"/>
        </a:p>
      </dgm:t>
    </dgm:pt>
    <dgm:pt modelId="{0CAF7E8E-74DE-45C6-9F9C-11F47CD8F8BF}" type="pres">
      <dgm:prSet presAssocID="{8DEAB44E-9D41-41DA-9EC3-3326AAEF7FBF}" presName="hierRoot2" presStyleCnt="0">
        <dgm:presLayoutVars>
          <dgm:hierBranch val="init"/>
        </dgm:presLayoutVars>
      </dgm:prSet>
      <dgm:spPr/>
    </dgm:pt>
    <dgm:pt modelId="{D430F72E-7984-44E7-ABC9-490E042E563F}" type="pres">
      <dgm:prSet presAssocID="{8DEAB44E-9D41-41DA-9EC3-3326AAEF7FBF}" presName="rootComposite" presStyleCnt="0"/>
      <dgm:spPr/>
    </dgm:pt>
    <dgm:pt modelId="{FE9C342D-1E9D-4172-8806-6F46558D3279}" type="pres">
      <dgm:prSet presAssocID="{8DEAB44E-9D41-41DA-9EC3-3326AAEF7FBF}" presName="rootText" presStyleLbl="node3" presStyleIdx="0" presStyleCnt="10">
        <dgm:presLayoutVars>
          <dgm:chPref val="3"/>
        </dgm:presLayoutVars>
      </dgm:prSet>
      <dgm:spPr/>
      <dgm:t>
        <a:bodyPr/>
        <a:lstStyle/>
        <a:p>
          <a:endParaRPr lang="en-GB"/>
        </a:p>
      </dgm:t>
    </dgm:pt>
    <dgm:pt modelId="{4869D179-8E8C-4A12-9787-F5EDE544AAE9}" type="pres">
      <dgm:prSet presAssocID="{8DEAB44E-9D41-41DA-9EC3-3326AAEF7FBF}" presName="rootPict" presStyleLbl="alignImgPlace1" presStyleIdx="2" presStyleCnt="16"/>
      <dgm:spPr>
        <a:blipFill>
          <a:blip xmlns:r="http://schemas.openxmlformats.org/officeDocument/2006/relationships" r:embed="rId3">
            <a:extLst>
              <a:ext uri="{28A0092B-C50C-407E-A947-70E740481C1C}">
                <a14:useLocalDpi xmlns:a14="http://schemas.microsoft.com/office/drawing/2010/main" val="0"/>
              </a:ext>
            </a:extLst>
          </a:blip>
          <a:srcRect/>
          <a:stretch>
            <a:fillRect l="-74000" r="-74000"/>
          </a:stretch>
        </a:blipFill>
      </dgm:spPr>
      <dgm:t>
        <a:bodyPr/>
        <a:lstStyle/>
        <a:p>
          <a:endParaRPr lang="en-GB"/>
        </a:p>
      </dgm:t>
    </dgm:pt>
    <dgm:pt modelId="{BFDEF810-34CE-40A2-B373-847B258A5632}" type="pres">
      <dgm:prSet presAssocID="{8DEAB44E-9D41-41DA-9EC3-3326AAEF7FBF}" presName="rootConnector" presStyleLbl="node3" presStyleIdx="0" presStyleCnt="10"/>
      <dgm:spPr/>
      <dgm:t>
        <a:bodyPr/>
        <a:lstStyle/>
        <a:p>
          <a:endParaRPr lang="en-GB"/>
        </a:p>
      </dgm:t>
    </dgm:pt>
    <dgm:pt modelId="{1F855836-15DF-491E-84DF-A593598DD32A}" type="pres">
      <dgm:prSet presAssocID="{8DEAB44E-9D41-41DA-9EC3-3326AAEF7FBF}" presName="hierChild4" presStyleCnt="0"/>
      <dgm:spPr/>
    </dgm:pt>
    <dgm:pt modelId="{9C33C18A-58B9-4CDD-B1D0-9CAD056BA7AB}" type="pres">
      <dgm:prSet presAssocID="{8DEAB44E-9D41-41DA-9EC3-3326AAEF7FBF}" presName="hierChild5" presStyleCnt="0"/>
      <dgm:spPr/>
    </dgm:pt>
    <dgm:pt modelId="{BC09ABB3-61E9-4AFD-96D9-AF1F5E5B3739}" type="pres">
      <dgm:prSet presAssocID="{07F870FE-1734-41E8-A186-02EA58C0F2A9}" presName="Name37" presStyleLbl="parChTrans1D3" presStyleIdx="1" presStyleCnt="10"/>
      <dgm:spPr/>
      <dgm:t>
        <a:bodyPr/>
        <a:lstStyle/>
        <a:p>
          <a:endParaRPr lang="en-GB"/>
        </a:p>
      </dgm:t>
    </dgm:pt>
    <dgm:pt modelId="{2B05E967-8971-4290-8E72-505B9A35D4D9}" type="pres">
      <dgm:prSet presAssocID="{0BDA7B4D-14DB-46C3-B221-D5E043C7F032}" presName="hierRoot2" presStyleCnt="0">
        <dgm:presLayoutVars>
          <dgm:hierBranch val="init"/>
        </dgm:presLayoutVars>
      </dgm:prSet>
      <dgm:spPr/>
    </dgm:pt>
    <dgm:pt modelId="{7D551CCC-7517-4F66-A86B-13D65A2BAD67}" type="pres">
      <dgm:prSet presAssocID="{0BDA7B4D-14DB-46C3-B221-D5E043C7F032}" presName="rootComposite" presStyleCnt="0"/>
      <dgm:spPr/>
    </dgm:pt>
    <dgm:pt modelId="{BFEB23B8-A3B2-44FC-85F1-B3C44275D572}" type="pres">
      <dgm:prSet presAssocID="{0BDA7B4D-14DB-46C3-B221-D5E043C7F032}" presName="rootText" presStyleLbl="node3" presStyleIdx="1" presStyleCnt="10">
        <dgm:presLayoutVars>
          <dgm:chPref val="3"/>
        </dgm:presLayoutVars>
      </dgm:prSet>
      <dgm:spPr/>
      <dgm:t>
        <a:bodyPr/>
        <a:lstStyle/>
        <a:p>
          <a:endParaRPr lang="en-GB"/>
        </a:p>
      </dgm:t>
    </dgm:pt>
    <dgm:pt modelId="{FFBC5B46-CFEA-4835-8BEA-BE8A9292BEBA}" type="pres">
      <dgm:prSet presAssocID="{0BDA7B4D-14DB-46C3-B221-D5E043C7F032}" presName="rootPict" presStyleLbl="alignImgPlace1" presStyleIdx="3" presStyleCnt="16"/>
      <dgm:spPr>
        <a:blipFill>
          <a:blip xmlns:r="http://schemas.openxmlformats.org/officeDocument/2006/relationships" r:embed="rId4">
            <a:extLst>
              <a:ext uri="{28A0092B-C50C-407E-A947-70E740481C1C}">
                <a14:useLocalDpi xmlns:a14="http://schemas.microsoft.com/office/drawing/2010/main" val="0"/>
              </a:ext>
            </a:extLst>
          </a:blip>
          <a:srcRect/>
          <a:stretch>
            <a:fillRect t="-5000" b="-5000"/>
          </a:stretch>
        </a:blipFill>
      </dgm:spPr>
      <dgm:t>
        <a:bodyPr/>
        <a:lstStyle/>
        <a:p>
          <a:endParaRPr lang="en-GB"/>
        </a:p>
      </dgm:t>
    </dgm:pt>
    <dgm:pt modelId="{8598F102-AD65-4845-A1DA-F2B84D714763}" type="pres">
      <dgm:prSet presAssocID="{0BDA7B4D-14DB-46C3-B221-D5E043C7F032}" presName="rootConnector" presStyleLbl="node3" presStyleIdx="1" presStyleCnt="10"/>
      <dgm:spPr/>
      <dgm:t>
        <a:bodyPr/>
        <a:lstStyle/>
        <a:p>
          <a:endParaRPr lang="en-GB"/>
        </a:p>
      </dgm:t>
    </dgm:pt>
    <dgm:pt modelId="{E9C05D07-D955-438F-A393-F6541EA623BC}" type="pres">
      <dgm:prSet presAssocID="{0BDA7B4D-14DB-46C3-B221-D5E043C7F032}" presName="hierChild4" presStyleCnt="0"/>
      <dgm:spPr/>
    </dgm:pt>
    <dgm:pt modelId="{A6D2F535-B0E7-4654-83BB-45AD2902A5BF}" type="pres">
      <dgm:prSet presAssocID="{0BDA7B4D-14DB-46C3-B221-D5E043C7F032}" presName="hierChild5" presStyleCnt="0"/>
      <dgm:spPr/>
    </dgm:pt>
    <dgm:pt modelId="{815924C8-3530-4B8A-B298-6B79263DABAF}" type="pres">
      <dgm:prSet presAssocID="{C1745780-3984-4382-9F26-D0DA2B5C5571}" presName="hierChild5" presStyleCnt="0"/>
      <dgm:spPr/>
    </dgm:pt>
    <dgm:pt modelId="{D7B35DC4-89F4-4BE9-8C2B-78ACFFA7E108}" type="pres">
      <dgm:prSet presAssocID="{05417E15-C877-44C2-AE3A-0F1174C725DE}" presName="Name37" presStyleLbl="parChTrans1D2" presStyleIdx="1" presStyleCnt="5"/>
      <dgm:spPr/>
      <dgm:t>
        <a:bodyPr/>
        <a:lstStyle/>
        <a:p>
          <a:endParaRPr lang="en-GB"/>
        </a:p>
      </dgm:t>
    </dgm:pt>
    <dgm:pt modelId="{A10A9083-2C61-40F2-B68D-7595CFEB4CEE}" type="pres">
      <dgm:prSet presAssocID="{F21ED9D4-7A9D-497D-9DA9-9F820F3FC6E0}" presName="hierRoot2" presStyleCnt="0">
        <dgm:presLayoutVars>
          <dgm:hierBranch val="init"/>
        </dgm:presLayoutVars>
      </dgm:prSet>
      <dgm:spPr/>
    </dgm:pt>
    <dgm:pt modelId="{D19A4775-FBBB-4D23-91A3-F4190973DA83}" type="pres">
      <dgm:prSet presAssocID="{F21ED9D4-7A9D-497D-9DA9-9F820F3FC6E0}" presName="rootComposite" presStyleCnt="0"/>
      <dgm:spPr/>
    </dgm:pt>
    <dgm:pt modelId="{080C48B7-F404-4C55-BD0E-2E2AC94FB131}" type="pres">
      <dgm:prSet presAssocID="{F21ED9D4-7A9D-497D-9DA9-9F820F3FC6E0}" presName="rootText" presStyleLbl="node2" presStyleIdx="1" presStyleCnt="5">
        <dgm:presLayoutVars>
          <dgm:chPref val="3"/>
        </dgm:presLayoutVars>
      </dgm:prSet>
      <dgm:spPr/>
      <dgm:t>
        <a:bodyPr/>
        <a:lstStyle/>
        <a:p>
          <a:endParaRPr lang="en-GB"/>
        </a:p>
      </dgm:t>
    </dgm:pt>
    <dgm:pt modelId="{C69FF9AA-3221-4A9D-A83A-775D6D34C489}" type="pres">
      <dgm:prSet presAssocID="{F21ED9D4-7A9D-497D-9DA9-9F820F3FC6E0}" presName="rootPict" presStyleLbl="alignImgPlace1" presStyleIdx="4" presStyleCnt="16"/>
      <dgm:spPr>
        <a:blipFill>
          <a:blip xmlns:r="http://schemas.openxmlformats.org/officeDocument/2006/relationships" r:embed="rId5">
            <a:extLst>
              <a:ext uri="{28A0092B-C50C-407E-A947-70E740481C1C}">
                <a14:useLocalDpi xmlns:a14="http://schemas.microsoft.com/office/drawing/2010/main" val="0"/>
              </a:ext>
            </a:extLst>
          </a:blip>
          <a:srcRect/>
          <a:stretch>
            <a:fillRect l="-50000" r="-50000"/>
          </a:stretch>
        </a:blipFill>
      </dgm:spPr>
      <dgm:t>
        <a:bodyPr/>
        <a:lstStyle/>
        <a:p>
          <a:endParaRPr lang="en-GB"/>
        </a:p>
      </dgm:t>
    </dgm:pt>
    <dgm:pt modelId="{7DAACC71-6F47-43A2-B3EF-2E718EE1068F}" type="pres">
      <dgm:prSet presAssocID="{F21ED9D4-7A9D-497D-9DA9-9F820F3FC6E0}" presName="rootConnector" presStyleLbl="node2" presStyleIdx="1" presStyleCnt="5"/>
      <dgm:spPr/>
      <dgm:t>
        <a:bodyPr/>
        <a:lstStyle/>
        <a:p>
          <a:endParaRPr lang="en-GB"/>
        </a:p>
      </dgm:t>
    </dgm:pt>
    <dgm:pt modelId="{C4818F33-D87B-420E-8C59-E617906C1CD8}" type="pres">
      <dgm:prSet presAssocID="{F21ED9D4-7A9D-497D-9DA9-9F820F3FC6E0}" presName="hierChild4" presStyleCnt="0"/>
      <dgm:spPr/>
    </dgm:pt>
    <dgm:pt modelId="{42134374-E760-45F6-9135-736BF31179B9}" type="pres">
      <dgm:prSet presAssocID="{EC6DD24B-F306-4D55-8C6E-3BECE74D6F0B}" presName="Name37" presStyleLbl="parChTrans1D3" presStyleIdx="2" presStyleCnt="10"/>
      <dgm:spPr/>
      <dgm:t>
        <a:bodyPr/>
        <a:lstStyle/>
        <a:p>
          <a:endParaRPr lang="en-GB"/>
        </a:p>
      </dgm:t>
    </dgm:pt>
    <dgm:pt modelId="{FF74E7B0-27F0-4666-8FD6-6A8F03229131}" type="pres">
      <dgm:prSet presAssocID="{1B06F07E-6FD3-43D9-984A-C699F42AC3F9}" presName="hierRoot2" presStyleCnt="0">
        <dgm:presLayoutVars>
          <dgm:hierBranch val="init"/>
        </dgm:presLayoutVars>
      </dgm:prSet>
      <dgm:spPr/>
    </dgm:pt>
    <dgm:pt modelId="{91915D62-FC2A-4F5E-8825-49F6BADE31DE}" type="pres">
      <dgm:prSet presAssocID="{1B06F07E-6FD3-43D9-984A-C699F42AC3F9}" presName="rootComposite" presStyleCnt="0"/>
      <dgm:spPr/>
    </dgm:pt>
    <dgm:pt modelId="{D8417626-AB5C-4336-97C9-14D3EF3E469F}" type="pres">
      <dgm:prSet presAssocID="{1B06F07E-6FD3-43D9-984A-C699F42AC3F9}" presName="rootText" presStyleLbl="node3" presStyleIdx="2" presStyleCnt="10">
        <dgm:presLayoutVars>
          <dgm:chPref val="3"/>
        </dgm:presLayoutVars>
      </dgm:prSet>
      <dgm:spPr/>
      <dgm:t>
        <a:bodyPr/>
        <a:lstStyle/>
        <a:p>
          <a:endParaRPr lang="en-GB"/>
        </a:p>
      </dgm:t>
    </dgm:pt>
    <dgm:pt modelId="{2EB6FDEE-CB79-4502-BB50-D5698F7B61A8}" type="pres">
      <dgm:prSet presAssocID="{1B06F07E-6FD3-43D9-984A-C699F42AC3F9}" presName="rootPict" presStyleLbl="alignImgPlace1" presStyleIdx="5" presStyleCnt="16"/>
      <dgm:spPr>
        <a:blipFill>
          <a:blip xmlns:r="http://schemas.openxmlformats.org/officeDocument/2006/relationships" r:embed="rId6">
            <a:extLst>
              <a:ext uri="{28A0092B-C50C-407E-A947-70E740481C1C}">
                <a14:useLocalDpi xmlns:a14="http://schemas.microsoft.com/office/drawing/2010/main" val="0"/>
              </a:ext>
            </a:extLst>
          </a:blip>
          <a:srcRect/>
          <a:stretch>
            <a:fillRect l="-50000" r="-50000"/>
          </a:stretch>
        </a:blipFill>
      </dgm:spPr>
      <dgm:t>
        <a:bodyPr/>
        <a:lstStyle/>
        <a:p>
          <a:endParaRPr lang="en-GB"/>
        </a:p>
      </dgm:t>
    </dgm:pt>
    <dgm:pt modelId="{C9DF656D-4E9D-4808-905E-D1257FF61DE2}" type="pres">
      <dgm:prSet presAssocID="{1B06F07E-6FD3-43D9-984A-C699F42AC3F9}" presName="rootConnector" presStyleLbl="node3" presStyleIdx="2" presStyleCnt="10"/>
      <dgm:spPr/>
      <dgm:t>
        <a:bodyPr/>
        <a:lstStyle/>
        <a:p>
          <a:endParaRPr lang="en-GB"/>
        </a:p>
      </dgm:t>
    </dgm:pt>
    <dgm:pt modelId="{27B11CB9-226D-4FF0-96E6-15E4A34E228D}" type="pres">
      <dgm:prSet presAssocID="{1B06F07E-6FD3-43D9-984A-C699F42AC3F9}" presName="hierChild4" presStyleCnt="0"/>
      <dgm:spPr/>
    </dgm:pt>
    <dgm:pt modelId="{57696000-EE28-4460-B077-13065176842B}" type="pres">
      <dgm:prSet presAssocID="{1B06F07E-6FD3-43D9-984A-C699F42AC3F9}" presName="hierChild5" presStyleCnt="0"/>
      <dgm:spPr/>
    </dgm:pt>
    <dgm:pt modelId="{E90F8813-B2E0-44F7-9E3A-29B4EF2A810D}" type="pres">
      <dgm:prSet presAssocID="{C408E1DB-18C8-4A17-A27C-C315194463ED}" presName="Name37" presStyleLbl="parChTrans1D3" presStyleIdx="3" presStyleCnt="10"/>
      <dgm:spPr/>
      <dgm:t>
        <a:bodyPr/>
        <a:lstStyle/>
        <a:p>
          <a:endParaRPr lang="en-GB"/>
        </a:p>
      </dgm:t>
    </dgm:pt>
    <dgm:pt modelId="{7BB02D9A-0D73-4AF6-98C5-EF1830328E1F}" type="pres">
      <dgm:prSet presAssocID="{1D329AC2-D7FF-4EED-BFC2-65B3D85DB501}" presName="hierRoot2" presStyleCnt="0">
        <dgm:presLayoutVars>
          <dgm:hierBranch val="init"/>
        </dgm:presLayoutVars>
      </dgm:prSet>
      <dgm:spPr/>
    </dgm:pt>
    <dgm:pt modelId="{F545E634-8CF8-41CC-A850-3A492C0DDC9D}" type="pres">
      <dgm:prSet presAssocID="{1D329AC2-D7FF-4EED-BFC2-65B3D85DB501}" presName="rootComposite" presStyleCnt="0"/>
      <dgm:spPr/>
    </dgm:pt>
    <dgm:pt modelId="{3FBB327A-B333-4067-B726-C47CE9AB7119}" type="pres">
      <dgm:prSet presAssocID="{1D329AC2-D7FF-4EED-BFC2-65B3D85DB501}" presName="rootText" presStyleLbl="node3" presStyleIdx="3" presStyleCnt="10">
        <dgm:presLayoutVars>
          <dgm:chPref val="3"/>
        </dgm:presLayoutVars>
      </dgm:prSet>
      <dgm:spPr/>
      <dgm:t>
        <a:bodyPr/>
        <a:lstStyle/>
        <a:p>
          <a:endParaRPr lang="en-GB"/>
        </a:p>
      </dgm:t>
    </dgm:pt>
    <dgm:pt modelId="{57090217-907B-4560-BAF9-7C104616AC7B}" type="pres">
      <dgm:prSet presAssocID="{1D329AC2-D7FF-4EED-BFC2-65B3D85DB501}" presName="rootPict" presStyleLbl="alignImgPlace1" presStyleIdx="6" presStyleCnt="16"/>
      <dgm:spPr>
        <a:blipFill>
          <a:blip xmlns:r="http://schemas.openxmlformats.org/officeDocument/2006/relationships" r:embed="rId7">
            <a:extLst>
              <a:ext uri="{28A0092B-C50C-407E-A947-70E740481C1C}">
                <a14:useLocalDpi xmlns:a14="http://schemas.microsoft.com/office/drawing/2010/main" val="0"/>
              </a:ext>
            </a:extLst>
          </a:blip>
          <a:srcRect/>
          <a:stretch>
            <a:fillRect l="-31000" r="-31000"/>
          </a:stretch>
        </a:blipFill>
      </dgm:spPr>
      <dgm:t>
        <a:bodyPr/>
        <a:lstStyle/>
        <a:p>
          <a:endParaRPr lang="en-GB"/>
        </a:p>
      </dgm:t>
    </dgm:pt>
    <dgm:pt modelId="{AB4FA87F-48D4-4032-B025-D0225B5AEED4}" type="pres">
      <dgm:prSet presAssocID="{1D329AC2-D7FF-4EED-BFC2-65B3D85DB501}" presName="rootConnector" presStyleLbl="node3" presStyleIdx="3" presStyleCnt="10"/>
      <dgm:spPr/>
      <dgm:t>
        <a:bodyPr/>
        <a:lstStyle/>
        <a:p>
          <a:endParaRPr lang="en-GB"/>
        </a:p>
      </dgm:t>
    </dgm:pt>
    <dgm:pt modelId="{82F3101A-0B1D-4E37-8F4E-23FCAC477F10}" type="pres">
      <dgm:prSet presAssocID="{1D329AC2-D7FF-4EED-BFC2-65B3D85DB501}" presName="hierChild4" presStyleCnt="0"/>
      <dgm:spPr/>
    </dgm:pt>
    <dgm:pt modelId="{3CBE8883-6D14-4BAA-8266-1298BBA16E3D}" type="pres">
      <dgm:prSet presAssocID="{1D329AC2-D7FF-4EED-BFC2-65B3D85DB501}" presName="hierChild5" presStyleCnt="0"/>
      <dgm:spPr/>
    </dgm:pt>
    <dgm:pt modelId="{ACE4C83F-8E82-40F4-B1CA-1E828F6B3072}" type="pres">
      <dgm:prSet presAssocID="{F21ED9D4-7A9D-497D-9DA9-9F820F3FC6E0}" presName="hierChild5" presStyleCnt="0"/>
      <dgm:spPr/>
    </dgm:pt>
    <dgm:pt modelId="{7EC69BE0-013B-4A88-A7A0-A1A7CC3DB314}" type="pres">
      <dgm:prSet presAssocID="{DEF85F2A-C702-4C77-9329-EF8591C59C4B}" presName="Name37" presStyleLbl="parChTrans1D2" presStyleIdx="2" presStyleCnt="5"/>
      <dgm:spPr/>
      <dgm:t>
        <a:bodyPr/>
        <a:lstStyle/>
        <a:p>
          <a:endParaRPr lang="en-GB"/>
        </a:p>
      </dgm:t>
    </dgm:pt>
    <dgm:pt modelId="{C826D8A3-D24F-4A0D-A606-66262BBF4D4A}" type="pres">
      <dgm:prSet presAssocID="{928A491D-5FD4-4F53-8E90-77FE338BD067}" presName="hierRoot2" presStyleCnt="0">
        <dgm:presLayoutVars>
          <dgm:hierBranch val="init"/>
        </dgm:presLayoutVars>
      </dgm:prSet>
      <dgm:spPr/>
    </dgm:pt>
    <dgm:pt modelId="{9E8D287B-A2C4-4091-AA29-2F6E629D5164}" type="pres">
      <dgm:prSet presAssocID="{928A491D-5FD4-4F53-8E90-77FE338BD067}" presName="rootComposite" presStyleCnt="0"/>
      <dgm:spPr/>
    </dgm:pt>
    <dgm:pt modelId="{7F2ABC71-4503-48F1-8796-B7DE82D307C2}" type="pres">
      <dgm:prSet presAssocID="{928A491D-5FD4-4F53-8E90-77FE338BD067}" presName="rootText" presStyleLbl="node2" presStyleIdx="2" presStyleCnt="5">
        <dgm:presLayoutVars>
          <dgm:chPref val="3"/>
        </dgm:presLayoutVars>
      </dgm:prSet>
      <dgm:spPr/>
      <dgm:t>
        <a:bodyPr/>
        <a:lstStyle/>
        <a:p>
          <a:endParaRPr lang="en-GB"/>
        </a:p>
      </dgm:t>
    </dgm:pt>
    <dgm:pt modelId="{27A1DA85-023F-4376-A832-FFF2E0C1AEDE}" type="pres">
      <dgm:prSet presAssocID="{928A491D-5FD4-4F53-8E90-77FE338BD067}" presName="rootPict" presStyleLbl="alignImgPlace1" presStyleIdx="7" presStyleCnt="16"/>
      <dgm:spPr>
        <a:blipFill>
          <a:blip xmlns:r="http://schemas.openxmlformats.org/officeDocument/2006/relationships" r:embed="rId8">
            <a:extLst>
              <a:ext uri="{28A0092B-C50C-407E-A947-70E740481C1C}">
                <a14:useLocalDpi xmlns:a14="http://schemas.microsoft.com/office/drawing/2010/main" val="0"/>
              </a:ext>
            </a:extLst>
          </a:blip>
          <a:srcRect/>
          <a:stretch>
            <a:fillRect l="-51000" r="-51000"/>
          </a:stretch>
        </a:blipFill>
      </dgm:spPr>
      <dgm:t>
        <a:bodyPr/>
        <a:lstStyle/>
        <a:p>
          <a:endParaRPr lang="en-GB"/>
        </a:p>
      </dgm:t>
    </dgm:pt>
    <dgm:pt modelId="{1AAA183A-73BA-4B4A-A69D-BF3CAAE1EA14}" type="pres">
      <dgm:prSet presAssocID="{928A491D-5FD4-4F53-8E90-77FE338BD067}" presName="rootConnector" presStyleLbl="node2" presStyleIdx="2" presStyleCnt="5"/>
      <dgm:spPr/>
      <dgm:t>
        <a:bodyPr/>
        <a:lstStyle/>
        <a:p>
          <a:endParaRPr lang="en-GB"/>
        </a:p>
      </dgm:t>
    </dgm:pt>
    <dgm:pt modelId="{F44E3E28-E6D0-4FF0-80ED-DF6FDF44DFA8}" type="pres">
      <dgm:prSet presAssocID="{928A491D-5FD4-4F53-8E90-77FE338BD067}" presName="hierChild4" presStyleCnt="0"/>
      <dgm:spPr/>
    </dgm:pt>
    <dgm:pt modelId="{9B3CCBCF-C670-4BFE-BE89-B654A76158F8}" type="pres">
      <dgm:prSet presAssocID="{8BFF9E76-7BD7-4DEE-913E-7984C3F6B707}" presName="Name37" presStyleLbl="parChTrans1D3" presStyleIdx="4" presStyleCnt="10"/>
      <dgm:spPr/>
      <dgm:t>
        <a:bodyPr/>
        <a:lstStyle/>
        <a:p>
          <a:endParaRPr lang="en-GB"/>
        </a:p>
      </dgm:t>
    </dgm:pt>
    <dgm:pt modelId="{F4F4A731-475F-464B-B11A-C898C8CA94BF}" type="pres">
      <dgm:prSet presAssocID="{3D35D319-F761-4D41-86EC-F8DA1B92ED1F}" presName="hierRoot2" presStyleCnt="0">
        <dgm:presLayoutVars>
          <dgm:hierBranch val="init"/>
        </dgm:presLayoutVars>
      </dgm:prSet>
      <dgm:spPr/>
    </dgm:pt>
    <dgm:pt modelId="{382FF07A-D966-431D-9137-B12EB769F13F}" type="pres">
      <dgm:prSet presAssocID="{3D35D319-F761-4D41-86EC-F8DA1B92ED1F}" presName="rootComposite" presStyleCnt="0"/>
      <dgm:spPr/>
    </dgm:pt>
    <dgm:pt modelId="{6651222B-8551-4290-96E5-2E8263859D29}" type="pres">
      <dgm:prSet presAssocID="{3D35D319-F761-4D41-86EC-F8DA1B92ED1F}" presName="rootText" presStyleLbl="node3" presStyleIdx="4" presStyleCnt="10">
        <dgm:presLayoutVars>
          <dgm:chPref val="3"/>
        </dgm:presLayoutVars>
      </dgm:prSet>
      <dgm:spPr/>
      <dgm:t>
        <a:bodyPr/>
        <a:lstStyle/>
        <a:p>
          <a:endParaRPr lang="en-GB"/>
        </a:p>
      </dgm:t>
    </dgm:pt>
    <dgm:pt modelId="{D8F7006D-06CC-4AE8-A5E3-973FAF488BA3}" type="pres">
      <dgm:prSet presAssocID="{3D35D319-F761-4D41-86EC-F8DA1B92ED1F}" presName="rootPict" presStyleLbl="alignImgPlace1" presStyleIdx="8" presStyleCnt="16"/>
      <dgm:spPr>
        <a:blipFill>
          <a:blip xmlns:r="http://schemas.openxmlformats.org/officeDocument/2006/relationships" r:embed="rId9">
            <a:extLst>
              <a:ext uri="{28A0092B-C50C-407E-A947-70E740481C1C}">
                <a14:useLocalDpi xmlns:a14="http://schemas.microsoft.com/office/drawing/2010/main" val="0"/>
              </a:ext>
            </a:extLst>
          </a:blip>
          <a:srcRect/>
          <a:stretch>
            <a:fillRect l="-7000" r="-7000"/>
          </a:stretch>
        </a:blipFill>
      </dgm:spPr>
      <dgm:t>
        <a:bodyPr/>
        <a:lstStyle/>
        <a:p>
          <a:endParaRPr lang="en-GB"/>
        </a:p>
      </dgm:t>
    </dgm:pt>
    <dgm:pt modelId="{CFCE051B-992E-4A7F-BA9A-3A6044B4C7B0}" type="pres">
      <dgm:prSet presAssocID="{3D35D319-F761-4D41-86EC-F8DA1B92ED1F}" presName="rootConnector" presStyleLbl="node3" presStyleIdx="4" presStyleCnt="10"/>
      <dgm:spPr/>
      <dgm:t>
        <a:bodyPr/>
        <a:lstStyle/>
        <a:p>
          <a:endParaRPr lang="en-GB"/>
        </a:p>
      </dgm:t>
    </dgm:pt>
    <dgm:pt modelId="{86DA8CE3-F319-425F-AB99-6AB86AD2AE16}" type="pres">
      <dgm:prSet presAssocID="{3D35D319-F761-4D41-86EC-F8DA1B92ED1F}" presName="hierChild4" presStyleCnt="0"/>
      <dgm:spPr/>
    </dgm:pt>
    <dgm:pt modelId="{29A8BE0E-1C94-4766-91DF-E25E485661F5}" type="pres">
      <dgm:prSet presAssocID="{3D35D319-F761-4D41-86EC-F8DA1B92ED1F}" presName="hierChild5" presStyleCnt="0"/>
      <dgm:spPr/>
    </dgm:pt>
    <dgm:pt modelId="{44417C64-5C2F-47F9-86C6-9DD537E55BE8}" type="pres">
      <dgm:prSet presAssocID="{928A491D-5FD4-4F53-8E90-77FE338BD067}" presName="hierChild5" presStyleCnt="0"/>
      <dgm:spPr/>
    </dgm:pt>
    <dgm:pt modelId="{F732ED0D-6A92-4247-BCE3-DCBC67C4780F}" type="pres">
      <dgm:prSet presAssocID="{20C9B748-8457-4D3C-82EA-813CB8D42C4A}" presName="Name37" presStyleLbl="parChTrans1D2" presStyleIdx="3" presStyleCnt="5"/>
      <dgm:spPr/>
      <dgm:t>
        <a:bodyPr/>
        <a:lstStyle/>
        <a:p>
          <a:endParaRPr lang="en-GB"/>
        </a:p>
      </dgm:t>
    </dgm:pt>
    <dgm:pt modelId="{476C9F80-7C4C-4139-A866-9C2CF452F947}" type="pres">
      <dgm:prSet presAssocID="{3B4CC787-752E-41AA-B499-ECD2044FA97D}" presName="hierRoot2" presStyleCnt="0">
        <dgm:presLayoutVars>
          <dgm:hierBranch val="init"/>
        </dgm:presLayoutVars>
      </dgm:prSet>
      <dgm:spPr/>
    </dgm:pt>
    <dgm:pt modelId="{43CCA59F-0EAC-456C-9924-16372453CD34}" type="pres">
      <dgm:prSet presAssocID="{3B4CC787-752E-41AA-B499-ECD2044FA97D}" presName="rootComposite" presStyleCnt="0"/>
      <dgm:spPr/>
    </dgm:pt>
    <dgm:pt modelId="{BE1184DB-1C74-4FEC-BE98-B9C1DAEFC3D8}" type="pres">
      <dgm:prSet presAssocID="{3B4CC787-752E-41AA-B499-ECD2044FA97D}" presName="rootText" presStyleLbl="node2" presStyleIdx="3" presStyleCnt="5">
        <dgm:presLayoutVars>
          <dgm:chPref val="3"/>
        </dgm:presLayoutVars>
      </dgm:prSet>
      <dgm:spPr/>
      <dgm:t>
        <a:bodyPr/>
        <a:lstStyle/>
        <a:p>
          <a:endParaRPr lang="en-GB"/>
        </a:p>
      </dgm:t>
    </dgm:pt>
    <dgm:pt modelId="{44674C41-FE3D-4499-9295-C3744F7F7EDF}" type="pres">
      <dgm:prSet presAssocID="{3B4CC787-752E-41AA-B499-ECD2044FA97D}" presName="rootPict" presStyleLbl="alignImgPlace1" presStyleIdx="9" presStyleCnt="16"/>
      <dgm:spPr>
        <a:blipFill>
          <a:blip xmlns:r="http://schemas.openxmlformats.org/officeDocument/2006/relationships" r:embed="rId10">
            <a:extLst>
              <a:ext uri="{28A0092B-C50C-407E-A947-70E740481C1C}">
                <a14:useLocalDpi xmlns:a14="http://schemas.microsoft.com/office/drawing/2010/main" val="0"/>
              </a:ext>
            </a:extLst>
          </a:blip>
          <a:srcRect/>
          <a:stretch>
            <a:fillRect l="-109000" r="-109000"/>
          </a:stretch>
        </a:blipFill>
      </dgm:spPr>
      <dgm:t>
        <a:bodyPr/>
        <a:lstStyle/>
        <a:p>
          <a:endParaRPr lang="en-GB"/>
        </a:p>
      </dgm:t>
    </dgm:pt>
    <dgm:pt modelId="{2E68F2EC-33EE-483B-B2A9-AA2E710F35AC}" type="pres">
      <dgm:prSet presAssocID="{3B4CC787-752E-41AA-B499-ECD2044FA97D}" presName="rootConnector" presStyleLbl="node2" presStyleIdx="3" presStyleCnt="5"/>
      <dgm:spPr/>
      <dgm:t>
        <a:bodyPr/>
        <a:lstStyle/>
        <a:p>
          <a:endParaRPr lang="en-GB"/>
        </a:p>
      </dgm:t>
    </dgm:pt>
    <dgm:pt modelId="{2B584DC8-9EFF-435A-8CFB-2BEC9FE0D835}" type="pres">
      <dgm:prSet presAssocID="{3B4CC787-752E-41AA-B499-ECD2044FA97D}" presName="hierChild4" presStyleCnt="0"/>
      <dgm:spPr/>
    </dgm:pt>
    <dgm:pt modelId="{3D73466B-AB5B-46C4-80F0-C8BD02FD8BFC}" type="pres">
      <dgm:prSet presAssocID="{D908D35C-1C73-4CF8-BF42-26F1D4A85B22}" presName="Name37" presStyleLbl="parChTrans1D3" presStyleIdx="5" presStyleCnt="10"/>
      <dgm:spPr/>
      <dgm:t>
        <a:bodyPr/>
        <a:lstStyle/>
        <a:p>
          <a:endParaRPr lang="en-GB"/>
        </a:p>
      </dgm:t>
    </dgm:pt>
    <dgm:pt modelId="{99DDD51D-6E35-498F-88AA-0F2DD7160382}" type="pres">
      <dgm:prSet presAssocID="{CBBD5A02-1B09-472B-8CE6-93B3AE35B5CD}" presName="hierRoot2" presStyleCnt="0">
        <dgm:presLayoutVars>
          <dgm:hierBranch val="init"/>
        </dgm:presLayoutVars>
      </dgm:prSet>
      <dgm:spPr/>
    </dgm:pt>
    <dgm:pt modelId="{ABF778B2-6025-46B9-93C3-63546A47CE11}" type="pres">
      <dgm:prSet presAssocID="{CBBD5A02-1B09-472B-8CE6-93B3AE35B5CD}" presName="rootComposite" presStyleCnt="0"/>
      <dgm:spPr/>
    </dgm:pt>
    <dgm:pt modelId="{C2E51325-7ED3-4829-8B70-1DDBD2A8FB50}" type="pres">
      <dgm:prSet presAssocID="{CBBD5A02-1B09-472B-8CE6-93B3AE35B5CD}" presName="rootText" presStyleLbl="node3" presStyleIdx="5" presStyleCnt="10">
        <dgm:presLayoutVars>
          <dgm:chPref val="3"/>
        </dgm:presLayoutVars>
      </dgm:prSet>
      <dgm:spPr/>
      <dgm:t>
        <a:bodyPr/>
        <a:lstStyle/>
        <a:p>
          <a:endParaRPr lang="en-GB"/>
        </a:p>
      </dgm:t>
    </dgm:pt>
    <dgm:pt modelId="{D7EACED8-6441-4C13-9499-367119AE5AA0}" type="pres">
      <dgm:prSet presAssocID="{CBBD5A02-1B09-472B-8CE6-93B3AE35B5CD}" presName="rootPict" presStyleLbl="alignImgPlace1" presStyleIdx="10" presStyleCnt="16"/>
      <dgm:spPr>
        <a:blipFill>
          <a:blip xmlns:r="http://schemas.openxmlformats.org/officeDocument/2006/relationships" r:embed="rId11" cstate="print">
            <a:extLst>
              <a:ext uri="{28A0092B-C50C-407E-A947-70E740481C1C}">
                <a14:useLocalDpi xmlns:a14="http://schemas.microsoft.com/office/drawing/2010/main" val="0"/>
              </a:ext>
            </a:extLst>
          </a:blip>
          <a:srcRect/>
          <a:stretch>
            <a:fillRect l="-17000" r="-17000"/>
          </a:stretch>
        </a:blipFill>
      </dgm:spPr>
      <dgm:t>
        <a:bodyPr/>
        <a:lstStyle/>
        <a:p>
          <a:endParaRPr lang="en-GB"/>
        </a:p>
      </dgm:t>
    </dgm:pt>
    <dgm:pt modelId="{195221EF-CCC8-46D1-8C65-7DAF8C7933ED}" type="pres">
      <dgm:prSet presAssocID="{CBBD5A02-1B09-472B-8CE6-93B3AE35B5CD}" presName="rootConnector" presStyleLbl="node3" presStyleIdx="5" presStyleCnt="10"/>
      <dgm:spPr/>
      <dgm:t>
        <a:bodyPr/>
        <a:lstStyle/>
        <a:p>
          <a:endParaRPr lang="en-GB"/>
        </a:p>
      </dgm:t>
    </dgm:pt>
    <dgm:pt modelId="{F4EDB2CC-BB1B-4ED3-B688-7C85146BB103}" type="pres">
      <dgm:prSet presAssocID="{CBBD5A02-1B09-472B-8CE6-93B3AE35B5CD}" presName="hierChild4" presStyleCnt="0"/>
      <dgm:spPr/>
    </dgm:pt>
    <dgm:pt modelId="{28EDDEF5-7AF1-44D2-B6AD-47C25FA7A414}" type="pres">
      <dgm:prSet presAssocID="{CBBD5A02-1B09-472B-8CE6-93B3AE35B5CD}" presName="hierChild5" presStyleCnt="0"/>
      <dgm:spPr/>
    </dgm:pt>
    <dgm:pt modelId="{3457F1DD-61D4-4FE3-931A-24565B67B48C}" type="pres">
      <dgm:prSet presAssocID="{6903B7F9-198D-459B-A67A-DA962B5CF98C}" presName="Name37" presStyleLbl="parChTrans1D3" presStyleIdx="6" presStyleCnt="10"/>
      <dgm:spPr/>
      <dgm:t>
        <a:bodyPr/>
        <a:lstStyle/>
        <a:p>
          <a:endParaRPr lang="en-GB"/>
        </a:p>
      </dgm:t>
    </dgm:pt>
    <dgm:pt modelId="{DFF02543-EDB0-4ACF-A1C9-42E6313DC029}" type="pres">
      <dgm:prSet presAssocID="{A27852CB-431B-47D9-A98D-FF7C848E54C0}" presName="hierRoot2" presStyleCnt="0">
        <dgm:presLayoutVars>
          <dgm:hierBranch val="init"/>
        </dgm:presLayoutVars>
      </dgm:prSet>
      <dgm:spPr/>
    </dgm:pt>
    <dgm:pt modelId="{B652A800-1AF3-47B4-B970-2EF11E9B2A8E}" type="pres">
      <dgm:prSet presAssocID="{A27852CB-431B-47D9-A98D-FF7C848E54C0}" presName="rootComposite" presStyleCnt="0"/>
      <dgm:spPr/>
    </dgm:pt>
    <dgm:pt modelId="{1B918672-426E-4809-9857-F85A51648693}" type="pres">
      <dgm:prSet presAssocID="{A27852CB-431B-47D9-A98D-FF7C848E54C0}" presName="rootText" presStyleLbl="node3" presStyleIdx="6" presStyleCnt="10">
        <dgm:presLayoutVars>
          <dgm:chPref val="3"/>
        </dgm:presLayoutVars>
      </dgm:prSet>
      <dgm:spPr/>
      <dgm:t>
        <a:bodyPr/>
        <a:lstStyle/>
        <a:p>
          <a:endParaRPr lang="en-GB"/>
        </a:p>
      </dgm:t>
    </dgm:pt>
    <dgm:pt modelId="{F5EFEB96-C330-4ACA-A900-7D245D48D792}" type="pres">
      <dgm:prSet presAssocID="{A27852CB-431B-47D9-A98D-FF7C848E54C0}" presName="rootPict" presStyleLbl="alignImgPlace1" presStyleIdx="11" presStyleCnt="16"/>
      <dgm:spPr>
        <a:blipFill>
          <a:blip xmlns:r="http://schemas.openxmlformats.org/officeDocument/2006/relationships" r:embed="rId12">
            <a:extLst>
              <a:ext uri="{28A0092B-C50C-407E-A947-70E740481C1C}">
                <a14:useLocalDpi xmlns:a14="http://schemas.microsoft.com/office/drawing/2010/main" val="0"/>
              </a:ext>
            </a:extLst>
          </a:blip>
          <a:srcRect/>
          <a:stretch>
            <a:fillRect l="-18000" r="-18000"/>
          </a:stretch>
        </a:blipFill>
      </dgm:spPr>
      <dgm:t>
        <a:bodyPr/>
        <a:lstStyle/>
        <a:p>
          <a:endParaRPr lang="en-GB"/>
        </a:p>
      </dgm:t>
    </dgm:pt>
    <dgm:pt modelId="{BAEAF491-EB4A-4E1B-B30B-B93CEF2ADDA3}" type="pres">
      <dgm:prSet presAssocID="{A27852CB-431B-47D9-A98D-FF7C848E54C0}" presName="rootConnector" presStyleLbl="node3" presStyleIdx="6" presStyleCnt="10"/>
      <dgm:spPr/>
      <dgm:t>
        <a:bodyPr/>
        <a:lstStyle/>
        <a:p>
          <a:endParaRPr lang="en-GB"/>
        </a:p>
      </dgm:t>
    </dgm:pt>
    <dgm:pt modelId="{88AD8E62-C568-4934-922F-019B3E36D422}" type="pres">
      <dgm:prSet presAssocID="{A27852CB-431B-47D9-A98D-FF7C848E54C0}" presName="hierChild4" presStyleCnt="0"/>
      <dgm:spPr/>
    </dgm:pt>
    <dgm:pt modelId="{21E574A1-CC97-4227-ACDF-0BB4B626A751}" type="pres">
      <dgm:prSet presAssocID="{A27852CB-431B-47D9-A98D-FF7C848E54C0}" presName="hierChild5" presStyleCnt="0"/>
      <dgm:spPr/>
    </dgm:pt>
    <dgm:pt modelId="{CA4F9A18-4F4A-4F70-8FE5-83E7922DC0F8}" type="pres">
      <dgm:prSet presAssocID="{3B4CC787-752E-41AA-B499-ECD2044FA97D}" presName="hierChild5" presStyleCnt="0"/>
      <dgm:spPr/>
    </dgm:pt>
    <dgm:pt modelId="{283372A6-8A2A-435A-822A-82A34FF0FD9B}" type="pres">
      <dgm:prSet presAssocID="{4A3F85A7-831E-4B49-9B8E-F8F7ABE6294C}" presName="Name37" presStyleLbl="parChTrans1D2" presStyleIdx="4" presStyleCnt="5"/>
      <dgm:spPr/>
      <dgm:t>
        <a:bodyPr/>
        <a:lstStyle/>
        <a:p>
          <a:endParaRPr lang="en-GB"/>
        </a:p>
      </dgm:t>
    </dgm:pt>
    <dgm:pt modelId="{9CE43002-64A9-4423-9F48-5CA1DD091E60}" type="pres">
      <dgm:prSet presAssocID="{8FBD076E-AF45-4FD8-BFAD-BD0EFE04D7E3}" presName="hierRoot2" presStyleCnt="0">
        <dgm:presLayoutVars>
          <dgm:hierBranch val="init"/>
        </dgm:presLayoutVars>
      </dgm:prSet>
      <dgm:spPr/>
    </dgm:pt>
    <dgm:pt modelId="{4690BDC5-EB97-4080-8386-65AC5ED41B92}" type="pres">
      <dgm:prSet presAssocID="{8FBD076E-AF45-4FD8-BFAD-BD0EFE04D7E3}" presName="rootComposite" presStyleCnt="0"/>
      <dgm:spPr/>
    </dgm:pt>
    <dgm:pt modelId="{D3314B29-3E92-4035-B06D-C14743277B1F}" type="pres">
      <dgm:prSet presAssocID="{8FBD076E-AF45-4FD8-BFAD-BD0EFE04D7E3}" presName="rootText" presStyleLbl="node2" presStyleIdx="4" presStyleCnt="5">
        <dgm:presLayoutVars>
          <dgm:chPref val="3"/>
        </dgm:presLayoutVars>
      </dgm:prSet>
      <dgm:spPr/>
      <dgm:t>
        <a:bodyPr/>
        <a:lstStyle/>
        <a:p>
          <a:endParaRPr lang="en-GB"/>
        </a:p>
      </dgm:t>
    </dgm:pt>
    <dgm:pt modelId="{475B5F65-8459-49AE-B295-18A3FFF547A9}" type="pres">
      <dgm:prSet presAssocID="{8FBD076E-AF45-4FD8-BFAD-BD0EFE04D7E3}" presName="rootPict" presStyleLbl="alignImgPlace1" presStyleIdx="12" presStyleCnt="16"/>
      <dgm:spPr>
        <a:blipFill>
          <a:blip xmlns:r="http://schemas.openxmlformats.org/officeDocument/2006/relationships" r:embed="rId13" cstate="print">
            <a:extLst>
              <a:ext uri="{28A0092B-C50C-407E-A947-70E740481C1C}">
                <a14:useLocalDpi xmlns:a14="http://schemas.microsoft.com/office/drawing/2010/main" val="0"/>
              </a:ext>
            </a:extLst>
          </a:blip>
          <a:srcRect/>
          <a:stretch>
            <a:fillRect l="-3000" r="-3000"/>
          </a:stretch>
        </a:blipFill>
      </dgm:spPr>
      <dgm:t>
        <a:bodyPr/>
        <a:lstStyle/>
        <a:p>
          <a:endParaRPr lang="en-GB"/>
        </a:p>
      </dgm:t>
    </dgm:pt>
    <dgm:pt modelId="{537B692F-632F-4B1C-9AC3-02863D8BEA14}" type="pres">
      <dgm:prSet presAssocID="{8FBD076E-AF45-4FD8-BFAD-BD0EFE04D7E3}" presName="rootConnector" presStyleLbl="node2" presStyleIdx="4" presStyleCnt="5"/>
      <dgm:spPr/>
      <dgm:t>
        <a:bodyPr/>
        <a:lstStyle/>
        <a:p>
          <a:endParaRPr lang="en-GB"/>
        </a:p>
      </dgm:t>
    </dgm:pt>
    <dgm:pt modelId="{4BF471E4-9464-4A20-8AA6-D895734B9CDA}" type="pres">
      <dgm:prSet presAssocID="{8FBD076E-AF45-4FD8-BFAD-BD0EFE04D7E3}" presName="hierChild4" presStyleCnt="0"/>
      <dgm:spPr/>
    </dgm:pt>
    <dgm:pt modelId="{65ECE1B2-A2B2-4030-858F-603DCB3641A2}" type="pres">
      <dgm:prSet presAssocID="{B788F26D-47DD-492C-9366-E6E1E13A8F4F}" presName="Name37" presStyleLbl="parChTrans1D3" presStyleIdx="7" presStyleCnt="10"/>
      <dgm:spPr/>
      <dgm:t>
        <a:bodyPr/>
        <a:lstStyle/>
        <a:p>
          <a:endParaRPr lang="en-GB"/>
        </a:p>
      </dgm:t>
    </dgm:pt>
    <dgm:pt modelId="{1118F91A-CA81-47D3-B243-CA7029A6E3FB}" type="pres">
      <dgm:prSet presAssocID="{04F5823B-4422-426A-B032-233D33675C94}" presName="hierRoot2" presStyleCnt="0">
        <dgm:presLayoutVars>
          <dgm:hierBranch val="init"/>
        </dgm:presLayoutVars>
      </dgm:prSet>
      <dgm:spPr/>
    </dgm:pt>
    <dgm:pt modelId="{7D0A6DCC-87E7-4675-80FC-56BAEBDE6DFA}" type="pres">
      <dgm:prSet presAssocID="{04F5823B-4422-426A-B032-233D33675C94}" presName="rootComposite" presStyleCnt="0"/>
      <dgm:spPr/>
    </dgm:pt>
    <dgm:pt modelId="{86D49F76-E13B-40CB-BCDE-A6B4E8BE080C}" type="pres">
      <dgm:prSet presAssocID="{04F5823B-4422-426A-B032-233D33675C94}" presName="rootText" presStyleLbl="node3" presStyleIdx="7" presStyleCnt="10">
        <dgm:presLayoutVars>
          <dgm:chPref val="3"/>
        </dgm:presLayoutVars>
      </dgm:prSet>
      <dgm:spPr/>
      <dgm:t>
        <a:bodyPr/>
        <a:lstStyle/>
        <a:p>
          <a:endParaRPr lang="en-GB"/>
        </a:p>
      </dgm:t>
    </dgm:pt>
    <dgm:pt modelId="{E71F9437-E626-4118-BD97-E82C08243431}" type="pres">
      <dgm:prSet presAssocID="{04F5823B-4422-426A-B032-233D33675C94}" presName="rootPict" presStyleLbl="alignImgPlace1" presStyleIdx="13" presStyleCnt="16"/>
      <dgm:spPr>
        <a:blipFill>
          <a:blip xmlns:r="http://schemas.openxmlformats.org/officeDocument/2006/relationships" r:embed="rId14" cstate="print">
            <a:extLst>
              <a:ext uri="{28A0092B-C50C-407E-A947-70E740481C1C}">
                <a14:useLocalDpi xmlns:a14="http://schemas.microsoft.com/office/drawing/2010/main" val="0"/>
              </a:ext>
            </a:extLst>
          </a:blip>
          <a:srcRect/>
          <a:stretch>
            <a:fillRect l="-16000" r="-16000"/>
          </a:stretch>
        </a:blipFill>
      </dgm:spPr>
      <dgm:t>
        <a:bodyPr/>
        <a:lstStyle/>
        <a:p>
          <a:endParaRPr lang="en-GB"/>
        </a:p>
      </dgm:t>
    </dgm:pt>
    <dgm:pt modelId="{4FA43DD7-3C37-4B03-A43F-C651AD500968}" type="pres">
      <dgm:prSet presAssocID="{04F5823B-4422-426A-B032-233D33675C94}" presName="rootConnector" presStyleLbl="node3" presStyleIdx="7" presStyleCnt="10"/>
      <dgm:spPr/>
      <dgm:t>
        <a:bodyPr/>
        <a:lstStyle/>
        <a:p>
          <a:endParaRPr lang="en-GB"/>
        </a:p>
      </dgm:t>
    </dgm:pt>
    <dgm:pt modelId="{025089E3-6A25-432F-B49A-FDA3F4F2A4DD}" type="pres">
      <dgm:prSet presAssocID="{04F5823B-4422-426A-B032-233D33675C94}" presName="hierChild4" presStyleCnt="0"/>
      <dgm:spPr/>
    </dgm:pt>
    <dgm:pt modelId="{7B965792-130B-4B00-BBB6-365627FA21F3}" type="pres">
      <dgm:prSet presAssocID="{04F5823B-4422-426A-B032-233D33675C94}" presName="hierChild5" presStyleCnt="0"/>
      <dgm:spPr/>
    </dgm:pt>
    <dgm:pt modelId="{BB5CDB0F-F1CB-433E-B9C4-65624DF29105}" type="pres">
      <dgm:prSet presAssocID="{2E0C920A-B276-44EB-87A0-DAB722805180}" presName="Name37" presStyleLbl="parChTrans1D3" presStyleIdx="8" presStyleCnt="10"/>
      <dgm:spPr/>
      <dgm:t>
        <a:bodyPr/>
        <a:lstStyle/>
        <a:p>
          <a:endParaRPr lang="en-GB"/>
        </a:p>
      </dgm:t>
    </dgm:pt>
    <dgm:pt modelId="{EC0A9D7F-4579-4C55-8412-4C830D77258B}" type="pres">
      <dgm:prSet presAssocID="{433CE9E7-8EE1-4151-A389-95FEED1C4F8A}" presName="hierRoot2" presStyleCnt="0">
        <dgm:presLayoutVars>
          <dgm:hierBranch val="init"/>
        </dgm:presLayoutVars>
      </dgm:prSet>
      <dgm:spPr/>
    </dgm:pt>
    <dgm:pt modelId="{61727C17-0124-40A4-8F03-FBD6D2894C40}" type="pres">
      <dgm:prSet presAssocID="{433CE9E7-8EE1-4151-A389-95FEED1C4F8A}" presName="rootComposite" presStyleCnt="0"/>
      <dgm:spPr/>
    </dgm:pt>
    <dgm:pt modelId="{66E53CAC-F12D-40B4-9DFB-D0A798AD3CD0}" type="pres">
      <dgm:prSet presAssocID="{433CE9E7-8EE1-4151-A389-95FEED1C4F8A}" presName="rootText" presStyleLbl="node3" presStyleIdx="8" presStyleCnt="10">
        <dgm:presLayoutVars>
          <dgm:chPref val="3"/>
        </dgm:presLayoutVars>
      </dgm:prSet>
      <dgm:spPr/>
      <dgm:t>
        <a:bodyPr/>
        <a:lstStyle/>
        <a:p>
          <a:endParaRPr lang="en-GB"/>
        </a:p>
      </dgm:t>
    </dgm:pt>
    <dgm:pt modelId="{FEA06683-567A-48E0-885B-3D9FA62C8939}" type="pres">
      <dgm:prSet presAssocID="{433CE9E7-8EE1-4151-A389-95FEED1C4F8A}" presName="rootPict" presStyleLbl="alignImgPlace1" presStyleIdx="14" presStyleCnt="16"/>
      <dgm:spPr>
        <a:blipFill>
          <a:blip xmlns:r="http://schemas.openxmlformats.org/officeDocument/2006/relationships" r:embed="rId15">
            <a:extLst>
              <a:ext uri="{28A0092B-C50C-407E-A947-70E740481C1C}">
                <a14:useLocalDpi xmlns:a14="http://schemas.microsoft.com/office/drawing/2010/main" val="0"/>
              </a:ext>
            </a:extLst>
          </a:blip>
          <a:srcRect/>
          <a:stretch>
            <a:fillRect l="-57000" r="-57000"/>
          </a:stretch>
        </a:blipFill>
      </dgm:spPr>
      <dgm:t>
        <a:bodyPr/>
        <a:lstStyle/>
        <a:p>
          <a:endParaRPr lang="en-GB"/>
        </a:p>
      </dgm:t>
    </dgm:pt>
    <dgm:pt modelId="{CB223CB2-A7C2-48D1-9199-1DDEA6B3FD84}" type="pres">
      <dgm:prSet presAssocID="{433CE9E7-8EE1-4151-A389-95FEED1C4F8A}" presName="rootConnector" presStyleLbl="node3" presStyleIdx="8" presStyleCnt="10"/>
      <dgm:spPr/>
      <dgm:t>
        <a:bodyPr/>
        <a:lstStyle/>
        <a:p>
          <a:endParaRPr lang="en-GB"/>
        </a:p>
      </dgm:t>
    </dgm:pt>
    <dgm:pt modelId="{A57768AD-BB4B-4890-95E5-E157F1F99C29}" type="pres">
      <dgm:prSet presAssocID="{433CE9E7-8EE1-4151-A389-95FEED1C4F8A}" presName="hierChild4" presStyleCnt="0"/>
      <dgm:spPr/>
    </dgm:pt>
    <dgm:pt modelId="{1033ADC6-D911-4974-B82A-69AEEC75C9B0}" type="pres">
      <dgm:prSet presAssocID="{433CE9E7-8EE1-4151-A389-95FEED1C4F8A}" presName="hierChild5" presStyleCnt="0"/>
      <dgm:spPr/>
    </dgm:pt>
    <dgm:pt modelId="{DC0CE20F-3A59-4013-96B7-649C4B849856}" type="pres">
      <dgm:prSet presAssocID="{DD1CE2FC-397B-45D8-860B-E18710121CDD}" presName="Name37" presStyleLbl="parChTrans1D3" presStyleIdx="9" presStyleCnt="10"/>
      <dgm:spPr/>
      <dgm:t>
        <a:bodyPr/>
        <a:lstStyle/>
        <a:p>
          <a:endParaRPr lang="en-GB"/>
        </a:p>
      </dgm:t>
    </dgm:pt>
    <dgm:pt modelId="{225CA0D2-B83B-4A77-9EB4-9260E6D3F115}" type="pres">
      <dgm:prSet presAssocID="{DF1E534D-14C3-4B44-A6B1-194AB4AE606D}" presName="hierRoot2" presStyleCnt="0">
        <dgm:presLayoutVars>
          <dgm:hierBranch val="init"/>
        </dgm:presLayoutVars>
      </dgm:prSet>
      <dgm:spPr/>
    </dgm:pt>
    <dgm:pt modelId="{FE643C88-7854-4138-9C41-8B57BA15076C}" type="pres">
      <dgm:prSet presAssocID="{DF1E534D-14C3-4B44-A6B1-194AB4AE606D}" presName="rootComposite" presStyleCnt="0"/>
      <dgm:spPr/>
    </dgm:pt>
    <dgm:pt modelId="{27371887-8C65-492E-94A2-B0A90ECED93A}" type="pres">
      <dgm:prSet presAssocID="{DF1E534D-14C3-4B44-A6B1-194AB4AE606D}" presName="rootText" presStyleLbl="node3" presStyleIdx="9" presStyleCnt="10">
        <dgm:presLayoutVars>
          <dgm:chPref val="3"/>
        </dgm:presLayoutVars>
      </dgm:prSet>
      <dgm:spPr/>
      <dgm:t>
        <a:bodyPr/>
        <a:lstStyle/>
        <a:p>
          <a:endParaRPr lang="en-GB"/>
        </a:p>
      </dgm:t>
    </dgm:pt>
    <dgm:pt modelId="{8CFC6E41-B863-477B-A0B7-D83F0613C4C6}" type="pres">
      <dgm:prSet presAssocID="{DF1E534D-14C3-4B44-A6B1-194AB4AE606D}" presName="rootPict" presStyleLbl="alignImgPlace1" presStyleIdx="15" presStyleCnt="16"/>
      <dgm:spPr>
        <a:blipFill>
          <a:blip xmlns:r="http://schemas.openxmlformats.org/officeDocument/2006/relationships" r:embed="rId16" cstate="print">
            <a:extLst>
              <a:ext uri="{28A0092B-C50C-407E-A947-70E740481C1C}">
                <a14:useLocalDpi xmlns:a14="http://schemas.microsoft.com/office/drawing/2010/main" val="0"/>
              </a:ext>
            </a:extLst>
          </a:blip>
          <a:srcRect/>
          <a:stretch>
            <a:fillRect l="-62000" r="-62000"/>
          </a:stretch>
        </a:blipFill>
      </dgm:spPr>
      <dgm:t>
        <a:bodyPr/>
        <a:lstStyle/>
        <a:p>
          <a:endParaRPr lang="en-GB"/>
        </a:p>
      </dgm:t>
    </dgm:pt>
    <dgm:pt modelId="{E8E85F12-788A-4612-9B8E-26A37942B9E6}" type="pres">
      <dgm:prSet presAssocID="{DF1E534D-14C3-4B44-A6B1-194AB4AE606D}" presName="rootConnector" presStyleLbl="node3" presStyleIdx="9" presStyleCnt="10"/>
      <dgm:spPr/>
      <dgm:t>
        <a:bodyPr/>
        <a:lstStyle/>
        <a:p>
          <a:endParaRPr lang="en-GB"/>
        </a:p>
      </dgm:t>
    </dgm:pt>
    <dgm:pt modelId="{214A9ED6-6F4C-434A-9567-27F318B03D43}" type="pres">
      <dgm:prSet presAssocID="{DF1E534D-14C3-4B44-A6B1-194AB4AE606D}" presName="hierChild4" presStyleCnt="0"/>
      <dgm:spPr/>
    </dgm:pt>
    <dgm:pt modelId="{917EA5DB-1573-4552-B84C-E3FD4F923560}" type="pres">
      <dgm:prSet presAssocID="{DF1E534D-14C3-4B44-A6B1-194AB4AE606D}" presName="hierChild5" presStyleCnt="0"/>
      <dgm:spPr/>
    </dgm:pt>
    <dgm:pt modelId="{F3FDBACE-25EB-45BE-B2FD-48C318026ACE}" type="pres">
      <dgm:prSet presAssocID="{8FBD076E-AF45-4FD8-BFAD-BD0EFE04D7E3}" presName="hierChild5" presStyleCnt="0"/>
      <dgm:spPr/>
    </dgm:pt>
    <dgm:pt modelId="{D8AD17E5-7CE0-407D-BE09-565DA12169D9}" type="pres">
      <dgm:prSet presAssocID="{72A4410A-72EC-40B3-9C58-01FCED5275F9}" presName="hierChild3" presStyleCnt="0"/>
      <dgm:spPr/>
    </dgm:pt>
  </dgm:ptLst>
  <dgm:cxnLst>
    <dgm:cxn modelId="{141390C1-9B3C-41C9-912D-BAE06EE1CE3C}" type="presOf" srcId="{0BDA7B4D-14DB-46C3-B221-D5E043C7F032}" destId="{8598F102-AD65-4845-A1DA-F2B84D714763}" srcOrd="1" destOrd="0" presId="urn:microsoft.com/office/officeart/2005/8/layout/pictureOrgChart+Icon"/>
    <dgm:cxn modelId="{5F278B75-201E-403E-BCFA-D20D3FC770AB}" type="presOf" srcId="{8FBD076E-AF45-4FD8-BFAD-BD0EFE04D7E3}" destId="{D3314B29-3E92-4035-B06D-C14743277B1F}" srcOrd="0" destOrd="0" presId="urn:microsoft.com/office/officeart/2005/8/layout/pictureOrgChart+Icon"/>
    <dgm:cxn modelId="{479814DC-6A48-4F5C-B9C4-F58EC4E8B513}" type="presOf" srcId="{D66513B8-4DB3-42DD-A63F-914AD834EDE5}" destId="{F6D2AD06-BCED-429B-860E-0B3B9B15BF21}" srcOrd="0" destOrd="0" presId="urn:microsoft.com/office/officeart/2005/8/layout/pictureOrgChart+Icon"/>
    <dgm:cxn modelId="{536608F9-310E-49B4-97D0-83C355328D13}" type="presOf" srcId="{4A3F85A7-831E-4B49-9B8E-F8F7ABE6294C}" destId="{283372A6-8A2A-435A-822A-82A34FF0FD9B}" srcOrd="0" destOrd="0" presId="urn:microsoft.com/office/officeart/2005/8/layout/pictureOrgChart+Icon"/>
    <dgm:cxn modelId="{18EAA1C3-7D6A-4DB2-BC21-7AB97399EDCF}" type="presOf" srcId="{A27852CB-431B-47D9-A98D-FF7C848E54C0}" destId="{BAEAF491-EB4A-4E1B-B30B-B93CEF2ADDA3}" srcOrd="1" destOrd="0" presId="urn:microsoft.com/office/officeart/2005/8/layout/pictureOrgChart+Icon"/>
    <dgm:cxn modelId="{7A3A9455-DBFA-4683-90E1-EB8680FD21C0}" type="presOf" srcId="{2E0C920A-B276-44EB-87A0-DAB722805180}" destId="{BB5CDB0F-F1CB-433E-B9C4-65624DF29105}" srcOrd="0" destOrd="0" presId="urn:microsoft.com/office/officeart/2005/8/layout/pictureOrgChart+Icon"/>
    <dgm:cxn modelId="{B231C121-EE16-46FE-9D4C-BBAE0A58D151}" type="presOf" srcId="{0BDA7B4D-14DB-46C3-B221-D5E043C7F032}" destId="{BFEB23B8-A3B2-44FC-85F1-B3C44275D572}" srcOrd="0" destOrd="0" presId="urn:microsoft.com/office/officeart/2005/8/layout/pictureOrgChart+Icon"/>
    <dgm:cxn modelId="{9187D53E-A831-4AFF-9E47-5A4B546DA732}" type="presOf" srcId="{3B4CC787-752E-41AA-B499-ECD2044FA97D}" destId="{2E68F2EC-33EE-483B-B2A9-AA2E710F35AC}" srcOrd="1" destOrd="0" presId="urn:microsoft.com/office/officeart/2005/8/layout/pictureOrgChart+Icon"/>
    <dgm:cxn modelId="{029FB9E5-E82F-426B-AC38-81C9EA9DBC82}" type="presOf" srcId="{DD1CE2FC-397B-45D8-860B-E18710121CDD}" destId="{DC0CE20F-3A59-4013-96B7-649C4B849856}" srcOrd="0" destOrd="0" presId="urn:microsoft.com/office/officeart/2005/8/layout/pictureOrgChart+Icon"/>
    <dgm:cxn modelId="{16547C3D-6B08-498A-8A7F-26C8341CBCDC}" type="presOf" srcId="{DF1E534D-14C3-4B44-A6B1-194AB4AE606D}" destId="{E8E85F12-788A-4612-9B8E-26A37942B9E6}" srcOrd="1" destOrd="0" presId="urn:microsoft.com/office/officeart/2005/8/layout/pictureOrgChart+Icon"/>
    <dgm:cxn modelId="{15D4C04B-23F5-4382-90A3-92966F0DB3F3}" type="presOf" srcId="{EC6DD24B-F306-4D55-8C6E-3BECE74D6F0B}" destId="{42134374-E760-45F6-9135-736BF31179B9}" srcOrd="0" destOrd="0" presId="urn:microsoft.com/office/officeart/2005/8/layout/pictureOrgChart+Icon"/>
    <dgm:cxn modelId="{BEB7A0D1-8D8A-4628-9E43-637A70BE8613}" srcId="{F21ED9D4-7A9D-497D-9DA9-9F820F3FC6E0}" destId="{1D329AC2-D7FF-4EED-BFC2-65B3D85DB501}" srcOrd="1" destOrd="0" parTransId="{C408E1DB-18C8-4A17-A27C-C315194463ED}" sibTransId="{F9CD547E-4C7D-466E-96DD-369C7874CDCF}"/>
    <dgm:cxn modelId="{6A936C37-E58B-41E4-98AF-4AFC181FA238}" type="presOf" srcId="{1D329AC2-D7FF-4EED-BFC2-65B3D85DB501}" destId="{AB4FA87F-48D4-4032-B025-D0225B5AEED4}" srcOrd="1" destOrd="0" presId="urn:microsoft.com/office/officeart/2005/8/layout/pictureOrgChart+Icon"/>
    <dgm:cxn modelId="{849332C4-429D-4582-8E52-4256949D10B2}" type="presOf" srcId="{D908D35C-1C73-4CF8-BF42-26F1D4A85B22}" destId="{3D73466B-AB5B-46C4-80F0-C8BD02FD8BFC}" srcOrd="0" destOrd="0" presId="urn:microsoft.com/office/officeart/2005/8/layout/pictureOrgChart+Icon"/>
    <dgm:cxn modelId="{AC1F86BB-2397-4B8C-8C15-CBE259577730}" type="presOf" srcId="{8DEAB44E-9D41-41DA-9EC3-3326AAEF7FBF}" destId="{BFDEF810-34CE-40A2-B373-847B258A5632}" srcOrd="1" destOrd="0" presId="urn:microsoft.com/office/officeart/2005/8/layout/pictureOrgChart+Icon"/>
    <dgm:cxn modelId="{882F2B94-2BF0-48E5-A3FD-AE4AEBE91323}" type="presOf" srcId="{3D35D319-F761-4D41-86EC-F8DA1B92ED1F}" destId="{6651222B-8551-4290-96E5-2E8263859D29}" srcOrd="0" destOrd="0" presId="urn:microsoft.com/office/officeart/2005/8/layout/pictureOrgChart+Icon"/>
    <dgm:cxn modelId="{B509AD24-A44B-449E-B14F-D6A64F4EC6A3}" srcId="{72A4410A-72EC-40B3-9C58-01FCED5275F9}" destId="{8FBD076E-AF45-4FD8-BFAD-BD0EFE04D7E3}" srcOrd="4" destOrd="0" parTransId="{4A3F85A7-831E-4B49-9B8E-F8F7ABE6294C}" sibTransId="{8B9E7520-B7BB-479F-BAD8-8CFC71A2B30D}"/>
    <dgm:cxn modelId="{DD7B66C1-DCAD-4257-84F1-5481DE124E11}" srcId="{3B4CC787-752E-41AA-B499-ECD2044FA97D}" destId="{CBBD5A02-1B09-472B-8CE6-93B3AE35B5CD}" srcOrd="0" destOrd="0" parTransId="{D908D35C-1C73-4CF8-BF42-26F1D4A85B22}" sibTransId="{3F819829-C79F-4FC2-B4B7-AF8CAAAD6DB9}"/>
    <dgm:cxn modelId="{1EF7D19B-1FA4-4E64-9EFC-4414325BF84D}" srcId="{3B4CC787-752E-41AA-B499-ECD2044FA97D}" destId="{A27852CB-431B-47D9-A98D-FF7C848E54C0}" srcOrd="1" destOrd="0" parTransId="{6903B7F9-198D-459B-A67A-DA962B5CF98C}" sibTransId="{0EACF26A-42C4-4C3C-93C3-734C1F232CC1}"/>
    <dgm:cxn modelId="{E1E05C88-4E32-4982-98A7-FCE77CF2B472}" type="presOf" srcId="{1B06F07E-6FD3-43D9-984A-C699F42AC3F9}" destId="{D8417626-AB5C-4336-97C9-14D3EF3E469F}" srcOrd="0" destOrd="0" presId="urn:microsoft.com/office/officeart/2005/8/layout/pictureOrgChart+Icon"/>
    <dgm:cxn modelId="{95322198-B7A5-435C-AC2E-16AC79929A65}" type="presOf" srcId="{433CE9E7-8EE1-4151-A389-95FEED1C4F8A}" destId="{CB223CB2-A7C2-48D1-9199-1DDEA6B3FD84}" srcOrd="1" destOrd="0" presId="urn:microsoft.com/office/officeart/2005/8/layout/pictureOrgChart+Icon"/>
    <dgm:cxn modelId="{3450B433-4BA4-48B2-A3DA-9B68D1BF3C38}" srcId="{72A4410A-72EC-40B3-9C58-01FCED5275F9}" destId="{928A491D-5FD4-4F53-8E90-77FE338BD067}" srcOrd="2" destOrd="0" parTransId="{DEF85F2A-C702-4C77-9329-EF8591C59C4B}" sibTransId="{6070AC6B-F4B8-4D34-BF68-7F9E6B907EDA}"/>
    <dgm:cxn modelId="{570032B5-D08F-4C59-8B00-DC87823A16EB}" type="presOf" srcId="{C1745780-3984-4382-9F26-D0DA2B5C5571}" destId="{79633CAF-E1D8-48CA-98E4-5CEF54A059B3}" srcOrd="0" destOrd="0" presId="urn:microsoft.com/office/officeart/2005/8/layout/pictureOrgChart+Icon"/>
    <dgm:cxn modelId="{FCC39A02-9888-479E-9310-FF142B05CA35}" srcId="{8FBD076E-AF45-4FD8-BFAD-BD0EFE04D7E3}" destId="{DF1E534D-14C3-4B44-A6B1-194AB4AE606D}" srcOrd="2" destOrd="0" parTransId="{DD1CE2FC-397B-45D8-860B-E18710121CDD}" sibTransId="{9FD3B7D6-7FC1-4778-8FB2-5C3F69A97F23}"/>
    <dgm:cxn modelId="{7536EB27-CCA6-4759-A334-F4843F2E504E}" type="presOf" srcId="{433CE9E7-8EE1-4151-A389-95FEED1C4F8A}" destId="{66E53CAC-F12D-40B4-9DFB-D0A798AD3CD0}" srcOrd="0" destOrd="0" presId="urn:microsoft.com/office/officeart/2005/8/layout/pictureOrgChart+Icon"/>
    <dgm:cxn modelId="{56D11752-3305-44CC-9C15-DC6BC30C8615}" type="presOf" srcId="{83D9FCD4-1BAA-4795-889A-4397F7BD16AA}" destId="{1A536DD9-812F-4494-BA61-0F18DC13FDFC}" srcOrd="0" destOrd="0" presId="urn:microsoft.com/office/officeart/2005/8/layout/pictureOrgChart+Icon"/>
    <dgm:cxn modelId="{4D801AC0-1C4E-4D64-B753-787575D52757}" type="presOf" srcId="{8DEAB44E-9D41-41DA-9EC3-3326AAEF7FBF}" destId="{FE9C342D-1E9D-4172-8806-6F46558D3279}" srcOrd="0" destOrd="0" presId="urn:microsoft.com/office/officeart/2005/8/layout/pictureOrgChart+Icon"/>
    <dgm:cxn modelId="{EB6F1B92-2339-4CA5-9B58-3C4BBC5FE583}" srcId="{72A4410A-72EC-40B3-9C58-01FCED5275F9}" destId="{F21ED9D4-7A9D-497D-9DA9-9F820F3FC6E0}" srcOrd="1" destOrd="0" parTransId="{05417E15-C877-44C2-AE3A-0F1174C725DE}" sibTransId="{6ECC953C-A3DA-47DF-A109-EE205062DF50}"/>
    <dgm:cxn modelId="{CB053D22-232C-4A9B-B0A9-FC27B82A7FBC}" type="presOf" srcId="{C408E1DB-18C8-4A17-A27C-C315194463ED}" destId="{E90F8813-B2E0-44F7-9E3A-29B4EF2A810D}" srcOrd="0" destOrd="0" presId="urn:microsoft.com/office/officeart/2005/8/layout/pictureOrgChart+Icon"/>
    <dgm:cxn modelId="{F01446CF-871C-417C-B89D-1D4E84DE3289}" type="presOf" srcId="{8BFF9E76-7BD7-4DEE-913E-7984C3F6B707}" destId="{9B3CCBCF-C670-4BFE-BE89-B654A76158F8}" srcOrd="0" destOrd="0" presId="urn:microsoft.com/office/officeart/2005/8/layout/pictureOrgChart+Icon"/>
    <dgm:cxn modelId="{9FB7CE25-4752-4826-BE26-216F196EC231}" type="presOf" srcId="{05417E15-C877-44C2-AE3A-0F1174C725DE}" destId="{D7B35DC4-89F4-4BE9-8C2B-78ACFFA7E108}" srcOrd="0" destOrd="0" presId="urn:microsoft.com/office/officeart/2005/8/layout/pictureOrgChart+Icon"/>
    <dgm:cxn modelId="{0DE87EDA-7552-4569-AC73-2CAE73ACDBAD}" srcId="{C1745780-3984-4382-9F26-D0DA2B5C5571}" destId="{0BDA7B4D-14DB-46C3-B221-D5E043C7F032}" srcOrd="1" destOrd="0" parTransId="{07F870FE-1734-41E8-A186-02EA58C0F2A9}" sibTransId="{BB8DC722-6A5C-4093-8745-F6F1D5A33AEF}"/>
    <dgm:cxn modelId="{285A3F91-8A08-4544-8766-52469AF0825E}" type="presOf" srcId="{1D329AC2-D7FF-4EED-BFC2-65B3D85DB501}" destId="{3FBB327A-B333-4067-B726-C47CE9AB7119}" srcOrd="0" destOrd="0" presId="urn:microsoft.com/office/officeart/2005/8/layout/pictureOrgChart+Icon"/>
    <dgm:cxn modelId="{1696905F-4285-4CE2-9641-FD36A5C531AB}" type="presOf" srcId="{3D2EEF01-F0A3-477E-A2B8-7ED534BE9210}" destId="{EB0D2330-A56F-4C9D-8911-FE888310384C}" srcOrd="0" destOrd="0" presId="urn:microsoft.com/office/officeart/2005/8/layout/pictureOrgChart+Icon"/>
    <dgm:cxn modelId="{B1814A9F-07BF-4140-91A7-BBA86E7E32F0}" type="presOf" srcId="{CBBD5A02-1B09-472B-8CE6-93B3AE35B5CD}" destId="{C2E51325-7ED3-4829-8B70-1DDBD2A8FB50}" srcOrd="0" destOrd="0" presId="urn:microsoft.com/office/officeart/2005/8/layout/pictureOrgChart+Icon"/>
    <dgm:cxn modelId="{CC988AB6-8280-4396-9F74-B42090F7381E}" type="presOf" srcId="{6903B7F9-198D-459B-A67A-DA962B5CF98C}" destId="{3457F1DD-61D4-4FE3-931A-24565B67B48C}" srcOrd="0" destOrd="0" presId="urn:microsoft.com/office/officeart/2005/8/layout/pictureOrgChart+Icon"/>
    <dgm:cxn modelId="{A62B1611-C1FD-4353-AAE4-875C33AA2562}" type="presOf" srcId="{04F5823B-4422-426A-B032-233D33675C94}" destId="{86D49F76-E13B-40CB-BCDE-A6B4E8BE080C}" srcOrd="0" destOrd="0" presId="urn:microsoft.com/office/officeart/2005/8/layout/pictureOrgChart+Icon"/>
    <dgm:cxn modelId="{46DBDF73-168E-4223-9F86-36DCE80FC083}" srcId="{3D2EEF01-F0A3-477E-A2B8-7ED534BE9210}" destId="{72A4410A-72EC-40B3-9C58-01FCED5275F9}" srcOrd="0" destOrd="0" parTransId="{768C1C7F-0A24-4FA2-8317-31FE4AD84506}" sibTransId="{ED73725D-754F-4C6D-8E54-252B90ABDF7E}"/>
    <dgm:cxn modelId="{7A23CB17-FA7E-42DC-AB0C-533469FDEC47}" type="presOf" srcId="{20C9B748-8457-4D3C-82EA-813CB8D42C4A}" destId="{F732ED0D-6A92-4247-BCE3-DCBC67C4780F}" srcOrd="0" destOrd="0" presId="urn:microsoft.com/office/officeart/2005/8/layout/pictureOrgChart+Icon"/>
    <dgm:cxn modelId="{8BEBE6BB-DE2E-4BF7-8DD0-ECF813655157}" type="presOf" srcId="{3B4CC787-752E-41AA-B499-ECD2044FA97D}" destId="{BE1184DB-1C74-4FEC-BE98-B9C1DAEFC3D8}" srcOrd="0" destOrd="0" presId="urn:microsoft.com/office/officeart/2005/8/layout/pictureOrgChart+Icon"/>
    <dgm:cxn modelId="{48C43066-866F-4A2D-AC80-1F983B24ECE6}" type="presOf" srcId="{C1745780-3984-4382-9F26-D0DA2B5C5571}" destId="{3687A4D2-1BE6-4256-AF37-11A9BD4D9D51}" srcOrd="1" destOrd="0" presId="urn:microsoft.com/office/officeart/2005/8/layout/pictureOrgChart+Icon"/>
    <dgm:cxn modelId="{78C38723-38BC-4E56-BAC0-A78892C80E19}" type="presOf" srcId="{CBBD5A02-1B09-472B-8CE6-93B3AE35B5CD}" destId="{195221EF-CCC8-46D1-8C65-7DAF8C7933ED}" srcOrd="1" destOrd="0" presId="urn:microsoft.com/office/officeart/2005/8/layout/pictureOrgChart+Icon"/>
    <dgm:cxn modelId="{4CB39414-B299-40FF-B09E-1459296AF84D}" type="presOf" srcId="{07F870FE-1734-41E8-A186-02EA58C0F2A9}" destId="{BC09ABB3-61E9-4AFD-96D9-AF1F5E5B3739}" srcOrd="0" destOrd="0" presId="urn:microsoft.com/office/officeart/2005/8/layout/pictureOrgChart+Icon"/>
    <dgm:cxn modelId="{6EE2FDBF-225C-4274-B258-C46943CDA656}" type="presOf" srcId="{928A491D-5FD4-4F53-8E90-77FE338BD067}" destId="{1AAA183A-73BA-4B4A-A69D-BF3CAAE1EA14}" srcOrd="1" destOrd="0" presId="urn:microsoft.com/office/officeart/2005/8/layout/pictureOrgChart+Icon"/>
    <dgm:cxn modelId="{9DBB19C5-F81B-4A9C-879C-EF00974DBE2F}" type="presOf" srcId="{04F5823B-4422-426A-B032-233D33675C94}" destId="{4FA43DD7-3C37-4B03-A43F-C651AD500968}" srcOrd="1" destOrd="0" presId="urn:microsoft.com/office/officeart/2005/8/layout/pictureOrgChart+Icon"/>
    <dgm:cxn modelId="{2DD5EBCD-26E3-4D1F-813F-5B3199CE26D4}" srcId="{8FBD076E-AF45-4FD8-BFAD-BD0EFE04D7E3}" destId="{04F5823B-4422-426A-B032-233D33675C94}" srcOrd="0" destOrd="0" parTransId="{B788F26D-47DD-492C-9366-E6E1E13A8F4F}" sibTransId="{1F96A818-6B46-45C9-ABFC-B96ACD1E7F82}"/>
    <dgm:cxn modelId="{5176D210-5016-4096-8471-230AF2FA162C}" type="presOf" srcId="{B788F26D-47DD-492C-9366-E6E1E13A8F4F}" destId="{65ECE1B2-A2B2-4030-858F-603DCB3641A2}" srcOrd="0" destOrd="0" presId="urn:microsoft.com/office/officeart/2005/8/layout/pictureOrgChart+Icon"/>
    <dgm:cxn modelId="{BA451010-5B4D-47E8-8172-4E52135DC728}" srcId="{8FBD076E-AF45-4FD8-BFAD-BD0EFE04D7E3}" destId="{433CE9E7-8EE1-4151-A389-95FEED1C4F8A}" srcOrd="1" destOrd="0" parTransId="{2E0C920A-B276-44EB-87A0-DAB722805180}" sibTransId="{603290F3-1A0A-4F10-BD8A-158A8CEE77F3}"/>
    <dgm:cxn modelId="{BCA21940-AE40-4E08-9353-2038EEF1D7A1}" srcId="{F21ED9D4-7A9D-497D-9DA9-9F820F3FC6E0}" destId="{1B06F07E-6FD3-43D9-984A-C699F42AC3F9}" srcOrd="0" destOrd="0" parTransId="{EC6DD24B-F306-4D55-8C6E-3BECE74D6F0B}" sibTransId="{FD26837B-4202-4469-9923-DC41EFFE9305}"/>
    <dgm:cxn modelId="{CC077980-8F7B-4873-8C26-897B4B6A6A29}" type="presOf" srcId="{DEF85F2A-C702-4C77-9329-EF8591C59C4B}" destId="{7EC69BE0-013B-4A88-A7A0-A1A7CC3DB314}" srcOrd="0" destOrd="0" presId="urn:microsoft.com/office/officeart/2005/8/layout/pictureOrgChart+Icon"/>
    <dgm:cxn modelId="{98A15E6A-797C-4650-8F1B-0DD719BF27B7}" srcId="{72A4410A-72EC-40B3-9C58-01FCED5275F9}" destId="{3B4CC787-752E-41AA-B499-ECD2044FA97D}" srcOrd="3" destOrd="0" parTransId="{20C9B748-8457-4D3C-82EA-813CB8D42C4A}" sibTransId="{1D402083-8CD9-4254-80A6-E5887479F7EE}"/>
    <dgm:cxn modelId="{F39B0CE8-37AC-40DF-8EBF-0E415B92F3BC}" srcId="{C1745780-3984-4382-9F26-D0DA2B5C5571}" destId="{8DEAB44E-9D41-41DA-9EC3-3326AAEF7FBF}" srcOrd="0" destOrd="0" parTransId="{D66513B8-4DB3-42DD-A63F-914AD834EDE5}" sibTransId="{34928A05-DE14-40D0-9A61-E6647A503FC5}"/>
    <dgm:cxn modelId="{3407FB80-9C55-4E25-89F8-19855B56F274}" srcId="{928A491D-5FD4-4F53-8E90-77FE338BD067}" destId="{3D35D319-F761-4D41-86EC-F8DA1B92ED1F}" srcOrd="0" destOrd="0" parTransId="{8BFF9E76-7BD7-4DEE-913E-7984C3F6B707}" sibTransId="{7D216594-581C-453B-8800-38CB438A6A28}"/>
    <dgm:cxn modelId="{DC57E57A-36A0-47F8-907C-496DE1A200A6}" type="presOf" srcId="{1B06F07E-6FD3-43D9-984A-C699F42AC3F9}" destId="{C9DF656D-4E9D-4808-905E-D1257FF61DE2}" srcOrd="1" destOrd="0" presId="urn:microsoft.com/office/officeart/2005/8/layout/pictureOrgChart+Icon"/>
    <dgm:cxn modelId="{208E64A2-14C5-49A6-96EF-7A9D304A629E}" type="presOf" srcId="{72A4410A-72EC-40B3-9C58-01FCED5275F9}" destId="{AED8D582-AC66-44E7-92D0-6E080C44748F}" srcOrd="0" destOrd="0" presId="urn:microsoft.com/office/officeart/2005/8/layout/pictureOrgChart+Icon"/>
    <dgm:cxn modelId="{9F3E0F8F-C3BD-423E-96FC-6D953D93D5D2}" type="presOf" srcId="{F21ED9D4-7A9D-497D-9DA9-9F820F3FC6E0}" destId="{080C48B7-F404-4C55-BD0E-2E2AC94FB131}" srcOrd="0" destOrd="0" presId="urn:microsoft.com/office/officeart/2005/8/layout/pictureOrgChart+Icon"/>
    <dgm:cxn modelId="{6E5E15D8-424E-4E3F-A22B-4CF2056FEB7F}" type="presOf" srcId="{F21ED9D4-7A9D-497D-9DA9-9F820F3FC6E0}" destId="{7DAACC71-6F47-43A2-B3EF-2E718EE1068F}" srcOrd="1" destOrd="0" presId="urn:microsoft.com/office/officeart/2005/8/layout/pictureOrgChart+Icon"/>
    <dgm:cxn modelId="{6342D879-3F9F-48ED-B561-CC2FB4E25DFB}" type="presOf" srcId="{72A4410A-72EC-40B3-9C58-01FCED5275F9}" destId="{B0AD5479-6E1D-406C-866C-5C675D3B14BA}" srcOrd="1" destOrd="0" presId="urn:microsoft.com/office/officeart/2005/8/layout/pictureOrgChart+Icon"/>
    <dgm:cxn modelId="{DEE6B515-1B9B-4E02-A09C-71C5110CE3A1}" srcId="{72A4410A-72EC-40B3-9C58-01FCED5275F9}" destId="{C1745780-3984-4382-9F26-D0DA2B5C5571}" srcOrd="0" destOrd="0" parTransId="{83D9FCD4-1BAA-4795-889A-4397F7BD16AA}" sibTransId="{80204584-495E-4E84-8C39-2A1E57623672}"/>
    <dgm:cxn modelId="{4378F9BD-D960-4600-B0B4-A9AF15417BB8}" type="presOf" srcId="{928A491D-5FD4-4F53-8E90-77FE338BD067}" destId="{7F2ABC71-4503-48F1-8796-B7DE82D307C2}" srcOrd="0" destOrd="0" presId="urn:microsoft.com/office/officeart/2005/8/layout/pictureOrgChart+Icon"/>
    <dgm:cxn modelId="{5DCEAB66-AB57-4B98-BF1D-C17CBBFD08CB}" type="presOf" srcId="{8FBD076E-AF45-4FD8-BFAD-BD0EFE04D7E3}" destId="{537B692F-632F-4B1C-9AC3-02863D8BEA14}" srcOrd="1" destOrd="0" presId="urn:microsoft.com/office/officeart/2005/8/layout/pictureOrgChart+Icon"/>
    <dgm:cxn modelId="{CE36CF2E-DBE2-47BB-A79B-AC07CD154560}" type="presOf" srcId="{A27852CB-431B-47D9-A98D-FF7C848E54C0}" destId="{1B918672-426E-4809-9857-F85A51648693}" srcOrd="0" destOrd="0" presId="urn:microsoft.com/office/officeart/2005/8/layout/pictureOrgChart+Icon"/>
    <dgm:cxn modelId="{FC61A9BD-A6B2-4E58-8749-DF1445551E61}" type="presOf" srcId="{DF1E534D-14C3-4B44-A6B1-194AB4AE606D}" destId="{27371887-8C65-492E-94A2-B0A90ECED93A}" srcOrd="0" destOrd="0" presId="urn:microsoft.com/office/officeart/2005/8/layout/pictureOrgChart+Icon"/>
    <dgm:cxn modelId="{FF441333-D2B7-4F82-AB82-A5EE81F1115D}" type="presOf" srcId="{3D35D319-F761-4D41-86EC-F8DA1B92ED1F}" destId="{CFCE051B-992E-4A7F-BA9A-3A6044B4C7B0}" srcOrd="1" destOrd="0" presId="urn:microsoft.com/office/officeart/2005/8/layout/pictureOrgChart+Icon"/>
    <dgm:cxn modelId="{39AD2139-613F-4A2F-B432-7E997E356BAA}" type="presParOf" srcId="{EB0D2330-A56F-4C9D-8911-FE888310384C}" destId="{85B07BBE-761E-4BE3-ADF1-2B348F358B48}" srcOrd="0" destOrd="0" presId="urn:microsoft.com/office/officeart/2005/8/layout/pictureOrgChart+Icon"/>
    <dgm:cxn modelId="{738959C3-4CE3-42EC-8F11-E8D87E79D4A3}" type="presParOf" srcId="{85B07BBE-761E-4BE3-ADF1-2B348F358B48}" destId="{231AD9DA-FD1A-417A-A2DE-B3123A4AB9C6}" srcOrd="0" destOrd="0" presId="urn:microsoft.com/office/officeart/2005/8/layout/pictureOrgChart+Icon"/>
    <dgm:cxn modelId="{B8B4D44A-F580-41C8-A88C-F12F5A4E5C41}" type="presParOf" srcId="{231AD9DA-FD1A-417A-A2DE-B3123A4AB9C6}" destId="{AED8D582-AC66-44E7-92D0-6E080C44748F}" srcOrd="0" destOrd="0" presId="urn:microsoft.com/office/officeart/2005/8/layout/pictureOrgChart+Icon"/>
    <dgm:cxn modelId="{CEC2BF2B-FEDB-4574-87BD-ABDC2ED5815F}" type="presParOf" srcId="{231AD9DA-FD1A-417A-A2DE-B3123A4AB9C6}" destId="{FDE5FFCA-620B-468F-BAC8-5D91B198810B}" srcOrd="1" destOrd="0" presId="urn:microsoft.com/office/officeart/2005/8/layout/pictureOrgChart+Icon"/>
    <dgm:cxn modelId="{6D045002-29B9-4557-9B96-21950C52AB39}" type="presParOf" srcId="{231AD9DA-FD1A-417A-A2DE-B3123A4AB9C6}" destId="{B0AD5479-6E1D-406C-866C-5C675D3B14BA}" srcOrd="2" destOrd="0" presId="urn:microsoft.com/office/officeart/2005/8/layout/pictureOrgChart+Icon"/>
    <dgm:cxn modelId="{E615E010-4578-462D-A573-E24183986225}" type="presParOf" srcId="{85B07BBE-761E-4BE3-ADF1-2B348F358B48}" destId="{513A1396-ACC6-4090-906C-E065C0B639AC}" srcOrd="1" destOrd="0" presId="urn:microsoft.com/office/officeart/2005/8/layout/pictureOrgChart+Icon"/>
    <dgm:cxn modelId="{DB1F6CA5-BADE-48C0-8749-D71BD33FE198}" type="presParOf" srcId="{513A1396-ACC6-4090-906C-E065C0B639AC}" destId="{1A536DD9-812F-4494-BA61-0F18DC13FDFC}" srcOrd="0" destOrd="0" presId="urn:microsoft.com/office/officeart/2005/8/layout/pictureOrgChart+Icon"/>
    <dgm:cxn modelId="{17832D68-A8FA-44AC-9B45-585213CF0E68}" type="presParOf" srcId="{513A1396-ACC6-4090-906C-E065C0B639AC}" destId="{4F379FC5-45C7-4A99-B2D5-F0F6C46A2D15}" srcOrd="1" destOrd="0" presId="urn:microsoft.com/office/officeart/2005/8/layout/pictureOrgChart+Icon"/>
    <dgm:cxn modelId="{57954107-8DA7-45FC-980E-6A6945121B95}" type="presParOf" srcId="{4F379FC5-45C7-4A99-B2D5-F0F6C46A2D15}" destId="{C031DA18-7E35-48D6-A4EE-4221B980AF6F}" srcOrd="0" destOrd="0" presId="urn:microsoft.com/office/officeart/2005/8/layout/pictureOrgChart+Icon"/>
    <dgm:cxn modelId="{E5745A07-31D4-4C18-8F2E-9BED12C303E7}" type="presParOf" srcId="{C031DA18-7E35-48D6-A4EE-4221B980AF6F}" destId="{79633CAF-E1D8-48CA-98E4-5CEF54A059B3}" srcOrd="0" destOrd="0" presId="urn:microsoft.com/office/officeart/2005/8/layout/pictureOrgChart+Icon"/>
    <dgm:cxn modelId="{083C0EEF-7F6F-4A0A-81A8-7557739C94E9}" type="presParOf" srcId="{C031DA18-7E35-48D6-A4EE-4221B980AF6F}" destId="{D18EF1D2-4AE2-4F8B-BBD4-097846C07CB7}" srcOrd="1" destOrd="0" presId="urn:microsoft.com/office/officeart/2005/8/layout/pictureOrgChart+Icon"/>
    <dgm:cxn modelId="{A6117671-B5BE-47D8-BB32-86E521178DA3}" type="presParOf" srcId="{C031DA18-7E35-48D6-A4EE-4221B980AF6F}" destId="{3687A4D2-1BE6-4256-AF37-11A9BD4D9D51}" srcOrd="2" destOrd="0" presId="urn:microsoft.com/office/officeart/2005/8/layout/pictureOrgChart+Icon"/>
    <dgm:cxn modelId="{3919AA3C-C410-4698-819E-A621C436A7A2}" type="presParOf" srcId="{4F379FC5-45C7-4A99-B2D5-F0F6C46A2D15}" destId="{02B972D4-00C1-4C8E-9C6F-5BCBA05A8C7F}" srcOrd="1" destOrd="0" presId="urn:microsoft.com/office/officeart/2005/8/layout/pictureOrgChart+Icon"/>
    <dgm:cxn modelId="{86482CB4-3059-4060-8F19-0D5FDA8CD456}" type="presParOf" srcId="{02B972D4-00C1-4C8E-9C6F-5BCBA05A8C7F}" destId="{F6D2AD06-BCED-429B-860E-0B3B9B15BF21}" srcOrd="0" destOrd="0" presId="urn:microsoft.com/office/officeart/2005/8/layout/pictureOrgChart+Icon"/>
    <dgm:cxn modelId="{47E01F18-D8F6-4455-85C9-A1E07095A435}" type="presParOf" srcId="{02B972D4-00C1-4C8E-9C6F-5BCBA05A8C7F}" destId="{0CAF7E8E-74DE-45C6-9F9C-11F47CD8F8BF}" srcOrd="1" destOrd="0" presId="urn:microsoft.com/office/officeart/2005/8/layout/pictureOrgChart+Icon"/>
    <dgm:cxn modelId="{E9129374-6851-4AB8-9016-AD8D8F072FE5}" type="presParOf" srcId="{0CAF7E8E-74DE-45C6-9F9C-11F47CD8F8BF}" destId="{D430F72E-7984-44E7-ABC9-490E042E563F}" srcOrd="0" destOrd="0" presId="urn:microsoft.com/office/officeart/2005/8/layout/pictureOrgChart+Icon"/>
    <dgm:cxn modelId="{0937168D-51F3-4F6B-9B34-3E1C76A77084}" type="presParOf" srcId="{D430F72E-7984-44E7-ABC9-490E042E563F}" destId="{FE9C342D-1E9D-4172-8806-6F46558D3279}" srcOrd="0" destOrd="0" presId="urn:microsoft.com/office/officeart/2005/8/layout/pictureOrgChart+Icon"/>
    <dgm:cxn modelId="{D2AE2D9B-8A89-45A5-B64E-A716FCC1D88D}" type="presParOf" srcId="{D430F72E-7984-44E7-ABC9-490E042E563F}" destId="{4869D179-8E8C-4A12-9787-F5EDE544AAE9}" srcOrd="1" destOrd="0" presId="urn:microsoft.com/office/officeart/2005/8/layout/pictureOrgChart+Icon"/>
    <dgm:cxn modelId="{8A2FFE06-D924-4970-84C3-834621739ED9}" type="presParOf" srcId="{D430F72E-7984-44E7-ABC9-490E042E563F}" destId="{BFDEF810-34CE-40A2-B373-847B258A5632}" srcOrd="2" destOrd="0" presId="urn:microsoft.com/office/officeart/2005/8/layout/pictureOrgChart+Icon"/>
    <dgm:cxn modelId="{65D75B9F-0294-487E-AA2E-A720093F1FDB}" type="presParOf" srcId="{0CAF7E8E-74DE-45C6-9F9C-11F47CD8F8BF}" destId="{1F855836-15DF-491E-84DF-A593598DD32A}" srcOrd="1" destOrd="0" presId="urn:microsoft.com/office/officeart/2005/8/layout/pictureOrgChart+Icon"/>
    <dgm:cxn modelId="{07B90347-0449-4B68-B739-48DBC15A6153}" type="presParOf" srcId="{0CAF7E8E-74DE-45C6-9F9C-11F47CD8F8BF}" destId="{9C33C18A-58B9-4CDD-B1D0-9CAD056BA7AB}" srcOrd="2" destOrd="0" presId="urn:microsoft.com/office/officeart/2005/8/layout/pictureOrgChart+Icon"/>
    <dgm:cxn modelId="{E38AAC82-5665-4A63-913F-62805CA5962D}" type="presParOf" srcId="{02B972D4-00C1-4C8E-9C6F-5BCBA05A8C7F}" destId="{BC09ABB3-61E9-4AFD-96D9-AF1F5E5B3739}" srcOrd="2" destOrd="0" presId="urn:microsoft.com/office/officeart/2005/8/layout/pictureOrgChart+Icon"/>
    <dgm:cxn modelId="{B60AF2C6-8C94-4769-ABED-F6A482091EB4}" type="presParOf" srcId="{02B972D4-00C1-4C8E-9C6F-5BCBA05A8C7F}" destId="{2B05E967-8971-4290-8E72-505B9A35D4D9}" srcOrd="3" destOrd="0" presId="urn:microsoft.com/office/officeart/2005/8/layout/pictureOrgChart+Icon"/>
    <dgm:cxn modelId="{EA6D35C1-499E-4868-BB7F-459B4A2DCBE6}" type="presParOf" srcId="{2B05E967-8971-4290-8E72-505B9A35D4D9}" destId="{7D551CCC-7517-4F66-A86B-13D65A2BAD67}" srcOrd="0" destOrd="0" presId="urn:microsoft.com/office/officeart/2005/8/layout/pictureOrgChart+Icon"/>
    <dgm:cxn modelId="{FD3B89EB-8923-4E9C-A586-25EB88296F16}" type="presParOf" srcId="{7D551CCC-7517-4F66-A86B-13D65A2BAD67}" destId="{BFEB23B8-A3B2-44FC-85F1-B3C44275D572}" srcOrd="0" destOrd="0" presId="urn:microsoft.com/office/officeart/2005/8/layout/pictureOrgChart+Icon"/>
    <dgm:cxn modelId="{CFA6DEED-C293-4A2F-B405-93286AC209CD}" type="presParOf" srcId="{7D551CCC-7517-4F66-A86B-13D65A2BAD67}" destId="{FFBC5B46-CFEA-4835-8BEA-BE8A9292BEBA}" srcOrd="1" destOrd="0" presId="urn:microsoft.com/office/officeart/2005/8/layout/pictureOrgChart+Icon"/>
    <dgm:cxn modelId="{11788B2D-1AE3-444B-8C1A-3C0C645780C1}" type="presParOf" srcId="{7D551CCC-7517-4F66-A86B-13D65A2BAD67}" destId="{8598F102-AD65-4845-A1DA-F2B84D714763}" srcOrd="2" destOrd="0" presId="urn:microsoft.com/office/officeart/2005/8/layout/pictureOrgChart+Icon"/>
    <dgm:cxn modelId="{D7B6C6B3-548F-4535-8CB2-240DF578783B}" type="presParOf" srcId="{2B05E967-8971-4290-8E72-505B9A35D4D9}" destId="{E9C05D07-D955-438F-A393-F6541EA623BC}" srcOrd="1" destOrd="0" presId="urn:microsoft.com/office/officeart/2005/8/layout/pictureOrgChart+Icon"/>
    <dgm:cxn modelId="{8A7E469A-9345-4ADE-BB43-A3426F90A7DA}" type="presParOf" srcId="{2B05E967-8971-4290-8E72-505B9A35D4D9}" destId="{A6D2F535-B0E7-4654-83BB-45AD2902A5BF}" srcOrd="2" destOrd="0" presId="urn:microsoft.com/office/officeart/2005/8/layout/pictureOrgChart+Icon"/>
    <dgm:cxn modelId="{3B1F19FB-32D8-4DCC-8EFB-4792CCCD1644}" type="presParOf" srcId="{4F379FC5-45C7-4A99-B2D5-F0F6C46A2D15}" destId="{815924C8-3530-4B8A-B298-6B79263DABAF}" srcOrd="2" destOrd="0" presId="urn:microsoft.com/office/officeart/2005/8/layout/pictureOrgChart+Icon"/>
    <dgm:cxn modelId="{59921830-D7EC-4E1A-B671-408570DEB581}" type="presParOf" srcId="{513A1396-ACC6-4090-906C-E065C0B639AC}" destId="{D7B35DC4-89F4-4BE9-8C2B-78ACFFA7E108}" srcOrd="2" destOrd="0" presId="urn:microsoft.com/office/officeart/2005/8/layout/pictureOrgChart+Icon"/>
    <dgm:cxn modelId="{74D537F2-31AE-4ABB-856D-A65DC5771DF4}" type="presParOf" srcId="{513A1396-ACC6-4090-906C-E065C0B639AC}" destId="{A10A9083-2C61-40F2-B68D-7595CFEB4CEE}" srcOrd="3" destOrd="0" presId="urn:microsoft.com/office/officeart/2005/8/layout/pictureOrgChart+Icon"/>
    <dgm:cxn modelId="{6BEE56F9-B1B7-473F-B3B0-F6AC311EA8B2}" type="presParOf" srcId="{A10A9083-2C61-40F2-B68D-7595CFEB4CEE}" destId="{D19A4775-FBBB-4D23-91A3-F4190973DA83}" srcOrd="0" destOrd="0" presId="urn:microsoft.com/office/officeart/2005/8/layout/pictureOrgChart+Icon"/>
    <dgm:cxn modelId="{4002E3BF-2372-42C9-953B-948A6868F9A0}" type="presParOf" srcId="{D19A4775-FBBB-4D23-91A3-F4190973DA83}" destId="{080C48B7-F404-4C55-BD0E-2E2AC94FB131}" srcOrd="0" destOrd="0" presId="urn:microsoft.com/office/officeart/2005/8/layout/pictureOrgChart+Icon"/>
    <dgm:cxn modelId="{666F8D9F-B9AE-4EFD-9066-83D7C608903D}" type="presParOf" srcId="{D19A4775-FBBB-4D23-91A3-F4190973DA83}" destId="{C69FF9AA-3221-4A9D-A83A-775D6D34C489}" srcOrd="1" destOrd="0" presId="urn:microsoft.com/office/officeart/2005/8/layout/pictureOrgChart+Icon"/>
    <dgm:cxn modelId="{DC2C6E8E-24B9-4D00-B721-EA4D3D1C3C4C}" type="presParOf" srcId="{D19A4775-FBBB-4D23-91A3-F4190973DA83}" destId="{7DAACC71-6F47-43A2-B3EF-2E718EE1068F}" srcOrd="2" destOrd="0" presId="urn:microsoft.com/office/officeart/2005/8/layout/pictureOrgChart+Icon"/>
    <dgm:cxn modelId="{0FB901F4-5C53-4767-823B-8DA6A0E422C0}" type="presParOf" srcId="{A10A9083-2C61-40F2-B68D-7595CFEB4CEE}" destId="{C4818F33-D87B-420E-8C59-E617906C1CD8}" srcOrd="1" destOrd="0" presId="urn:microsoft.com/office/officeart/2005/8/layout/pictureOrgChart+Icon"/>
    <dgm:cxn modelId="{8C46FEE8-2DF6-4385-9FE1-AB8AC9790A74}" type="presParOf" srcId="{C4818F33-D87B-420E-8C59-E617906C1CD8}" destId="{42134374-E760-45F6-9135-736BF31179B9}" srcOrd="0" destOrd="0" presId="urn:microsoft.com/office/officeart/2005/8/layout/pictureOrgChart+Icon"/>
    <dgm:cxn modelId="{F26A82EA-4B9D-46F1-A784-41F61799633B}" type="presParOf" srcId="{C4818F33-D87B-420E-8C59-E617906C1CD8}" destId="{FF74E7B0-27F0-4666-8FD6-6A8F03229131}" srcOrd="1" destOrd="0" presId="urn:microsoft.com/office/officeart/2005/8/layout/pictureOrgChart+Icon"/>
    <dgm:cxn modelId="{35D5B89B-B4D1-4F6C-BCDC-8DD2E247BFC6}" type="presParOf" srcId="{FF74E7B0-27F0-4666-8FD6-6A8F03229131}" destId="{91915D62-FC2A-4F5E-8825-49F6BADE31DE}" srcOrd="0" destOrd="0" presId="urn:microsoft.com/office/officeart/2005/8/layout/pictureOrgChart+Icon"/>
    <dgm:cxn modelId="{994E35D9-41B0-432E-AB4F-A4A3C9BDDD6C}" type="presParOf" srcId="{91915D62-FC2A-4F5E-8825-49F6BADE31DE}" destId="{D8417626-AB5C-4336-97C9-14D3EF3E469F}" srcOrd="0" destOrd="0" presId="urn:microsoft.com/office/officeart/2005/8/layout/pictureOrgChart+Icon"/>
    <dgm:cxn modelId="{E2CD3335-4DEB-41C5-B13B-719118C768FE}" type="presParOf" srcId="{91915D62-FC2A-4F5E-8825-49F6BADE31DE}" destId="{2EB6FDEE-CB79-4502-BB50-D5698F7B61A8}" srcOrd="1" destOrd="0" presId="urn:microsoft.com/office/officeart/2005/8/layout/pictureOrgChart+Icon"/>
    <dgm:cxn modelId="{C8BEACB5-EE38-4F09-AFC6-8EE34C643811}" type="presParOf" srcId="{91915D62-FC2A-4F5E-8825-49F6BADE31DE}" destId="{C9DF656D-4E9D-4808-905E-D1257FF61DE2}" srcOrd="2" destOrd="0" presId="urn:microsoft.com/office/officeart/2005/8/layout/pictureOrgChart+Icon"/>
    <dgm:cxn modelId="{88D85641-6963-40D0-BB87-5480598FD482}" type="presParOf" srcId="{FF74E7B0-27F0-4666-8FD6-6A8F03229131}" destId="{27B11CB9-226D-4FF0-96E6-15E4A34E228D}" srcOrd="1" destOrd="0" presId="urn:microsoft.com/office/officeart/2005/8/layout/pictureOrgChart+Icon"/>
    <dgm:cxn modelId="{1EA079E7-9A16-4349-954A-FFDCE91C1CD3}" type="presParOf" srcId="{FF74E7B0-27F0-4666-8FD6-6A8F03229131}" destId="{57696000-EE28-4460-B077-13065176842B}" srcOrd="2" destOrd="0" presId="urn:microsoft.com/office/officeart/2005/8/layout/pictureOrgChart+Icon"/>
    <dgm:cxn modelId="{C4D8EE23-4CEA-4516-AFB4-D963760820CE}" type="presParOf" srcId="{C4818F33-D87B-420E-8C59-E617906C1CD8}" destId="{E90F8813-B2E0-44F7-9E3A-29B4EF2A810D}" srcOrd="2" destOrd="0" presId="urn:microsoft.com/office/officeart/2005/8/layout/pictureOrgChart+Icon"/>
    <dgm:cxn modelId="{110DE6A9-15BC-42BB-B204-89511418D413}" type="presParOf" srcId="{C4818F33-D87B-420E-8C59-E617906C1CD8}" destId="{7BB02D9A-0D73-4AF6-98C5-EF1830328E1F}" srcOrd="3" destOrd="0" presId="urn:microsoft.com/office/officeart/2005/8/layout/pictureOrgChart+Icon"/>
    <dgm:cxn modelId="{32DA663C-FED7-4F5D-99BD-4FCB2917450B}" type="presParOf" srcId="{7BB02D9A-0D73-4AF6-98C5-EF1830328E1F}" destId="{F545E634-8CF8-41CC-A850-3A492C0DDC9D}" srcOrd="0" destOrd="0" presId="urn:microsoft.com/office/officeart/2005/8/layout/pictureOrgChart+Icon"/>
    <dgm:cxn modelId="{69C21447-59E2-4C85-85A4-9A017BA18417}" type="presParOf" srcId="{F545E634-8CF8-41CC-A850-3A492C0DDC9D}" destId="{3FBB327A-B333-4067-B726-C47CE9AB7119}" srcOrd="0" destOrd="0" presId="urn:microsoft.com/office/officeart/2005/8/layout/pictureOrgChart+Icon"/>
    <dgm:cxn modelId="{D384A7E5-EB27-451D-9DB0-3B7AC3C5A4E4}" type="presParOf" srcId="{F545E634-8CF8-41CC-A850-3A492C0DDC9D}" destId="{57090217-907B-4560-BAF9-7C104616AC7B}" srcOrd="1" destOrd="0" presId="urn:microsoft.com/office/officeart/2005/8/layout/pictureOrgChart+Icon"/>
    <dgm:cxn modelId="{44DC867D-E64B-4818-AFAC-A7BF16E3C54F}" type="presParOf" srcId="{F545E634-8CF8-41CC-A850-3A492C0DDC9D}" destId="{AB4FA87F-48D4-4032-B025-D0225B5AEED4}" srcOrd="2" destOrd="0" presId="urn:microsoft.com/office/officeart/2005/8/layout/pictureOrgChart+Icon"/>
    <dgm:cxn modelId="{97745A74-97E2-43F1-9296-BD8721B4BC03}" type="presParOf" srcId="{7BB02D9A-0D73-4AF6-98C5-EF1830328E1F}" destId="{82F3101A-0B1D-4E37-8F4E-23FCAC477F10}" srcOrd="1" destOrd="0" presId="urn:microsoft.com/office/officeart/2005/8/layout/pictureOrgChart+Icon"/>
    <dgm:cxn modelId="{3BAEC61E-C344-452D-9426-B69CE932A13C}" type="presParOf" srcId="{7BB02D9A-0D73-4AF6-98C5-EF1830328E1F}" destId="{3CBE8883-6D14-4BAA-8266-1298BBA16E3D}" srcOrd="2" destOrd="0" presId="urn:microsoft.com/office/officeart/2005/8/layout/pictureOrgChart+Icon"/>
    <dgm:cxn modelId="{80730D40-1B57-48EA-91DA-88B7A79F13CD}" type="presParOf" srcId="{A10A9083-2C61-40F2-B68D-7595CFEB4CEE}" destId="{ACE4C83F-8E82-40F4-B1CA-1E828F6B3072}" srcOrd="2" destOrd="0" presId="urn:microsoft.com/office/officeart/2005/8/layout/pictureOrgChart+Icon"/>
    <dgm:cxn modelId="{2EE8A5F0-E788-481B-8B7A-4A37D5E94012}" type="presParOf" srcId="{513A1396-ACC6-4090-906C-E065C0B639AC}" destId="{7EC69BE0-013B-4A88-A7A0-A1A7CC3DB314}" srcOrd="4" destOrd="0" presId="urn:microsoft.com/office/officeart/2005/8/layout/pictureOrgChart+Icon"/>
    <dgm:cxn modelId="{A3B1F907-DED7-41E2-B216-A0AE19498C9F}" type="presParOf" srcId="{513A1396-ACC6-4090-906C-E065C0B639AC}" destId="{C826D8A3-D24F-4A0D-A606-66262BBF4D4A}" srcOrd="5" destOrd="0" presId="urn:microsoft.com/office/officeart/2005/8/layout/pictureOrgChart+Icon"/>
    <dgm:cxn modelId="{9C9C16A2-72FE-4340-AE82-B167E1B5F7B0}" type="presParOf" srcId="{C826D8A3-D24F-4A0D-A606-66262BBF4D4A}" destId="{9E8D287B-A2C4-4091-AA29-2F6E629D5164}" srcOrd="0" destOrd="0" presId="urn:microsoft.com/office/officeart/2005/8/layout/pictureOrgChart+Icon"/>
    <dgm:cxn modelId="{52B35143-A6C2-4300-8408-02877760DE0D}" type="presParOf" srcId="{9E8D287B-A2C4-4091-AA29-2F6E629D5164}" destId="{7F2ABC71-4503-48F1-8796-B7DE82D307C2}" srcOrd="0" destOrd="0" presId="urn:microsoft.com/office/officeart/2005/8/layout/pictureOrgChart+Icon"/>
    <dgm:cxn modelId="{F5692C81-5327-4B82-8AD9-A8F3212AD0F9}" type="presParOf" srcId="{9E8D287B-A2C4-4091-AA29-2F6E629D5164}" destId="{27A1DA85-023F-4376-A832-FFF2E0C1AEDE}" srcOrd="1" destOrd="0" presId="urn:microsoft.com/office/officeart/2005/8/layout/pictureOrgChart+Icon"/>
    <dgm:cxn modelId="{08EA682C-D460-4312-98BC-826CB93A1A09}" type="presParOf" srcId="{9E8D287B-A2C4-4091-AA29-2F6E629D5164}" destId="{1AAA183A-73BA-4B4A-A69D-BF3CAAE1EA14}" srcOrd="2" destOrd="0" presId="urn:microsoft.com/office/officeart/2005/8/layout/pictureOrgChart+Icon"/>
    <dgm:cxn modelId="{A391B1B8-31EB-44B7-A725-AFA6894E8D9B}" type="presParOf" srcId="{C826D8A3-D24F-4A0D-A606-66262BBF4D4A}" destId="{F44E3E28-E6D0-4FF0-80ED-DF6FDF44DFA8}" srcOrd="1" destOrd="0" presId="urn:microsoft.com/office/officeart/2005/8/layout/pictureOrgChart+Icon"/>
    <dgm:cxn modelId="{193CA723-6731-4218-A726-95E4E2460481}" type="presParOf" srcId="{F44E3E28-E6D0-4FF0-80ED-DF6FDF44DFA8}" destId="{9B3CCBCF-C670-4BFE-BE89-B654A76158F8}" srcOrd="0" destOrd="0" presId="urn:microsoft.com/office/officeart/2005/8/layout/pictureOrgChart+Icon"/>
    <dgm:cxn modelId="{D213E2A1-BB7D-4FF1-BEC3-28B24D89E4B3}" type="presParOf" srcId="{F44E3E28-E6D0-4FF0-80ED-DF6FDF44DFA8}" destId="{F4F4A731-475F-464B-B11A-C898C8CA94BF}" srcOrd="1" destOrd="0" presId="urn:microsoft.com/office/officeart/2005/8/layout/pictureOrgChart+Icon"/>
    <dgm:cxn modelId="{A621905F-97D6-4340-A3FD-994A05738489}" type="presParOf" srcId="{F4F4A731-475F-464B-B11A-C898C8CA94BF}" destId="{382FF07A-D966-431D-9137-B12EB769F13F}" srcOrd="0" destOrd="0" presId="urn:microsoft.com/office/officeart/2005/8/layout/pictureOrgChart+Icon"/>
    <dgm:cxn modelId="{C5BB64A1-58D3-4506-8CA5-9DEC5001BB21}" type="presParOf" srcId="{382FF07A-D966-431D-9137-B12EB769F13F}" destId="{6651222B-8551-4290-96E5-2E8263859D29}" srcOrd="0" destOrd="0" presId="urn:microsoft.com/office/officeart/2005/8/layout/pictureOrgChart+Icon"/>
    <dgm:cxn modelId="{C4A6CE2A-6B52-41AF-8AB2-315E17777D16}" type="presParOf" srcId="{382FF07A-D966-431D-9137-B12EB769F13F}" destId="{D8F7006D-06CC-4AE8-A5E3-973FAF488BA3}" srcOrd="1" destOrd="0" presId="urn:microsoft.com/office/officeart/2005/8/layout/pictureOrgChart+Icon"/>
    <dgm:cxn modelId="{5A35A19C-8C1D-4985-8185-18A2F3500AD5}" type="presParOf" srcId="{382FF07A-D966-431D-9137-B12EB769F13F}" destId="{CFCE051B-992E-4A7F-BA9A-3A6044B4C7B0}" srcOrd="2" destOrd="0" presId="urn:microsoft.com/office/officeart/2005/8/layout/pictureOrgChart+Icon"/>
    <dgm:cxn modelId="{E944F91E-C2FA-4F85-B8FA-DFEB780C3A94}" type="presParOf" srcId="{F4F4A731-475F-464B-B11A-C898C8CA94BF}" destId="{86DA8CE3-F319-425F-AB99-6AB86AD2AE16}" srcOrd="1" destOrd="0" presId="urn:microsoft.com/office/officeart/2005/8/layout/pictureOrgChart+Icon"/>
    <dgm:cxn modelId="{14A933F6-D68A-46E7-989A-4F38B99C1CC4}" type="presParOf" srcId="{F4F4A731-475F-464B-B11A-C898C8CA94BF}" destId="{29A8BE0E-1C94-4766-91DF-E25E485661F5}" srcOrd="2" destOrd="0" presId="urn:microsoft.com/office/officeart/2005/8/layout/pictureOrgChart+Icon"/>
    <dgm:cxn modelId="{8E351B47-D808-49BD-80A2-E6724E36EC8E}" type="presParOf" srcId="{C826D8A3-D24F-4A0D-A606-66262BBF4D4A}" destId="{44417C64-5C2F-47F9-86C6-9DD537E55BE8}" srcOrd="2" destOrd="0" presId="urn:microsoft.com/office/officeart/2005/8/layout/pictureOrgChart+Icon"/>
    <dgm:cxn modelId="{0FB78013-5A55-4D33-8B29-EB06F0F00448}" type="presParOf" srcId="{513A1396-ACC6-4090-906C-E065C0B639AC}" destId="{F732ED0D-6A92-4247-BCE3-DCBC67C4780F}" srcOrd="6" destOrd="0" presId="urn:microsoft.com/office/officeart/2005/8/layout/pictureOrgChart+Icon"/>
    <dgm:cxn modelId="{BDFA9BB3-7515-4C0C-B490-6787675C51A1}" type="presParOf" srcId="{513A1396-ACC6-4090-906C-E065C0B639AC}" destId="{476C9F80-7C4C-4139-A866-9C2CF452F947}" srcOrd="7" destOrd="0" presId="urn:microsoft.com/office/officeart/2005/8/layout/pictureOrgChart+Icon"/>
    <dgm:cxn modelId="{DA20BAA9-13B2-4AD7-8245-B5B1915BAC81}" type="presParOf" srcId="{476C9F80-7C4C-4139-A866-9C2CF452F947}" destId="{43CCA59F-0EAC-456C-9924-16372453CD34}" srcOrd="0" destOrd="0" presId="urn:microsoft.com/office/officeart/2005/8/layout/pictureOrgChart+Icon"/>
    <dgm:cxn modelId="{D4C7A542-AC62-4DE4-B4B7-E735D13916FD}" type="presParOf" srcId="{43CCA59F-0EAC-456C-9924-16372453CD34}" destId="{BE1184DB-1C74-4FEC-BE98-B9C1DAEFC3D8}" srcOrd="0" destOrd="0" presId="urn:microsoft.com/office/officeart/2005/8/layout/pictureOrgChart+Icon"/>
    <dgm:cxn modelId="{C6FA8D73-F023-4C03-AAE8-C8A922A35760}" type="presParOf" srcId="{43CCA59F-0EAC-456C-9924-16372453CD34}" destId="{44674C41-FE3D-4499-9295-C3744F7F7EDF}" srcOrd="1" destOrd="0" presId="urn:microsoft.com/office/officeart/2005/8/layout/pictureOrgChart+Icon"/>
    <dgm:cxn modelId="{61CB6FC1-1F1C-4DC9-8BAB-7E0D81395F82}" type="presParOf" srcId="{43CCA59F-0EAC-456C-9924-16372453CD34}" destId="{2E68F2EC-33EE-483B-B2A9-AA2E710F35AC}" srcOrd="2" destOrd="0" presId="urn:microsoft.com/office/officeart/2005/8/layout/pictureOrgChart+Icon"/>
    <dgm:cxn modelId="{5DD4CCA9-B0F2-465E-A71C-0D8489AB4C5A}" type="presParOf" srcId="{476C9F80-7C4C-4139-A866-9C2CF452F947}" destId="{2B584DC8-9EFF-435A-8CFB-2BEC9FE0D835}" srcOrd="1" destOrd="0" presId="urn:microsoft.com/office/officeart/2005/8/layout/pictureOrgChart+Icon"/>
    <dgm:cxn modelId="{ECC17DEF-E8B1-4EAA-B11B-F388BA0CC8FB}" type="presParOf" srcId="{2B584DC8-9EFF-435A-8CFB-2BEC9FE0D835}" destId="{3D73466B-AB5B-46C4-80F0-C8BD02FD8BFC}" srcOrd="0" destOrd="0" presId="urn:microsoft.com/office/officeart/2005/8/layout/pictureOrgChart+Icon"/>
    <dgm:cxn modelId="{5BFACF39-546B-414A-BBC3-9419FA89A292}" type="presParOf" srcId="{2B584DC8-9EFF-435A-8CFB-2BEC9FE0D835}" destId="{99DDD51D-6E35-498F-88AA-0F2DD7160382}" srcOrd="1" destOrd="0" presId="urn:microsoft.com/office/officeart/2005/8/layout/pictureOrgChart+Icon"/>
    <dgm:cxn modelId="{15FA15E2-CCC1-4CB9-BA2C-BDC2C5AE108F}" type="presParOf" srcId="{99DDD51D-6E35-498F-88AA-0F2DD7160382}" destId="{ABF778B2-6025-46B9-93C3-63546A47CE11}" srcOrd="0" destOrd="0" presId="urn:microsoft.com/office/officeart/2005/8/layout/pictureOrgChart+Icon"/>
    <dgm:cxn modelId="{828DB149-DF9F-42B1-9E74-D1D86C1D48C5}" type="presParOf" srcId="{ABF778B2-6025-46B9-93C3-63546A47CE11}" destId="{C2E51325-7ED3-4829-8B70-1DDBD2A8FB50}" srcOrd="0" destOrd="0" presId="urn:microsoft.com/office/officeart/2005/8/layout/pictureOrgChart+Icon"/>
    <dgm:cxn modelId="{09BFF748-3E5D-4BBB-B374-FE1E9B0EE6F3}" type="presParOf" srcId="{ABF778B2-6025-46B9-93C3-63546A47CE11}" destId="{D7EACED8-6441-4C13-9499-367119AE5AA0}" srcOrd="1" destOrd="0" presId="urn:microsoft.com/office/officeart/2005/8/layout/pictureOrgChart+Icon"/>
    <dgm:cxn modelId="{F8218726-C6C5-4AD2-BB61-FA885E8BDADB}" type="presParOf" srcId="{ABF778B2-6025-46B9-93C3-63546A47CE11}" destId="{195221EF-CCC8-46D1-8C65-7DAF8C7933ED}" srcOrd="2" destOrd="0" presId="urn:microsoft.com/office/officeart/2005/8/layout/pictureOrgChart+Icon"/>
    <dgm:cxn modelId="{B0173FD1-B14C-4E2D-BD9B-5D2152418824}" type="presParOf" srcId="{99DDD51D-6E35-498F-88AA-0F2DD7160382}" destId="{F4EDB2CC-BB1B-4ED3-B688-7C85146BB103}" srcOrd="1" destOrd="0" presId="urn:microsoft.com/office/officeart/2005/8/layout/pictureOrgChart+Icon"/>
    <dgm:cxn modelId="{953B2442-624E-4E2E-8B9E-3873D1F6849F}" type="presParOf" srcId="{99DDD51D-6E35-498F-88AA-0F2DD7160382}" destId="{28EDDEF5-7AF1-44D2-B6AD-47C25FA7A414}" srcOrd="2" destOrd="0" presId="urn:microsoft.com/office/officeart/2005/8/layout/pictureOrgChart+Icon"/>
    <dgm:cxn modelId="{892E6FC9-412D-4CB6-BD74-DC930DB7A422}" type="presParOf" srcId="{2B584DC8-9EFF-435A-8CFB-2BEC9FE0D835}" destId="{3457F1DD-61D4-4FE3-931A-24565B67B48C}" srcOrd="2" destOrd="0" presId="urn:microsoft.com/office/officeart/2005/8/layout/pictureOrgChart+Icon"/>
    <dgm:cxn modelId="{1866DE4C-0ACE-4CEF-864F-02D32DC6457B}" type="presParOf" srcId="{2B584DC8-9EFF-435A-8CFB-2BEC9FE0D835}" destId="{DFF02543-EDB0-4ACF-A1C9-42E6313DC029}" srcOrd="3" destOrd="0" presId="urn:microsoft.com/office/officeart/2005/8/layout/pictureOrgChart+Icon"/>
    <dgm:cxn modelId="{444ECBD6-B0F3-419C-91D3-C34944E0B448}" type="presParOf" srcId="{DFF02543-EDB0-4ACF-A1C9-42E6313DC029}" destId="{B652A800-1AF3-47B4-B970-2EF11E9B2A8E}" srcOrd="0" destOrd="0" presId="urn:microsoft.com/office/officeart/2005/8/layout/pictureOrgChart+Icon"/>
    <dgm:cxn modelId="{41699BB4-C253-4B20-B0D1-8CC590AC12EB}" type="presParOf" srcId="{B652A800-1AF3-47B4-B970-2EF11E9B2A8E}" destId="{1B918672-426E-4809-9857-F85A51648693}" srcOrd="0" destOrd="0" presId="urn:microsoft.com/office/officeart/2005/8/layout/pictureOrgChart+Icon"/>
    <dgm:cxn modelId="{BE83B0B8-2914-4660-9006-99594F3D83A4}" type="presParOf" srcId="{B652A800-1AF3-47B4-B970-2EF11E9B2A8E}" destId="{F5EFEB96-C330-4ACA-A900-7D245D48D792}" srcOrd="1" destOrd="0" presId="urn:microsoft.com/office/officeart/2005/8/layout/pictureOrgChart+Icon"/>
    <dgm:cxn modelId="{DE40DB68-C0C5-481F-B2DA-6DD6676D7E41}" type="presParOf" srcId="{B652A800-1AF3-47B4-B970-2EF11E9B2A8E}" destId="{BAEAF491-EB4A-4E1B-B30B-B93CEF2ADDA3}" srcOrd="2" destOrd="0" presId="urn:microsoft.com/office/officeart/2005/8/layout/pictureOrgChart+Icon"/>
    <dgm:cxn modelId="{877B7579-3656-4E43-98C5-3DA54D8B4EA0}" type="presParOf" srcId="{DFF02543-EDB0-4ACF-A1C9-42E6313DC029}" destId="{88AD8E62-C568-4934-922F-019B3E36D422}" srcOrd="1" destOrd="0" presId="urn:microsoft.com/office/officeart/2005/8/layout/pictureOrgChart+Icon"/>
    <dgm:cxn modelId="{F98AAC68-F225-49C8-AA35-2EAE85F3965D}" type="presParOf" srcId="{DFF02543-EDB0-4ACF-A1C9-42E6313DC029}" destId="{21E574A1-CC97-4227-ACDF-0BB4B626A751}" srcOrd="2" destOrd="0" presId="urn:microsoft.com/office/officeart/2005/8/layout/pictureOrgChart+Icon"/>
    <dgm:cxn modelId="{A96EB002-0213-4F89-B7E3-C9991B91736E}" type="presParOf" srcId="{476C9F80-7C4C-4139-A866-9C2CF452F947}" destId="{CA4F9A18-4F4A-4F70-8FE5-83E7922DC0F8}" srcOrd="2" destOrd="0" presId="urn:microsoft.com/office/officeart/2005/8/layout/pictureOrgChart+Icon"/>
    <dgm:cxn modelId="{0355B90D-18A8-4E20-903F-B6EE57906248}" type="presParOf" srcId="{513A1396-ACC6-4090-906C-E065C0B639AC}" destId="{283372A6-8A2A-435A-822A-82A34FF0FD9B}" srcOrd="8" destOrd="0" presId="urn:microsoft.com/office/officeart/2005/8/layout/pictureOrgChart+Icon"/>
    <dgm:cxn modelId="{B213D029-25D8-40A9-8E17-EF4A4D70F4FC}" type="presParOf" srcId="{513A1396-ACC6-4090-906C-E065C0B639AC}" destId="{9CE43002-64A9-4423-9F48-5CA1DD091E60}" srcOrd="9" destOrd="0" presId="urn:microsoft.com/office/officeart/2005/8/layout/pictureOrgChart+Icon"/>
    <dgm:cxn modelId="{4ED74B1F-35D0-4CD8-850D-20D3DDA5B599}" type="presParOf" srcId="{9CE43002-64A9-4423-9F48-5CA1DD091E60}" destId="{4690BDC5-EB97-4080-8386-65AC5ED41B92}" srcOrd="0" destOrd="0" presId="urn:microsoft.com/office/officeart/2005/8/layout/pictureOrgChart+Icon"/>
    <dgm:cxn modelId="{45B4DAF0-CB9B-45C5-8866-D980D3A4E058}" type="presParOf" srcId="{4690BDC5-EB97-4080-8386-65AC5ED41B92}" destId="{D3314B29-3E92-4035-B06D-C14743277B1F}" srcOrd="0" destOrd="0" presId="urn:microsoft.com/office/officeart/2005/8/layout/pictureOrgChart+Icon"/>
    <dgm:cxn modelId="{3889CB43-14E9-4A6A-9AD9-1461C6154740}" type="presParOf" srcId="{4690BDC5-EB97-4080-8386-65AC5ED41B92}" destId="{475B5F65-8459-49AE-B295-18A3FFF547A9}" srcOrd="1" destOrd="0" presId="urn:microsoft.com/office/officeart/2005/8/layout/pictureOrgChart+Icon"/>
    <dgm:cxn modelId="{2DF84AEC-E2A2-4607-A297-447A607BDB90}" type="presParOf" srcId="{4690BDC5-EB97-4080-8386-65AC5ED41B92}" destId="{537B692F-632F-4B1C-9AC3-02863D8BEA14}" srcOrd="2" destOrd="0" presId="urn:microsoft.com/office/officeart/2005/8/layout/pictureOrgChart+Icon"/>
    <dgm:cxn modelId="{5A8FD7F8-7A84-4EFC-9D17-07B420A9F6D9}" type="presParOf" srcId="{9CE43002-64A9-4423-9F48-5CA1DD091E60}" destId="{4BF471E4-9464-4A20-8AA6-D895734B9CDA}" srcOrd="1" destOrd="0" presId="urn:microsoft.com/office/officeart/2005/8/layout/pictureOrgChart+Icon"/>
    <dgm:cxn modelId="{38870CE4-CF3B-48DA-88FA-DABD0AD22C88}" type="presParOf" srcId="{4BF471E4-9464-4A20-8AA6-D895734B9CDA}" destId="{65ECE1B2-A2B2-4030-858F-603DCB3641A2}" srcOrd="0" destOrd="0" presId="urn:microsoft.com/office/officeart/2005/8/layout/pictureOrgChart+Icon"/>
    <dgm:cxn modelId="{11486D4D-4CC7-4213-B080-A854C9DD9A4A}" type="presParOf" srcId="{4BF471E4-9464-4A20-8AA6-D895734B9CDA}" destId="{1118F91A-CA81-47D3-B243-CA7029A6E3FB}" srcOrd="1" destOrd="0" presId="urn:microsoft.com/office/officeart/2005/8/layout/pictureOrgChart+Icon"/>
    <dgm:cxn modelId="{C5DDDBA9-E802-43EA-9A5D-2C7698C99D28}" type="presParOf" srcId="{1118F91A-CA81-47D3-B243-CA7029A6E3FB}" destId="{7D0A6DCC-87E7-4675-80FC-56BAEBDE6DFA}" srcOrd="0" destOrd="0" presId="urn:microsoft.com/office/officeart/2005/8/layout/pictureOrgChart+Icon"/>
    <dgm:cxn modelId="{2D5F343C-093C-4B70-AF52-EE8E3EE98BB6}" type="presParOf" srcId="{7D0A6DCC-87E7-4675-80FC-56BAEBDE6DFA}" destId="{86D49F76-E13B-40CB-BCDE-A6B4E8BE080C}" srcOrd="0" destOrd="0" presId="urn:microsoft.com/office/officeart/2005/8/layout/pictureOrgChart+Icon"/>
    <dgm:cxn modelId="{0097DC0F-A396-4E3E-8EB9-56299F6D44F8}" type="presParOf" srcId="{7D0A6DCC-87E7-4675-80FC-56BAEBDE6DFA}" destId="{E71F9437-E626-4118-BD97-E82C08243431}" srcOrd="1" destOrd="0" presId="urn:microsoft.com/office/officeart/2005/8/layout/pictureOrgChart+Icon"/>
    <dgm:cxn modelId="{862B8646-B940-46A5-8B92-B3CCADECAE50}" type="presParOf" srcId="{7D0A6DCC-87E7-4675-80FC-56BAEBDE6DFA}" destId="{4FA43DD7-3C37-4B03-A43F-C651AD500968}" srcOrd="2" destOrd="0" presId="urn:microsoft.com/office/officeart/2005/8/layout/pictureOrgChart+Icon"/>
    <dgm:cxn modelId="{F30A6CCC-CC25-41FF-B6A4-B418C78AEDA8}" type="presParOf" srcId="{1118F91A-CA81-47D3-B243-CA7029A6E3FB}" destId="{025089E3-6A25-432F-B49A-FDA3F4F2A4DD}" srcOrd="1" destOrd="0" presId="urn:microsoft.com/office/officeart/2005/8/layout/pictureOrgChart+Icon"/>
    <dgm:cxn modelId="{009CF2C1-1A83-4B06-8593-A3EBD5D9EF7E}" type="presParOf" srcId="{1118F91A-CA81-47D3-B243-CA7029A6E3FB}" destId="{7B965792-130B-4B00-BBB6-365627FA21F3}" srcOrd="2" destOrd="0" presId="urn:microsoft.com/office/officeart/2005/8/layout/pictureOrgChart+Icon"/>
    <dgm:cxn modelId="{0790C67C-300F-4CBB-9E08-026F1C3041AA}" type="presParOf" srcId="{4BF471E4-9464-4A20-8AA6-D895734B9CDA}" destId="{BB5CDB0F-F1CB-433E-B9C4-65624DF29105}" srcOrd="2" destOrd="0" presId="urn:microsoft.com/office/officeart/2005/8/layout/pictureOrgChart+Icon"/>
    <dgm:cxn modelId="{5636804B-A68A-480C-9302-A57922419047}" type="presParOf" srcId="{4BF471E4-9464-4A20-8AA6-D895734B9CDA}" destId="{EC0A9D7F-4579-4C55-8412-4C830D77258B}" srcOrd="3" destOrd="0" presId="urn:microsoft.com/office/officeart/2005/8/layout/pictureOrgChart+Icon"/>
    <dgm:cxn modelId="{4A7EE1C0-FDEE-4403-A643-19A1180B476C}" type="presParOf" srcId="{EC0A9D7F-4579-4C55-8412-4C830D77258B}" destId="{61727C17-0124-40A4-8F03-FBD6D2894C40}" srcOrd="0" destOrd="0" presId="urn:microsoft.com/office/officeart/2005/8/layout/pictureOrgChart+Icon"/>
    <dgm:cxn modelId="{BCA66A03-604D-42A7-BA63-8CB882277044}" type="presParOf" srcId="{61727C17-0124-40A4-8F03-FBD6D2894C40}" destId="{66E53CAC-F12D-40B4-9DFB-D0A798AD3CD0}" srcOrd="0" destOrd="0" presId="urn:microsoft.com/office/officeart/2005/8/layout/pictureOrgChart+Icon"/>
    <dgm:cxn modelId="{0784CC84-FAF5-4BDC-B110-54DB9D7090F8}" type="presParOf" srcId="{61727C17-0124-40A4-8F03-FBD6D2894C40}" destId="{FEA06683-567A-48E0-885B-3D9FA62C8939}" srcOrd="1" destOrd="0" presId="urn:microsoft.com/office/officeart/2005/8/layout/pictureOrgChart+Icon"/>
    <dgm:cxn modelId="{073FF129-D61D-40CE-8FC4-063326291586}" type="presParOf" srcId="{61727C17-0124-40A4-8F03-FBD6D2894C40}" destId="{CB223CB2-A7C2-48D1-9199-1DDEA6B3FD84}" srcOrd="2" destOrd="0" presId="urn:microsoft.com/office/officeart/2005/8/layout/pictureOrgChart+Icon"/>
    <dgm:cxn modelId="{6C584FB5-CE64-461F-B6D1-68657369876C}" type="presParOf" srcId="{EC0A9D7F-4579-4C55-8412-4C830D77258B}" destId="{A57768AD-BB4B-4890-95E5-E157F1F99C29}" srcOrd="1" destOrd="0" presId="urn:microsoft.com/office/officeart/2005/8/layout/pictureOrgChart+Icon"/>
    <dgm:cxn modelId="{1B6B9604-74D4-4656-8A4F-DD60C6E6A0E7}" type="presParOf" srcId="{EC0A9D7F-4579-4C55-8412-4C830D77258B}" destId="{1033ADC6-D911-4974-B82A-69AEEC75C9B0}" srcOrd="2" destOrd="0" presId="urn:microsoft.com/office/officeart/2005/8/layout/pictureOrgChart+Icon"/>
    <dgm:cxn modelId="{2F2BFEF1-4DC6-444A-A176-590A6F65F353}" type="presParOf" srcId="{4BF471E4-9464-4A20-8AA6-D895734B9CDA}" destId="{DC0CE20F-3A59-4013-96B7-649C4B849856}" srcOrd="4" destOrd="0" presId="urn:microsoft.com/office/officeart/2005/8/layout/pictureOrgChart+Icon"/>
    <dgm:cxn modelId="{4B869943-C02D-4CCE-BD34-FD0D58121E98}" type="presParOf" srcId="{4BF471E4-9464-4A20-8AA6-D895734B9CDA}" destId="{225CA0D2-B83B-4A77-9EB4-9260E6D3F115}" srcOrd="5" destOrd="0" presId="urn:microsoft.com/office/officeart/2005/8/layout/pictureOrgChart+Icon"/>
    <dgm:cxn modelId="{1C9233D2-9313-4BFD-8601-F2246B736467}" type="presParOf" srcId="{225CA0D2-B83B-4A77-9EB4-9260E6D3F115}" destId="{FE643C88-7854-4138-9C41-8B57BA15076C}" srcOrd="0" destOrd="0" presId="urn:microsoft.com/office/officeart/2005/8/layout/pictureOrgChart+Icon"/>
    <dgm:cxn modelId="{BA00FE23-41F3-4EFA-AEAA-82512BE4AC4F}" type="presParOf" srcId="{FE643C88-7854-4138-9C41-8B57BA15076C}" destId="{27371887-8C65-492E-94A2-B0A90ECED93A}" srcOrd="0" destOrd="0" presId="urn:microsoft.com/office/officeart/2005/8/layout/pictureOrgChart+Icon"/>
    <dgm:cxn modelId="{08F432D1-0B03-426F-AF8F-584CF6FD2161}" type="presParOf" srcId="{FE643C88-7854-4138-9C41-8B57BA15076C}" destId="{8CFC6E41-B863-477B-A0B7-D83F0613C4C6}" srcOrd="1" destOrd="0" presId="urn:microsoft.com/office/officeart/2005/8/layout/pictureOrgChart+Icon"/>
    <dgm:cxn modelId="{AFFF0F40-73C6-45B0-812C-9994D1180F5C}" type="presParOf" srcId="{FE643C88-7854-4138-9C41-8B57BA15076C}" destId="{E8E85F12-788A-4612-9B8E-26A37942B9E6}" srcOrd="2" destOrd="0" presId="urn:microsoft.com/office/officeart/2005/8/layout/pictureOrgChart+Icon"/>
    <dgm:cxn modelId="{AEC4902E-10EA-4412-B179-02F6741989E9}" type="presParOf" srcId="{225CA0D2-B83B-4A77-9EB4-9260E6D3F115}" destId="{214A9ED6-6F4C-434A-9567-27F318B03D43}" srcOrd="1" destOrd="0" presId="urn:microsoft.com/office/officeart/2005/8/layout/pictureOrgChart+Icon"/>
    <dgm:cxn modelId="{D0504EBC-5A15-4672-B59A-5C8EE57C2A98}" type="presParOf" srcId="{225CA0D2-B83B-4A77-9EB4-9260E6D3F115}" destId="{917EA5DB-1573-4552-B84C-E3FD4F923560}" srcOrd="2" destOrd="0" presId="urn:microsoft.com/office/officeart/2005/8/layout/pictureOrgChart+Icon"/>
    <dgm:cxn modelId="{DE8732D5-90B2-4861-98FD-9419701722E6}" type="presParOf" srcId="{9CE43002-64A9-4423-9F48-5CA1DD091E60}" destId="{F3FDBACE-25EB-45BE-B2FD-48C318026ACE}" srcOrd="2" destOrd="0" presId="urn:microsoft.com/office/officeart/2005/8/layout/pictureOrgChart+Icon"/>
    <dgm:cxn modelId="{F479CCC0-94E5-4545-83B9-D6C2B74233A3}" type="presParOf" srcId="{85B07BBE-761E-4BE3-ADF1-2B348F358B48}" destId="{D8AD17E5-7CE0-407D-BE09-565DA12169D9}" srcOrd="2" destOrd="0" presId="urn:microsoft.com/office/officeart/2005/8/layout/pictureOrgChar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B8FCEA3-09EA-4CC6-8DAD-8CB4380E17D9}" type="doc">
      <dgm:prSet loTypeId="urn:microsoft.com/office/officeart/2005/8/layout/chevron1" loCatId="process" qsTypeId="urn:microsoft.com/office/officeart/2005/8/quickstyle/simple1" qsCatId="simple" csTypeId="urn:microsoft.com/office/officeart/2005/8/colors/accent1_2" csCatId="accent1" phldr="1"/>
      <dgm:spPr/>
    </dgm:pt>
    <dgm:pt modelId="{0E6F70DA-F45E-4E6A-9A37-205DB6460658}">
      <dgm:prSet phldrT="[Text]"/>
      <dgm:spPr/>
      <dgm:t>
        <a:bodyPr/>
        <a:lstStyle/>
        <a:p>
          <a:r>
            <a:rPr lang="nl-NL" dirty="0" smtClean="0"/>
            <a:t>Sales</a:t>
          </a:r>
          <a:endParaRPr lang="nl-NL" dirty="0"/>
        </a:p>
      </dgm:t>
    </dgm:pt>
    <dgm:pt modelId="{B58ED89B-5ECF-4866-970F-65F86AE038BC}" type="parTrans" cxnId="{E05F570B-3DF1-4032-A1C6-186D09229AA8}">
      <dgm:prSet/>
      <dgm:spPr/>
      <dgm:t>
        <a:bodyPr/>
        <a:lstStyle/>
        <a:p>
          <a:endParaRPr lang="nl-NL"/>
        </a:p>
      </dgm:t>
    </dgm:pt>
    <dgm:pt modelId="{DBC07625-66B5-469C-BD19-84209F6F0EAB}" type="sibTrans" cxnId="{E05F570B-3DF1-4032-A1C6-186D09229AA8}">
      <dgm:prSet/>
      <dgm:spPr/>
      <dgm:t>
        <a:bodyPr/>
        <a:lstStyle/>
        <a:p>
          <a:endParaRPr lang="nl-NL"/>
        </a:p>
      </dgm:t>
    </dgm:pt>
    <dgm:pt modelId="{452F9912-E44E-4529-94DD-26C8375297C2}">
      <dgm:prSet phldrT="[Text]"/>
      <dgm:spPr/>
      <dgm:t>
        <a:bodyPr/>
        <a:lstStyle/>
        <a:p>
          <a:r>
            <a:rPr lang="nl-NL" dirty="0" smtClean="0"/>
            <a:t>Account Mgt</a:t>
          </a:r>
          <a:endParaRPr lang="nl-NL" dirty="0"/>
        </a:p>
      </dgm:t>
    </dgm:pt>
    <dgm:pt modelId="{4491BDC3-958F-4E9C-9DC3-E0CAA2CD0691}" type="parTrans" cxnId="{8EEFBD9A-7807-47BA-A50E-04A372C2319B}">
      <dgm:prSet/>
      <dgm:spPr/>
      <dgm:t>
        <a:bodyPr/>
        <a:lstStyle/>
        <a:p>
          <a:endParaRPr lang="nl-NL"/>
        </a:p>
      </dgm:t>
    </dgm:pt>
    <dgm:pt modelId="{EC0B58B0-0A68-439D-A670-0C29D14C8885}" type="sibTrans" cxnId="{8EEFBD9A-7807-47BA-A50E-04A372C2319B}">
      <dgm:prSet/>
      <dgm:spPr/>
      <dgm:t>
        <a:bodyPr/>
        <a:lstStyle/>
        <a:p>
          <a:endParaRPr lang="nl-NL"/>
        </a:p>
      </dgm:t>
    </dgm:pt>
    <dgm:pt modelId="{86652A19-3855-42B7-B2ED-33D0BF3EDAF1}">
      <dgm:prSet phldrT="[Text]"/>
      <dgm:spPr/>
      <dgm:t>
        <a:bodyPr/>
        <a:lstStyle/>
        <a:p>
          <a:r>
            <a:rPr lang="nl-NL" dirty="0" smtClean="0"/>
            <a:t>Delivery</a:t>
          </a:r>
          <a:endParaRPr lang="nl-NL" dirty="0"/>
        </a:p>
      </dgm:t>
    </dgm:pt>
    <dgm:pt modelId="{7830C4C5-0E41-4FF0-94EA-12A707DE0CD1}" type="parTrans" cxnId="{64F888E9-EA93-457C-BC0F-BE55A866000C}">
      <dgm:prSet/>
      <dgm:spPr/>
      <dgm:t>
        <a:bodyPr/>
        <a:lstStyle/>
        <a:p>
          <a:endParaRPr lang="nl-NL"/>
        </a:p>
      </dgm:t>
    </dgm:pt>
    <dgm:pt modelId="{F21897FD-9B5D-4515-B83C-A4D3D4DC41AD}" type="sibTrans" cxnId="{64F888E9-EA93-457C-BC0F-BE55A866000C}">
      <dgm:prSet/>
      <dgm:spPr/>
      <dgm:t>
        <a:bodyPr/>
        <a:lstStyle/>
        <a:p>
          <a:endParaRPr lang="nl-NL"/>
        </a:p>
      </dgm:t>
    </dgm:pt>
    <dgm:pt modelId="{F057A8F9-0336-43D4-83CF-01C9B28F67C0}">
      <dgm:prSet phldrT="[Text]"/>
      <dgm:spPr/>
      <dgm:t>
        <a:bodyPr/>
        <a:lstStyle/>
        <a:p>
          <a:r>
            <a:rPr lang="nl-NL" dirty="0" smtClean="0"/>
            <a:t>Marketing</a:t>
          </a:r>
          <a:endParaRPr lang="nl-NL" dirty="0"/>
        </a:p>
      </dgm:t>
    </dgm:pt>
    <dgm:pt modelId="{F1DDC44D-D269-42FE-920E-DB17CCEA6ED7}" type="parTrans" cxnId="{A28D17AB-5A66-46BE-9AFB-900AF9FCA35F}">
      <dgm:prSet/>
      <dgm:spPr/>
      <dgm:t>
        <a:bodyPr/>
        <a:lstStyle/>
        <a:p>
          <a:endParaRPr lang="nl-NL"/>
        </a:p>
      </dgm:t>
    </dgm:pt>
    <dgm:pt modelId="{53C951BA-6147-4B7D-BF82-32AA5A1864E4}" type="sibTrans" cxnId="{A28D17AB-5A66-46BE-9AFB-900AF9FCA35F}">
      <dgm:prSet/>
      <dgm:spPr/>
      <dgm:t>
        <a:bodyPr/>
        <a:lstStyle/>
        <a:p>
          <a:endParaRPr lang="nl-NL"/>
        </a:p>
      </dgm:t>
    </dgm:pt>
    <dgm:pt modelId="{E2C180E7-1D64-4618-BFDC-7318345D6243}" type="pres">
      <dgm:prSet presAssocID="{AB8FCEA3-09EA-4CC6-8DAD-8CB4380E17D9}" presName="Name0" presStyleCnt="0">
        <dgm:presLayoutVars>
          <dgm:dir/>
          <dgm:animLvl val="lvl"/>
          <dgm:resizeHandles val="exact"/>
        </dgm:presLayoutVars>
      </dgm:prSet>
      <dgm:spPr/>
    </dgm:pt>
    <dgm:pt modelId="{626C456B-CD7C-4AE2-9CDA-B6098CF72E18}" type="pres">
      <dgm:prSet presAssocID="{F057A8F9-0336-43D4-83CF-01C9B28F67C0}" presName="parTxOnly" presStyleLbl="node1" presStyleIdx="0" presStyleCnt="4" custScaleY="101112">
        <dgm:presLayoutVars>
          <dgm:chMax val="0"/>
          <dgm:chPref val="0"/>
          <dgm:bulletEnabled val="1"/>
        </dgm:presLayoutVars>
      </dgm:prSet>
      <dgm:spPr/>
      <dgm:t>
        <a:bodyPr/>
        <a:lstStyle/>
        <a:p>
          <a:endParaRPr lang="nl-NL"/>
        </a:p>
      </dgm:t>
    </dgm:pt>
    <dgm:pt modelId="{6FE2EC86-46E4-4CD5-9BB9-30715B2EC07E}" type="pres">
      <dgm:prSet presAssocID="{53C951BA-6147-4B7D-BF82-32AA5A1864E4}" presName="parTxOnlySpace" presStyleCnt="0"/>
      <dgm:spPr/>
    </dgm:pt>
    <dgm:pt modelId="{81AF5296-6A4F-444D-88B8-85AEA7C4B870}" type="pres">
      <dgm:prSet presAssocID="{0E6F70DA-F45E-4E6A-9A37-205DB6460658}" presName="parTxOnly" presStyleLbl="node1" presStyleIdx="1" presStyleCnt="4" custScaleY="101112">
        <dgm:presLayoutVars>
          <dgm:chMax val="0"/>
          <dgm:chPref val="0"/>
          <dgm:bulletEnabled val="1"/>
        </dgm:presLayoutVars>
      </dgm:prSet>
      <dgm:spPr/>
      <dgm:t>
        <a:bodyPr/>
        <a:lstStyle/>
        <a:p>
          <a:endParaRPr lang="nl-NL"/>
        </a:p>
      </dgm:t>
    </dgm:pt>
    <dgm:pt modelId="{84B29C48-B25E-42EB-BE0E-46D28FEACD15}" type="pres">
      <dgm:prSet presAssocID="{DBC07625-66B5-469C-BD19-84209F6F0EAB}" presName="parTxOnlySpace" presStyleCnt="0"/>
      <dgm:spPr/>
    </dgm:pt>
    <dgm:pt modelId="{CE0A5C2D-E0F1-4B10-97C2-A93EB7B49E1B}" type="pres">
      <dgm:prSet presAssocID="{452F9912-E44E-4529-94DD-26C8375297C2}" presName="parTxOnly" presStyleLbl="node1" presStyleIdx="2" presStyleCnt="4">
        <dgm:presLayoutVars>
          <dgm:chMax val="0"/>
          <dgm:chPref val="0"/>
          <dgm:bulletEnabled val="1"/>
        </dgm:presLayoutVars>
      </dgm:prSet>
      <dgm:spPr/>
      <dgm:t>
        <a:bodyPr/>
        <a:lstStyle/>
        <a:p>
          <a:endParaRPr lang="nl-NL"/>
        </a:p>
      </dgm:t>
    </dgm:pt>
    <dgm:pt modelId="{561A84D8-8E71-40E4-B228-789598265506}" type="pres">
      <dgm:prSet presAssocID="{EC0B58B0-0A68-439D-A670-0C29D14C8885}" presName="parTxOnlySpace" presStyleCnt="0"/>
      <dgm:spPr/>
    </dgm:pt>
    <dgm:pt modelId="{7168379B-1E21-44E5-B5CA-98F4C7C64922}" type="pres">
      <dgm:prSet presAssocID="{86652A19-3855-42B7-B2ED-33D0BF3EDAF1}" presName="parTxOnly" presStyleLbl="node1" presStyleIdx="3" presStyleCnt="4" custScaleY="100551">
        <dgm:presLayoutVars>
          <dgm:chMax val="0"/>
          <dgm:chPref val="0"/>
          <dgm:bulletEnabled val="1"/>
        </dgm:presLayoutVars>
      </dgm:prSet>
      <dgm:spPr/>
      <dgm:t>
        <a:bodyPr/>
        <a:lstStyle/>
        <a:p>
          <a:endParaRPr lang="nl-NL"/>
        </a:p>
      </dgm:t>
    </dgm:pt>
  </dgm:ptLst>
  <dgm:cxnLst>
    <dgm:cxn modelId="{D8AC1083-AC91-4089-84C2-F52B357ED222}" type="presOf" srcId="{0E6F70DA-F45E-4E6A-9A37-205DB6460658}" destId="{81AF5296-6A4F-444D-88B8-85AEA7C4B870}" srcOrd="0" destOrd="0" presId="urn:microsoft.com/office/officeart/2005/8/layout/chevron1"/>
    <dgm:cxn modelId="{A28D17AB-5A66-46BE-9AFB-900AF9FCA35F}" srcId="{AB8FCEA3-09EA-4CC6-8DAD-8CB4380E17D9}" destId="{F057A8F9-0336-43D4-83CF-01C9B28F67C0}" srcOrd="0" destOrd="0" parTransId="{F1DDC44D-D269-42FE-920E-DB17CCEA6ED7}" sibTransId="{53C951BA-6147-4B7D-BF82-32AA5A1864E4}"/>
    <dgm:cxn modelId="{2D604495-5763-443A-BE3F-C769580C7354}" type="presOf" srcId="{F057A8F9-0336-43D4-83CF-01C9B28F67C0}" destId="{626C456B-CD7C-4AE2-9CDA-B6098CF72E18}" srcOrd="0" destOrd="0" presId="urn:microsoft.com/office/officeart/2005/8/layout/chevron1"/>
    <dgm:cxn modelId="{64F888E9-EA93-457C-BC0F-BE55A866000C}" srcId="{AB8FCEA3-09EA-4CC6-8DAD-8CB4380E17D9}" destId="{86652A19-3855-42B7-B2ED-33D0BF3EDAF1}" srcOrd="3" destOrd="0" parTransId="{7830C4C5-0E41-4FF0-94EA-12A707DE0CD1}" sibTransId="{F21897FD-9B5D-4515-B83C-A4D3D4DC41AD}"/>
    <dgm:cxn modelId="{00284EB7-65C7-48C2-A001-A9B480799961}" type="presOf" srcId="{452F9912-E44E-4529-94DD-26C8375297C2}" destId="{CE0A5C2D-E0F1-4B10-97C2-A93EB7B49E1B}" srcOrd="0" destOrd="0" presId="urn:microsoft.com/office/officeart/2005/8/layout/chevron1"/>
    <dgm:cxn modelId="{761D9720-0F99-4E2A-8D11-FB8C4787E264}" type="presOf" srcId="{86652A19-3855-42B7-B2ED-33D0BF3EDAF1}" destId="{7168379B-1E21-44E5-B5CA-98F4C7C64922}" srcOrd="0" destOrd="0" presId="urn:microsoft.com/office/officeart/2005/8/layout/chevron1"/>
    <dgm:cxn modelId="{4CB9E456-7596-46D0-9031-E1DDA75BA4D7}" type="presOf" srcId="{AB8FCEA3-09EA-4CC6-8DAD-8CB4380E17D9}" destId="{E2C180E7-1D64-4618-BFDC-7318345D6243}" srcOrd="0" destOrd="0" presId="urn:microsoft.com/office/officeart/2005/8/layout/chevron1"/>
    <dgm:cxn modelId="{8EEFBD9A-7807-47BA-A50E-04A372C2319B}" srcId="{AB8FCEA3-09EA-4CC6-8DAD-8CB4380E17D9}" destId="{452F9912-E44E-4529-94DD-26C8375297C2}" srcOrd="2" destOrd="0" parTransId="{4491BDC3-958F-4E9C-9DC3-E0CAA2CD0691}" sibTransId="{EC0B58B0-0A68-439D-A670-0C29D14C8885}"/>
    <dgm:cxn modelId="{E05F570B-3DF1-4032-A1C6-186D09229AA8}" srcId="{AB8FCEA3-09EA-4CC6-8DAD-8CB4380E17D9}" destId="{0E6F70DA-F45E-4E6A-9A37-205DB6460658}" srcOrd="1" destOrd="0" parTransId="{B58ED89B-5ECF-4866-970F-65F86AE038BC}" sibTransId="{DBC07625-66B5-469C-BD19-84209F6F0EAB}"/>
    <dgm:cxn modelId="{CBCAF62A-8E01-4C94-ABC2-429A2FAEC61B}" type="presParOf" srcId="{E2C180E7-1D64-4618-BFDC-7318345D6243}" destId="{626C456B-CD7C-4AE2-9CDA-B6098CF72E18}" srcOrd="0" destOrd="0" presId="urn:microsoft.com/office/officeart/2005/8/layout/chevron1"/>
    <dgm:cxn modelId="{047464C1-B013-476D-85D2-3146D08C97B3}" type="presParOf" srcId="{E2C180E7-1D64-4618-BFDC-7318345D6243}" destId="{6FE2EC86-46E4-4CD5-9BB9-30715B2EC07E}" srcOrd="1" destOrd="0" presId="urn:microsoft.com/office/officeart/2005/8/layout/chevron1"/>
    <dgm:cxn modelId="{76486FB4-6D3E-4DB3-97D5-07358DDF9237}" type="presParOf" srcId="{E2C180E7-1D64-4618-BFDC-7318345D6243}" destId="{81AF5296-6A4F-444D-88B8-85AEA7C4B870}" srcOrd="2" destOrd="0" presId="urn:microsoft.com/office/officeart/2005/8/layout/chevron1"/>
    <dgm:cxn modelId="{24839325-5EF7-4237-B00C-787781746080}" type="presParOf" srcId="{E2C180E7-1D64-4618-BFDC-7318345D6243}" destId="{84B29C48-B25E-42EB-BE0E-46D28FEACD15}" srcOrd="3" destOrd="0" presId="urn:microsoft.com/office/officeart/2005/8/layout/chevron1"/>
    <dgm:cxn modelId="{9238BDFE-A69C-4A4D-A709-BA5EABF85F3F}" type="presParOf" srcId="{E2C180E7-1D64-4618-BFDC-7318345D6243}" destId="{CE0A5C2D-E0F1-4B10-97C2-A93EB7B49E1B}" srcOrd="4" destOrd="0" presId="urn:microsoft.com/office/officeart/2005/8/layout/chevron1"/>
    <dgm:cxn modelId="{3C817EEC-5D65-45F9-8D8D-9A70C9E56E1D}" type="presParOf" srcId="{E2C180E7-1D64-4618-BFDC-7318345D6243}" destId="{561A84D8-8E71-40E4-B228-789598265506}" srcOrd="5" destOrd="0" presId="urn:microsoft.com/office/officeart/2005/8/layout/chevron1"/>
    <dgm:cxn modelId="{1EB3F799-1371-43A3-AE8D-D91BC5D34CCE}" type="presParOf" srcId="{E2C180E7-1D64-4618-BFDC-7318345D6243}" destId="{7168379B-1E21-44E5-B5CA-98F4C7C64922}"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9C6B7A-4196-4F3C-A924-FAF2B67D0041}">
      <dsp:nvSpPr>
        <dsp:cNvPr id="0" name=""/>
        <dsp:cNvSpPr/>
      </dsp:nvSpPr>
      <dsp:spPr>
        <a:xfrm>
          <a:off x="2174" y="0"/>
          <a:ext cx="1929196" cy="2977116"/>
        </a:xfrm>
        <a:prstGeom prst="roundRect">
          <a:avLst>
            <a:gd name="adj" fmla="val 10000"/>
          </a:avLst>
        </a:prstGeom>
        <a:solidFill>
          <a:schemeClr val="bg1"/>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t" anchorCtr="1">
          <a:noAutofit/>
        </a:bodyPr>
        <a:lstStyle/>
        <a:p>
          <a:pPr lvl="0" algn="l" defTabSz="622300" rtl="0">
            <a:lnSpc>
              <a:spcPct val="90000"/>
            </a:lnSpc>
            <a:spcBef>
              <a:spcPct val="0"/>
            </a:spcBef>
            <a:spcAft>
              <a:spcPct val="35000"/>
            </a:spcAft>
          </a:pPr>
          <a:r>
            <a:rPr lang="en-GB" sz="1400" i="1" kern="1200" dirty="0" smtClean="0">
              <a:latin typeface="Calibri" pitchFamily="34" charset="0"/>
              <a:cs typeface="Calibri" pitchFamily="34" charset="0"/>
            </a:rPr>
            <a:t>Evaluetor</a:t>
          </a:r>
          <a:r>
            <a:rPr lang="en-GB" sz="1400" i="1" kern="1200" dirty="0" smtClean="0">
              <a:latin typeface="Calibri"/>
              <a:cs typeface="Calibri"/>
            </a:rPr>
            <a:t>©</a:t>
          </a:r>
          <a:r>
            <a:rPr lang="en-GB" sz="1400" kern="1200" dirty="0" smtClean="0"/>
            <a:t>  </a:t>
          </a:r>
          <a:endParaRPr lang="nl-NL" sz="1400" kern="1200" dirty="0"/>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Cloud solution, </a:t>
          </a:r>
          <a:endParaRPr lang="nl-NL" sz="1200" kern="1200" dirty="0">
            <a:latin typeface="Calibri" pitchFamily="34" charset="0"/>
            <a:cs typeface="Calibri" pitchFamily="34" charset="0"/>
          </a:endParaRPr>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Secure processes in a workbench enabling integrated management</a:t>
          </a:r>
          <a:endParaRPr lang="nl-NL" sz="1200" kern="1200" dirty="0">
            <a:latin typeface="Calibri" pitchFamily="34" charset="0"/>
            <a:cs typeface="Calibri" pitchFamily="34" charset="0"/>
          </a:endParaRPr>
        </a:p>
      </dsp:txBody>
      <dsp:txXfrm>
        <a:off x="2174" y="1190846"/>
        <a:ext cx="1929196" cy="1190846"/>
      </dsp:txXfrm>
    </dsp:sp>
    <dsp:sp modelId="{DB6E4A5C-6849-43F1-8B62-68DD80E6AF35}">
      <dsp:nvSpPr>
        <dsp:cNvPr id="0" name=""/>
        <dsp:cNvSpPr/>
      </dsp:nvSpPr>
      <dsp:spPr>
        <a:xfrm>
          <a:off x="422088" y="197116"/>
          <a:ext cx="991379" cy="991379"/>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8000" r="-8000"/>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339A440C-7902-4F70-8908-69AA8733F41E}">
      <dsp:nvSpPr>
        <dsp:cNvPr id="0" name=""/>
        <dsp:cNvSpPr/>
      </dsp:nvSpPr>
      <dsp:spPr>
        <a:xfrm>
          <a:off x="1937050" y="0"/>
          <a:ext cx="1711053" cy="2977116"/>
        </a:xfrm>
        <a:prstGeom prst="roundRect">
          <a:avLst>
            <a:gd name="adj" fmla="val 10000"/>
          </a:avLst>
        </a:prstGeom>
        <a:solidFill>
          <a:schemeClr val="bg1"/>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t" anchorCtr="1">
          <a:noAutofit/>
        </a:bodyPr>
        <a:lstStyle/>
        <a:p>
          <a:pPr lvl="0" algn="l" defTabSz="622300" rtl="0">
            <a:lnSpc>
              <a:spcPct val="90000"/>
            </a:lnSpc>
            <a:spcBef>
              <a:spcPct val="0"/>
            </a:spcBef>
            <a:spcAft>
              <a:spcPct val="35000"/>
            </a:spcAft>
          </a:pPr>
          <a:r>
            <a:rPr lang="en-GB" sz="1400" kern="1200" dirty="0" smtClean="0">
              <a:latin typeface="Calibri" pitchFamily="34" charset="0"/>
              <a:cs typeface="Calibri" pitchFamily="34" charset="0"/>
            </a:rPr>
            <a:t>Process templates</a:t>
          </a:r>
          <a:endParaRPr lang="nl-NL" sz="1400" kern="1200" dirty="0">
            <a:latin typeface="Calibri" pitchFamily="34" charset="0"/>
            <a:cs typeface="Calibri" pitchFamily="34" charset="0"/>
          </a:endParaRPr>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We can Lead or facilitate, your choice</a:t>
          </a:r>
          <a:endParaRPr lang="nl-NL" sz="1200" kern="1200" dirty="0">
            <a:latin typeface="Calibri" pitchFamily="34" charset="0"/>
            <a:cs typeface="Calibri" pitchFamily="34" charset="0"/>
          </a:endParaRPr>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Using experience driven proven processes</a:t>
          </a:r>
          <a:endParaRPr lang="nl-NL" sz="1200" kern="1200" dirty="0">
            <a:latin typeface="Calibri" pitchFamily="34" charset="0"/>
            <a:cs typeface="Calibri" pitchFamily="34" charset="0"/>
          </a:endParaRPr>
        </a:p>
      </dsp:txBody>
      <dsp:txXfrm>
        <a:off x="1937050" y="1190846"/>
        <a:ext cx="1711053" cy="1190846"/>
      </dsp:txXfrm>
    </dsp:sp>
    <dsp:sp modelId="{64BF7552-B49D-4D37-9EF9-1B3A015F67FC}">
      <dsp:nvSpPr>
        <dsp:cNvPr id="0" name=""/>
        <dsp:cNvSpPr/>
      </dsp:nvSpPr>
      <dsp:spPr>
        <a:xfrm>
          <a:off x="2342538" y="178626"/>
          <a:ext cx="991379" cy="991379"/>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000" b="-1000"/>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8BB923C1-78F4-4C58-9627-71F58786FCF6}">
      <dsp:nvSpPr>
        <dsp:cNvPr id="0" name=""/>
        <dsp:cNvSpPr/>
      </dsp:nvSpPr>
      <dsp:spPr>
        <a:xfrm>
          <a:off x="3745087" y="0"/>
          <a:ext cx="1711053" cy="2977116"/>
        </a:xfrm>
        <a:prstGeom prst="roundRect">
          <a:avLst>
            <a:gd name="adj" fmla="val 10000"/>
          </a:avLst>
        </a:prstGeom>
        <a:solidFill>
          <a:schemeClr val="bg1"/>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t" anchorCtr="1">
          <a:noAutofit/>
        </a:bodyPr>
        <a:lstStyle/>
        <a:p>
          <a:pPr lvl="0" algn="l" defTabSz="622300" rtl="0">
            <a:lnSpc>
              <a:spcPct val="90000"/>
            </a:lnSpc>
            <a:spcBef>
              <a:spcPct val="0"/>
            </a:spcBef>
            <a:spcAft>
              <a:spcPct val="35000"/>
            </a:spcAft>
          </a:pPr>
          <a:r>
            <a:rPr lang="en-GB" sz="1400" kern="1200" dirty="0" smtClean="0">
              <a:latin typeface="Calibri" pitchFamily="34" charset="0"/>
              <a:cs typeface="Calibri" pitchFamily="34" charset="0"/>
            </a:rPr>
            <a:t>Advisory group </a:t>
          </a:r>
          <a:endParaRPr lang="nl-NL" sz="1400" kern="1200" dirty="0">
            <a:latin typeface="Calibri" pitchFamily="34" charset="0"/>
            <a:cs typeface="Calibri" pitchFamily="34" charset="0"/>
          </a:endParaRPr>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Strength in Knowledge</a:t>
          </a:r>
          <a:endParaRPr lang="nl-NL" sz="1200" kern="1200" dirty="0">
            <a:latin typeface="Calibri" pitchFamily="34" charset="0"/>
            <a:cs typeface="Calibri" pitchFamily="34" charset="0"/>
          </a:endParaRPr>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Experienced advisors that help your organisation with the process framework</a:t>
          </a:r>
          <a:endParaRPr lang="nl-NL" sz="1200" kern="1200" dirty="0">
            <a:latin typeface="Calibri" pitchFamily="34" charset="0"/>
            <a:cs typeface="Calibri" pitchFamily="34" charset="0"/>
          </a:endParaRPr>
        </a:p>
      </dsp:txBody>
      <dsp:txXfrm>
        <a:off x="3745087" y="1190846"/>
        <a:ext cx="1711053" cy="1190846"/>
      </dsp:txXfrm>
    </dsp:sp>
    <dsp:sp modelId="{A8C4741D-4AB0-42D6-8C4B-38CB5BA2DD9D}">
      <dsp:nvSpPr>
        <dsp:cNvPr id="0" name=""/>
        <dsp:cNvSpPr/>
      </dsp:nvSpPr>
      <dsp:spPr>
        <a:xfrm>
          <a:off x="4104924" y="178626"/>
          <a:ext cx="991379" cy="991379"/>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CD3C5EFD-96AB-44A1-A226-DD6E22ACDCDB}">
      <dsp:nvSpPr>
        <dsp:cNvPr id="0" name=""/>
        <dsp:cNvSpPr/>
      </dsp:nvSpPr>
      <dsp:spPr>
        <a:xfrm>
          <a:off x="246956" y="2429421"/>
          <a:ext cx="5021649" cy="446567"/>
        </a:xfrm>
        <a:prstGeom prst="leftRightArrow">
          <a:avLst/>
        </a:prstGeom>
        <a:gradFill rotWithShape="0">
          <a:gsLst>
            <a:gs pos="0">
              <a:schemeClr val="accent6">
                <a:tint val="40000"/>
                <a:hueOff val="0"/>
                <a:satOff val="0"/>
                <a:lumOff val="0"/>
                <a:alphaOff val="0"/>
                <a:tint val="50000"/>
                <a:satMod val="300000"/>
              </a:schemeClr>
            </a:gs>
            <a:gs pos="35000">
              <a:schemeClr val="accent6">
                <a:tint val="40000"/>
                <a:hueOff val="0"/>
                <a:satOff val="0"/>
                <a:lumOff val="0"/>
                <a:alphaOff val="0"/>
                <a:tint val="37000"/>
                <a:satMod val="300000"/>
              </a:schemeClr>
            </a:gs>
            <a:gs pos="100000">
              <a:schemeClr val="accent6">
                <a:tint val="40000"/>
                <a:hueOff val="0"/>
                <a:satOff val="0"/>
                <a:lumOff val="0"/>
                <a:alphaOff val="0"/>
                <a:tint val="15000"/>
                <a:satMod val="350000"/>
              </a:schemeClr>
            </a:gs>
          </a:gsLst>
          <a:lin ang="16200000" scaled="1"/>
        </a:grad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6C456B-CD7C-4AE2-9CDA-B6098CF72E18}">
      <dsp:nvSpPr>
        <dsp:cNvPr id="0" name=""/>
        <dsp:cNvSpPr/>
      </dsp:nvSpPr>
      <dsp:spPr>
        <a:xfrm>
          <a:off x="3039" y="190402"/>
          <a:ext cx="1769413" cy="71563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nl-NL" sz="1400" kern="1200" dirty="0" smtClean="0"/>
            <a:t>Marketing</a:t>
          </a:r>
          <a:endParaRPr lang="nl-NL" sz="1400" kern="1200" dirty="0"/>
        </a:p>
      </dsp:txBody>
      <dsp:txXfrm>
        <a:off x="360857" y="190402"/>
        <a:ext cx="1053778" cy="715635"/>
      </dsp:txXfrm>
    </dsp:sp>
    <dsp:sp modelId="{81AF5296-6A4F-444D-88B8-85AEA7C4B870}">
      <dsp:nvSpPr>
        <dsp:cNvPr id="0" name=""/>
        <dsp:cNvSpPr/>
      </dsp:nvSpPr>
      <dsp:spPr>
        <a:xfrm>
          <a:off x="1595512" y="190402"/>
          <a:ext cx="1769413" cy="71563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nl-NL" sz="1400" kern="1200" dirty="0" smtClean="0"/>
            <a:t>Sales</a:t>
          </a:r>
          <a:endParaRPr lang="nl-NL" sz="1400" kern="1200" dirty="0"/>
        </a:p>
      </dsp:txBody>
      <dsp:txXfrm>
        <a:off x="1953330" y="190402"/>
        <a:ext cx="1053778" cy="715635"/>
      </dsp:txXfrm>
    </dsp:sp>
    <dsp:sp modelId="{CE0A5C2D-E0F1-4B10-97C2-A93EB7B49E1B}">
      <dsp:nvSpPr>
        <dsp:cNvPr id="0" name=""/>
        <dsp:cNvSpPr/>
      </dsp:nvSpPr>
      <dsp:spPr>
        <a:xfrm>
          <a:off x="3187984" y="194337"/>
          <a:ext cx="1769413" cy="70776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nl-NL" sz="1400" kern="1200" dirty="0" smtClean="0"/>
            <a:t>Account Mgt</a:t>
          </a:r>
          <a:endParaRPr lang="nl-NL" sz="1400" kern="1200" dirty="0"/>
        </a:p>
      </dsp:txBody>
      <dsp:txXfrm>
        <a:off x="3541867" y="194337"/>
        <a:ext cx="1061648" cy="707765"/>
      </dsp:txXfrm>
    </dsp:sp>
    <dsp:sp modelId="{7168379B-1E21-44E5-B5CA-98F4C7C64922}">
      <dsp:nvSpPr>
        <dsp:cNvPr id="0" name=""/>
        <dsp:cNvSpPr/>
      </dsp:nvSpPr>
      <dsp:spPr>
        <a:xfrm>
          <a:off x="4780457" y="192387"/>
          <a:ext cx="1769413" cy="71166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nl-NL" sz="1400" kern="1200" dirty="0" smtClean="0"/>
            <a:t>Delivery</a:t>
          </a:r>
          <a:endParaRPr lang="nl-NL" sz="1400" kern="1200" dirty="0"/>
        </a:p>
      </dsp:txBody>
      <dsp:txXfrm>
        <a:off x="5136290" y="192387"/>
        <a:ext cx="1057748" cy="7116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6C456B-CD7C-4AE2-9CDA-B6098CF72E18}">
      <dsp:nvSpPr>
        <dsp:cNvPr id="0" name=""/>
        <dsp:cNvSpPr/>
      </dsp:nvSpPr>
      <dsp:spPr>
        <a:xfrm>
          <a:off x="1320" y="140048"/>
          <a:ext cx="768873" cy="310969"/>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003" tIns="8001" rIns="8001" bIns="8001" numCol="1" spcCol="1270" anchor="ctr" anchorCtr="0">
          <a:noAutofit/>
        </a:bodyPr>
        <a:lstStyle/>
        <a:p>
          <a:pPr lvl="0" algn="ctr" defTabSz="266700">
            <a:lnSpc>
              <a:spcPct val="90000"/>
            </a:lnSpc>
            <a:spcBef>
              <a:spcPct val="0"/>
            </a:spcBef>
            <a:spcAft>
              <a:spcPct val="35000"/>
            </a:spcAft>
          </a:pPr>
          <a:r>
            <a:rPr lang="nl-NL" sz="600" kern="1200" dirty="0" smtClean="0"/>
            <a:t>Marketing</a:t>
          </a:r>
          <a:endParaRPr lang="nl-NL" sz="600" kern="1200" dirty="0"/>
        </a:p>
      </dsp:txBody>
      <dsp:txXfrm>
        <a:off x="156805" y="140048"/>
        <a:ext cx="457904" cy="310969"/>
      </dsp:txXfrm>
    </dsp:sp>
    <dsp:sp modelId="{81AF5296-6A4F-444D-88B8-85AEA7C4B870}">
      <dsp:nvSpPr>
        <dsp:cNvPr id="0" name=""/>
        <dsp:cNvSpPr/>
      </dsp:nvSpPr>
      <dsp:spPr>
        <a:xfrm>
          <a:off x="693307" y="140048"/>
          <a:ext cx="768873" cy="310969"/>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003" tIns="8001" rIns="8001" bIns="8001" numCol="1" spcCol="1270" anchor="ctr" anchorCtr="0">
          <a:noAutofit/>
        </a:bodyPr>
        <a:lstStyle/>
        <a:p>
          <a:pPr lvl="0" algn="ctr" defTabSz="266700">
            <a:lnSpc>
              <a:spcPct val="90000"/>
            </a:lnSpc>
            <a:spcBef>
              <a:spcPct val="0"/>
            </a:spcBef>
            <a:spcAft>
              <a:spcPct val="35000"/>
            </a:spcAft>
          </a:pPr>
          <a:r>
            <a:rPr lang="nl-NL" sz="600" kern="1200" dirty="0" smtClean="0"/>
            <a:t>Sales</a:t>
          </a:r>
          <a:endParaRPr lang="nl-NL" sz="600" kern="1200" dirty="0"/>
        </a:p>
      </dsp:txBody>
      <dsp:txXfrm>
        <a:off x="848792" y="140048"/>
        <a:ext cx="457904" cy="310969"/>
      </dsp:txXfrm>
    </dsp:sp>
    <dsp:sp modelId="{CE0A5C2D-E0F1-4B10-97C2-A93EB7B49E1B}">
      <dsp:nvSpPr>
        <dsp:cNvPr id="0" name=""/>
        <dsp:cNvSpPr/>
      </dsp:nvSpPr>
      <dsp:spPr>
        <a:xfrm>
          <a:off x="1385293" y="141758"/>
          <a:ext cx="768873" cy="307549"/>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003" tIns="8001" rIns="8001" bIns="8001" numCol="1" spcCol="1270" anchor="ctr" anchorCtr="0">
          <a:noAutofit/>
        </a:bodyPr>
        <a:lstStyle/>
        <a:p>
          <a:pPr lvl="0" algn="ctr" defTabSz="266700">
            <a:lnSpc>
              <a:spcPct val="90000"/>
            </a:lnSpc>
            <a:spcBef>
              <a:spcPct val="0"/>
            </a:spcBef>
            <a:spcAft>
              <a:spcPct val="35000"/>
            </a:spcAft>
          </a:pPr>
          <a:r>
            <a:rPr lang="nl-NL" sz="600" kern="1200" dirty="0" smtClean="0"/>
            <a:t>Account Mgt</a:t>
          </a:r>
          <a:endParaRPr lang="nl-NL" sz="600" kern="1200" dirty="0"/>
        </a:p>
      </dsp:txBody>
      <dsp:txXfrm>
        <a:off x="1539068" y="141758"/>
        <a:ext cx="461324" cy="307549"/>
      </dsp:txXfrm>
    </dsp:sp>
    <dsp:sp modelId="{7168379B-1E21-44E5-B5CA-98F4C7C64922}">
      <dsp:nvSpPr>
        <dsp:cNvPr id="0" name=""/>
        <dsp:cNvSpPr/>
      </dsp:nvSpPr>
      <dsp:spPr>
        <a:xfrm>
          <a:off x="2077279" y="140911"/>
          <a:ext cx="768873" cy="30924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003" tIns="8001" rIns="8001" bIns="8001" numCol="1" spcCol="1270" anchor="ctr" anchorCtr="0">
          <a:noAutofit/>
        </a:bodyPr>
        <a:lstStyle/>
        <a:p>
          <a:pPr lvl="0" algn="ctr" defTabSz="266700">
            <a:lnSpc>
              <a:spcPct val="90000"/>
            </a:lnSpc>
            <a:spcBef>
              <a:spcPct val="0"/>
            </a:spcBef>
            <a:spcAft>
              <a:spcPct val="35000"/>
            </a:spcAft>
          </a:pPr>
          <a:r>
            <a:rPr lang="nl-NL" sz="600" kern="1200" dirty="0" smtClean="0"/>
            <a:t>Delivery</a:t>
          </a:r>
          <a:endParaRPr lang="nl-NL" sz="600" kern="1200" dirty="0"/>
        </a:p>
      </dsp:txBody>
      <dsp:txXfrm>
        <a:off x="2231901" y="140911"/>
        <a:ext cx="459629" cy="3092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6C456B-CD7C-4AE2-9CDA-B6098CF72E18}">
      <dsp:nvSpPr>
        <dsp:cNvPr id="0" name=""/>
        <dsp:cNvSpPr/>
      </dsp:nvSpPr>
      <dsp:spPr>
        <a:xfrm>
          <a:off x="1330" y="138928"/>
          <a:ext cx="774411" cy="313209"/>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003" tIns="8001" rIns="8001" bIns="8001" numCol="1" spcCol="1270" anchor="ctr" anchorCtr="0">
          <a:noAutofit/>
        </a:bodyPr>
        <a:lstStyle/>
        <a:p>
          <a:pPr lvl="0" algn="ctr" defTabSz="266700">
            <a:lnSpc>
              <a:spcPct val="90000"/>
            </a:lnSpc>
            <a:spcBef>
              <a:spcPct val="0"/>
            </a:spcBef>
            <a:spcAft>
              <a:spcPct val="35000"/>
            </a:spcAft>
          </a:pPr>
          <a:r>
            <a:rPr lang="nl-NL" sz="600" kern="1200" dirty="0" smtClean="0"/>
            <a:t>Marketing</a:t>
          </a:r>
          <a:endParaRPr lang="nl-NL" sz="600" kern="1200" dirty="0"/>
        </a:p>
      </dsp:txBody>
      <dsp:txXfrm>
        <a:off x="157935" y="138928"/>
        <a:ext cx="461202" cy="313209"/>
      </dsp:txXfrm>
    </dsp:sp>
    <dsp:sp modelId="{81AF5296-6A4F-444D-88B8-85AEA7C4B870}">
      <dsp:nvSpPr>
        <dsp:cNvPr id="0" name=""/>
        <dsp:cNvSpPr/>
      </dsp:nvSpPr>
      <dsp:spPr>
        <a:xfrm>
          <a:off x="698300" y="138928"/>
          <a:ext cx="774411" cy="313209"/>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003" tIns="8001" rIns="8001" bIns="8001" numCol="1" spcCol="1270" anchor="ctr" anchorCtr="0">
          <a:noAutofit/>
        </a:bodyPr>
        <a:lstStyle/>
        <a:p>
          <a:pPr lvl="0" algn="ctr" defTabSz="266700">
            <a:lnSpc>
              <a:spcPct val="90000"/>
            </a:lnSpc>
            <a:spcBef>
              <a:spcPct val="0"/>
            </a:spcBef>
            <a:spcAft>
              <a:spcPct val="35000"/>
            </a:spcAft>
          </a:pPr>
          <a:r>
            <a:rPr lang="nl-NL" sz="600" kern="1200" dirty="0" smtClean="0"/>
            <a:t>Sales</a:t>
          </a:r>
          <a:endParaRPr lang="nl-NL" sz="600" kern="1200" dirty="0"/>
        </a:p>
      </dsp:txBody>
      <dsp:txXfrm>
        <a:off x="854905" y="138928"/>
        <a:ext cx="461202" cy="313209"/>
      </dsp:txXfrm>
    </dsp:sp>
    <dsp:sp modelId="{CE0A5C2D-E0F1-4B10-97C2-A93EB7B49E1B}">
      <dsp:nvSpPr>
        <dsp:cNvPr id="0" name=""/>
        <dsp:cNvSpPr/>
      </dsp:nvSpPr>
      <dsp:spPr>
        <a:xfrm>
          <a:off x="1395271" y="140651"/>
          <a:ext cx="774411" cy="30976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003" tIns="8001" rIns="8001" bIns="8001" numCol="1" spcCol="1270" anchor="ctr" anchorCtr="0">
          <a:noAutofit/>
        </a:bodyPr>
        <a:lstStyle/>
        <a:p>
          <a:pPr lvl="0" algn="ctr" defTabSz="266700">
            <a:lnSpc>
              <a:spcPct val="90000"/>
            </a:lnSpc>
            <a:spcBef>
              <a:spcPct val="0"/>
            </a:spcBef>
            <a:spcAft>
              <a:spcPct val="35000"/>
            </a:spcAft>
          </a:pPr>
          <a:r>
            <a:rPr lang="nl-NL" sz="600" kern="1200" dirty="0" smtClean="0"/>
            <a:t>Account Mgt</a:t>
          </a:r>
          <a:endParaRPr lang="nl-NL" sz="600" kern="1200" dirty="0"/>
        </a:p>
      </dsp:txBody>
      <dsp:txXfrm>
        <a:off x="1550153" y="140651"/>
        <a:ext cx="464647" cy="309764"/>
      </dsp:txXfrm>
    </dsp:sp>
    <dsp:sp modelId="{7168379B-1E21-44E5-B5CA-98F4C7C64922}">
      <dsp:nvSpPr>
        <dsp:cNvPr id="0" name=""/>
        <dsp:cNvSpPr/>
      </dsp:nvSpPr>
      <dsp:spPr>
        <a:xfrm>
          <a:off x="2092241" y="139797"/>
          <a:ext cx="774411" cy="311471"/>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003" tIns="8001" rIns="8001" bIns="8001" numCol="1" spcCol="1270" anchor="ctr" anchorCtr="0">
          <a:noAutofit/>
        </a:bodyPr>
        <a:lstStyle/>
        <a:p>
          <a:pPr lvl="0" algn="ctr" defTabSz="266700">
            <a:lnSpc>
              <a:spcPct val="90000"/>
            </a:lnSpc>
            <a:spcBef>
              <a:spcPct val="0"/>
            </a:spcBef>
            <a:spcAft>
              <a:spcPct val="35000"/>
            </a:spcAft>
          </a:pPr>
          <a:r>
            <a:rPr lang="nl-NL" sz="600" kern="1200" dirty="0" smtClean="0"/>
            <a:t>Delivery</a:t>
          </a:r>
          <a:endParaRPr lang="nl-NL" sz="600" kern="1200" dirty="0"/>
        </a:p>
      </dsp:txBody>
      <dsp:txXfrm>
        <a:off x="2247977" y="139797"/>
        <a:ext cx="462940" cy="31147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CE20F-3A59-4013-96B7-649C4B849856}">
      <dsp:nvSpPr>
        <dsp:cNvPr id="0" name=""/>
        <dsp:cNvSpPr/>
      </dsp:nvSpPr>
      <dsp:spPr>
        <a:xfrm>
          <a:off x="7100917" y="2111213"/>
          <a:ext cx="215599" cy="2702180"/>
        </a:xfrm>
        <a:custGeom>
          <a:avLst/>
          <a:gdLst/>
          <a:ahLst/>
          <a:cxnLst/>
          <a:rect l="0" t="0" r="0" b="0"/>
          <a:pathLst>
            <a:path>
              <a:moveTo>
                <a:pt x="0" y="0"/>
              </a:moveTo>
              <a:lnTo>
                <a:pt x="0" y="2702180"/>
              </a:lnTo>
              <a:lnTo>
                <a:pt x="215599" y="27021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5CDB0F-F1CB-433E-B9C4-65624DF29105}">
      <dsp:nvSpPr>
        <dsp:cNvPr id="0" name=""/>
        <dsp:cNvSpPr/>
      </dsp:nvSpPr>
      <dsp:spPr>
        <a:xfrm>
          <a:off x="7100917" y="2111213"/>
          <a:ext cx="215599" cy="1681676"/>
        </a:xfrm>
        <a:custGeom>
          <a:avLst/>
          <a:gdLst/>
          <a:ahLst/>
          <a:cxnLst/>
          <a:rect l="0" t="0" r="0" b="0"/>
          <a:pathLst>
            <a:path>
              <a:moveTo>
                <a:pt x="0" y="0"/>
              </a:moveTo>
              <a:lnTo>
                <a:pt x="0" y="1681676"/>
              </a:lnTo>
              <a:lnTo>
                <a:pt x="215599" y="168167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ECE1B2-A2B2-4030-858F-603DCB3641A2}">
      <dsp:nvSpPr>
        <dsp:cNvPr id="0" name=""/>
        <dsp:cNvSpPr/>
      </dsp:nvSpPr>
      <dsp:spPr>
        <a:xfrm>
          <a:off x="7100917" y="2111213"/>
          <a:ext cx="215599" cy="661171"/>
        </a:xfrm>
        <a:custGeom>
          <a:avLst/>
          <a:gdLst/>
          <a:ahLst/>
          <a:cxnLst/>
          <a:rect l="0" t="0" r="0" b="0"/>
          <a:pathLst>
            <a:path>
              <a:moveTo>
                <a:pt x="0" y="0"/>
              </a:moveTo>
              <a:lnTo>
                <a:pt x="0" y="661171"/>
              </a:lnTo>
              <a:lnTo>
                <a:pt x="215599" y="661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3372A6-8A2A-435A-822A-82A34FF0FD9B}">
      <dsp:nvSpPr>
        <dsp:cNvPr id="0" name=""/>
        <dsp:cNvSpPr/>
      </dsp:nvSpPr>
      <dsp:spPr>
        <a:xfrm>
          <a:off x="4197511" y="1090708"/>
          <a:ext cx="3478338" cy="301839"/>
        </a:xfrm>
        <a:custGeom>
          <a:avLst/>
          <a:gdLst/>
          <a:ahLst/>
          <a:cxnLst/>
          <a:rect l="0" t="0" r="0" b="0"/>
          <a:pathLst>
            <a:path>
              <a:moveTo>
                <a:pt x="0" y="0"/>
              </a:moveTo>
              <a:lnTo>
                <a:pt x="0" y="150919"/>
              </a:lnTo>
              <a:lnTo>
                <a:pt x="3478338" y="150919"/>
              </a:lnTo>
              <a:lnTo>
                <a:pt x="3478338" y="30183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57F1DD-61D4-4FE3-931A-24565B67B48C}">
      <dsp:nvSpPr>
        <dsp:cNvPr id="0" name=""/>
        <dsp:cNvSpPr/>
      </dsp:nvSpPr>
      <dsp:spPr>
        <a:xfrm>
          <a:off x="5361748" y="2111213"/>
          <a:ext cx="215599" cy="1681676"/>
        </a:xfrm>
        <a:custGeom>
          <a:avLst/>
          <a:gdLst/>
          <a:ahLst/>
          <a:cxnLst/>
          <a:rect l="0" t="0" r="0" b="0"/>
          <a:pathLst>
            <a:path>
              <a:moveTo>
                <a:pt x="0" y="0"/>
              </a:moveTo>
              <a:lnTo>
                <a:pt x="0" y="1681676"/>
              </a:lnTo>
              <a:lnTo>
                <a:pt x="215599" y="168167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73466B-AB5B-46C4-80F0-C8BD02FD8BFC}">
      <dsp:nvSpPr>
        <dsp:cNvPr id="0" name=""/>
        <dsp:cNvSpPr/>
      </dsp:nvSpPr>
      <dsp:spPr>
        <a:xfrm>
          <a:off x="5361748" y="2111213"/>
          <a:ext cx="215599" cy="661171"/>
        </a:xfrm>
        <a:custGeom>
          <a:avLst/>
          <a:gdLst/>
          <a:ahLst/>
          <a:cxnLst/>
          <a:rect l="0" t="0" r="0" b="0"/>
          <a:pathLst>
            <a:path>
              <a:moveTo>
                <a:pt x="0" y="0"/>
              </a:moveTo>
              <a:lnTo>
                <a:pt x="0" y="661171"/>
              </a:lnTo>
              <a:lnTo>
                <a:pt x="215599" y="661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32ED0D-6A92-4247-BCE3-DCBC67C4780F}">
      <dsp:nvSpPr>
        <dsp:cNvPr id="0" name=""/>
        <dsp:cNvSpPr/>
      </dsp:nvSpPr>
      <dsp:spPr>
        <a:xfrm>
          <a:off x="4197511" y="1090708"/>
          <a:ext cx="1739169" cy="301839"/>
        </a:xfrm>
        <a:custGeom>
          <a:avLst/>
          <a:gdLst/>
          <a:ahLst/>
          <a:cxnLst/>
          <a:rect l="0" t="0" r="0" b="0"/>
          <a:pathLst>
            <a:path>
              <a:moveTo>
                <a:pt x="0" y="0"/>
              </a:moveTo>
              <a:lnTo>
                <a:pt x="0" y="150919"/>
              </a:lnTo>
              <a:lnTo>
                <a:pt x="1739169" y="150919"/>
              </a:lnTo>
              <a:lnTo>
                <a:pt x="1739169" y="30183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3CCBCF-C670-4BFE-BE89-B654A76158F8}">
      <dsp:nvSpPr>
        <dsp:cNvPr id="0" name=""/>
        <dsp:cNvSpPr/>
      </dsp:nvSpPr>
      <dsp:spPr>
        <a:xfrm>
          <a:off x="3622579" y="2111213"/>
          <a:ext cx="215599" cy="661171"/>
        </a:xfrm>
        <a:custGeom>
          <a:avLst/>
          <a:gdLst/>
          <a:ahLst/>
          <a:cxnLst/>
          <a:rect l="0" t="0" r="0" b="0"/>
          <a:pathLst>
            <a:path>
              <a:moveTo>
                <a:pt x="0" y="0"/>
              </a:moveTo>
              <a:lnTo>
                <a:pt x="0" y="661171"/>
              </a:lnTo>
              <a:lnTo>
                <a:pt x="215599" y="661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C69BE0-013B-4A88-A7A0-A1A7CC3DB314}">
      <dsp:nvSpPr>
        <dsp:cNvPr id="0" name=""/>
        <dsp:cNvSpPr/>
      </dsp:nvSpPr>
      <dsp:spPr>
        <a:xfrm>
          <a:off x="4151791" y="1090708"/>
          <a:ext cx="91440" cy="301839"/>
        </a:xfrm>
        <a:custGeom>
          <a:avLst/>
          <a:gdLst/>
          <a:ahLst/>
          <a:cxnLst/>
          <a:rect l="0" t="0" r="0" b="0"/>
          <a:pathLst>
            <a:path>
              <a:moveTo>
                <a:pt x="45720" y="0"/>
              </a:moveTo>
              <a:lnTo>
                <a:pt x="45720" y="30183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0F8813-B2E0-44F7-9E3A-29B4EF2A810D}">
      <dsp:nvSpPr>
        <dsp:cNvPr id="0" name=""/>
        <dsp:cNvSpPr/>
      </dsp:nvSpPr>
      <dsp:spPr>
        <a:xfrm>
          <a:off x="1883409" y="2111213"/>
          <a:ext cx="215599" cy="1681676"/>
        </a:xfrm>
        <a:custGeom>
          <a:avLst/>
          <a:gdLst/>
          <a:ahLst/>
          <a:cxnLst/>
          <a:rect l="0" t="0" r="0" b="0"/>
          <a:pathLst>
            <a:path>
              <a:moveTo>
                <a:pt x="0" y="0"/>
              </a:moveTo>
              <a:lnTo>
                <a:pt x="0" y="1681676"/>
              </a:lnTo>
              <a:lnTo>
                <a:pt x="215599" y="168167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134374-E760-45F6-9135-736BF31179B9}">
      <dsp:nvSpPr>
        <dsp:cNvPr id="0" name=""/>
        <dsp:cNvSpPr/>
      </dsp:nvSpPr>
      <dsp:spPr>
        <a:xfrm>
          <a:off x="1883409" y="2111213"/>
          <a:ext cx="215599" cy="661171"/>
        </a:xfrm>
        <a:custGeom>
          <a:avLst/>
          <a:gdLst/>
          <a:ahLst/>
          <a:cxnLst/>
          <a:rect l="0" t="0" r="0" b="0"/>
          <a:pathLst>
            <a:path>
              <a:moveTo>
                <a:pt x="0" y="0"/>
              </a:moveTo>
              <a:lnTo>
                <a:pt x="0" y="661171"/>
              </a:lnTo>
              <a:lnTo>
                <a:pt x="215599" y="661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B35DC4-89F4-4BE9-8C2B-78ACFFA7E108}">
      <dsp:nvSpPr>
        <dsp:cNvPr id="0" name=""/>
        <dsp:cNvSpPr/>
      </dsp:nvSpPr>
      <dsp:spPr>
        <a:xfrm>
          <a:off x="2458341" y="1090708"/>
          <a:ext cx="1739169" cy="301839"/>
        </a:xfrm>
        <a:custGeom>
          <a:avLst/>
          <a:gdLst/>
          <a:ahLst/>
          <a:cxnLst/>
          <a:rect l="0" t="0" r="0" b="0"/>
          <a:pathLst>
            <a:path>
              <a:moveTo>
                <a:pt x="1739169" y="0"/>
              </a:moveTo>
              <a:lnTo>
                <a:pt x="1739169" y="150919"/>
              </a:lnTo>
              <a:lnTo>
                <a:pt x="0" y="150919"/>
              </a:lnTo>
              <a:lnTo>
                <a:pt x="0" y="30183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09ABB3-61E9-4AFD-96D9-AF1F5E5B3739}">
      <dsp:nvSpPr>
        <dsp:cNvPr id="0" name=""/>
        <dsp:cNvSpPr/>
      </dsp:nvSpPr>
      <dsp:spPr>
        <a:xfrm>
          <a:off x="144240" y="2111213"/>
          <a:ext cx="215599" cy="1681676"/>
        </a:xfrm>
        <a:custGeom>
          <a:avLst/>
          <a:gdLst/>
          <a:ahLst/>
          <a:cxnLst/>
          <a:rect l="0" t="0" r="0" b="0"/>
          <a:pathLst>
            <a:path>
              <a:moveTo>
                <a:pt x="0" y="0"/>
              </a:moveTo>
              <a:lnTo>
                <a:pt x="0" y="1681676"/>
              </a:lnTo>
              <a:lnTo>
                <a:pt x="215599" y="168167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6D2AD06-BCED-429B-860E-0B3B9B15BF21}">
      <dsp:nvSpPr>
        <dsp:cNvPr id="0" name=""/>
        <dsp:cNvSpPr/>
      </dsp:nvSpPr>
      <dsp:spPr>
        <a:xfrm>
          <a:off x="144240" y="2111213"/>
          <a:ext cx="215599" cy="661171"/>
        </a:xfrm>
        <a:custGeom>
          <a:avLst/>
          <a:gdLst/>
          <a:ahLst/>
          <a:cxnLst/>
          <a:rect l="0" t="0" r="0" b="0"/>
          <a:pathLst>
            <a:path>
              <a:moveTo>
                <a:pt x="0" y="0"/>
              </a:moveTo>
              <a:lnTo>
                <a:pt x="0" y="661171"/>
              </a:lnTo>
              <a:lnTo>
                <a:pt x="215599" y="661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536DD9-812F-4494-BA61-0F18DC13FDFC}">
      <dsp:nvSpPr>
        <dsp:cNvPr id="0" name=""/>
        <dsp:cNvSpPr/>
      </dsp:nvSpPr>
      <dsp:spPr>
        <a:xfrm>
          <a:off x="719172" y="1090708"/>
          <a:ext cx="3478338" cy="301839"/>
        </a:xfrm>
        <a:custGeom>
          <a:avLst/>
          <a:gdLst/>
          <a:ahLst/>
          <a:cxnLst/>
          <a:rect l="0" t="0" r="0" b="0"/>
          <a:pathLst>
            <a:path>
              <a:moveTo>
                <a:pt x="3478338" y="0"/>
              </a:moveTo>
              <a:lnTo>
                <a:pt x="3478338" y="150919"/>
              </a:lnTo>
              <a:lnTo>
                <a:pt x="0" y="150919"/>
              </a:lnTo>
              <a:lnTo>
                <a:pt x="0" y="30183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D8D582-AC66-44E7-92D0-6E080C44748F}">
      <dsp:nvSpPr>
        <dsp:cNvPr id="0" name=""/>
        <dsp:cNvSpPr/>
      </dsp:nvSpPr>
      <dsp:spPr>
        <a:xfrm>
          <a:off x="3478846" y="372043"/>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Evaluetor Monitor</a:t>
          </a:r>
          <a:endParaRPr lang="en-GB" sz="1000" kern="1200" dirty="0"/>
        </a:p>
      </dsp:txBody>
      <dsp:txXfrm>
        <a:off x="3478846" y="372043"/>
        <a:ext cx="1437330" cy="718665"/>
      </dsp:txXfrm>
    </dsp:sp>
    <dsp:sp modelId="{FDE5FFCA-620B-468F-BAC8-5D91B198810B}">
      <dsp:nvSpPr>
        <dsp:cNvPr id="0" name=""/>
        <dsp:cNvSpPr/>
      </dsp:nvSpPr>
      <dsp:spPr>
        <a:xfrm>
          <a:off x="3550712" y="443910"/>
          <a:ext cx="431199" cy="574932"/>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41000" r="-41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79633CAF-E1D8-48CA-98E4-5CEF54A059B3}">
      <dsp:nvSpPr>
        <dsp:cNvPr id="0" name=""/>
        <dsp:cNvSpPr/>
      </dsp:nvSpPr>
      <dsp:spPr>
        <a:xfrm>
          <a:off x="507" y="1392548"/>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Supplier</a:t>
          </a:r>
        </a:p>
        <a:p>
          <a:pPr lvl="0" algn="ctr" defTabSz="444500">
            <a:lnSpc>
              <a:spcPct val="90000"/>
            </a:lnSpc>
            <a:spcBef>
              <a:spcPct val="0"/>
            </a:spcBef>
            <a:spcAft>
              <a:spcPct val="35000"/>
            </a:spcAft>
          </a:pPr>
          <a:r>
            <a:rPr lang="en-GB" sz="1000" kern="1200" dirty="0" smtClean="0"/>
            <a:t>Team Score</a:t>
          </a:r>
          <a:endParaRPr lang="en-GB" sz="1000" kern="1200" dirty="0"/>
        </a:p>
      </dsp:txBody>
      <dsp:txXfrm>
        <a:off x="507" y="1392548"/>
        <a:ext cx="1437330" cy="718665"/>
      </dsp:txXfrm>
    </dsp:sp>
    <dsp:sp modelId="{D18EF1D2-4AE2-4F8B-BBD4-097846C07CB7}">
      <dsp:nvSpPr>
        <dsp:cNvPr id="0" name=""/>
        <dsp:cNvSpPr/>
      </dsp:nvSpPr>
      <dsp:spPr>
        <a:xfrm>
          <a:off x="72374" y="1464414"/>
          <a:ext cx="431199" cy="574932"/>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39000" r="-39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FE9C342D-1E9D-4172-8806-6F46558D3279}">
      <dsp:nvSpPr>
        <dsp:cNvPr id="0" name=""/>
        <dsp:cNvSpPr/>
      </dsp:nvSpPr>
      <dsp:spPr>
        <a:xfrm>
          <a:off x="359840" y="2413052"/>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Supplier</a:t>
          </a:r>
        </a:p>
        <a:p>
          <a:pPr lvl="0" algn="ctr" defTabSz="444500">
            <a:lnSpc>
              <a:spcPct val="90000"/>
            </a:lnSpc>
            <a:spcBef>
              <a:spcPct val="0"/>
            </a:spcBef>
            <a:spcAft>
              <a:spcPct val="35000"/>
            </a:spcAft>
          </a:pPr>
          <a:r>
            <a:rPr lang="en-GB" sz="1000" kern="1200" dirty="0" smtClean="0"/>
            <a:t>Account Staff</a:t>
          </a:r>
          <a:endParaRPr lang="en-GB" sz="1000" kern="1200" dirty="0"/>
        </a:p>
      </dsp:txBody>
      <dsp:txXfrm>
        <a:off x="359840" y="2413052"/>
        <a:ext cx="1437330" cy="718665"/>
      </dsp:txXfrm>
    </dsp:sp>
    <dsp:sp modelId="{4869D179-8E8C-4A12-9787-F5EDE544AAE9}">
      <dsp:nvSpPr>
        <dsp:cNvPr id="0" name=""/>
        <dsp:cNvSpPr/>
      </dsp:nvSpPr>
      <dsp:spPr>
        <a:xfrm>
          <a:off x="431706" y="2484918"/>
          <a:ext cx="431199" cy="574932"/>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74000" r="-74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BFEB23B8-A3B2-44FC-85F1-B3C44275D572}">
      <dsp:nvSpPr>
        <dsp:cNvPr id="0" name=""/>
        <dsp:cNvSpPr/>
      </dsp:nvSpPr>
      <dsp:spPr>
        <a:xfrm>
          <a:off x="359840" y="3433556"/>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Supplier Delivery Staff</a:t>
          </a:r>
          <a:endParaRPr lang="en-GB" sz="1000" kern="1200" dirty="0"/>
        </a:p>
      </dsp:txBody>
      <dsp:txXfrm>
        <a:off x="359840" y="3433556"/>
        <a:ext cx="1437330" cy="718665"/>
      </dsp:txXfrm>
    </dsp:sp>
    <dsp:sp modelId="{FFBC5B46-CFEA-4835-8BEA-BE8A9292BEBA}">
      <dsp:nvSpPr>
        <dsp:cNvPr id="0" name=""/>
        <dsp:cNvSpPr/>
      </dsp:nvSpPr>
      <dsp:spPr>
        <a:xfrm>
          <a:off x="431706" y="3505423"/>
          <a:ext cx="431199" cy="574932"/>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t="-5000" b="-5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080C48B7-F404-4C55-BD0E-2E2AC94FB131}">
      <dsp:nvSpPr>
        <dsp:cNvPr id="0" name=""/>
        <dsp:cNvSpPr/>
      </dsp:nvSpPr>
      <dsp:spPr>
        <a:xfrm>
          <a:off x="1739676" y="1392548"/>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Client </a:t>
          </a:r>
        </a:p>
        <a:p>
          <a:pPr lvl="0" algn="ctr" defTabSz="444500">
            <a:lnSpc>
              <a:spcPct val="90000"/>
            </a:lnSpc>
            <a:spcBef>
              <a:spcPct val="0"/>
            </a:spcBef>
            <a:spcAft>
              <a:spcPct val="35000"/>
            </a:spcAft>
          </a:pPr>
          <a:r>
            <a:rPr lang="en-GB" sz="1000" kern="1200" dirty="0" smtClean="0"/>
            <a:t>Staff Score</a:t>
          </a:r>
          <a:endParaRPr lang="en-GB" sz="1000" kern="1200" dirty="0"/>
        </a:p>
      </dsp:txBody>
      <dsp:txXfrm>
        <a:off x="1739676" y="1392548"/>
        <a:ext cx="1437330" cy="718665"/>
      </dsp:txXfrm>
    </dsp:sp>
    <dsp:sp modelId="{C69FF9AA-3221-4A9D-A83A-775D6D34C489}">
      <dsp:nvSpPr>
        <dsp:cNvPr id="0" name=""/>
        <dsp:cNvSpPr/>
      </dsp:nvSpPr>
      <dsp:spPr>
        <a:xfrm>
          <a:off x="1811543" y="1464414"/>
          <a:ext cx="431199" cy="574932"/>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50000" r="-50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D8417626-AB5C-4336-97C9-14D3EF3E469F}">
      <dsp:nvSpPr>
        <dsp:cNvPr id="0" name=""/>
        <dsp:cNvSpPr/>
      </dsp:nvSpPr>
      <dsp:spPr>
        <a:xfrm>
          <a:off x="2099009" y="2413052"/>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Client Interview</a:t>
          </a:r>
          <a:endParaRPr lang="en-GB" sz="1000" kern="1200" dirty="0"/>
        </a:p>
      </dsp:txBody>
      <dsp:txXfrm>
        <a:off x="2099009" y="2413052"/>
        <a:ext cx="1437330" cy="718665"/>
      </dsp:txXfrm>
    </dsp:sp>
    <dsp:sp modelId="{2EB6FDEE-CB79-4502-BB50-D5698F7B61A8}">
      <dsp:nvSpPr>
        <dsp:cNvPr id="0" name=""/>
        <dsp:cNvSpPr/>
      </dsp:nvSpPr>
      <dsp:spPr>
        <a:xfrm>
          <a:off x="2170875" y="2484918"/>
          <a:ext cx="431199" cy="574932"/>
        </a:xfrm>
        <a:prstGeom prst="rect">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l="-50000" r="-50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3FBB327A-B333-4067-B726-C47CE9AB7119}">
      <dsp:nvSpPr>
        <dsp:cNvPr id="0" name=""/>
        <dsp:cNvSpPr/>
      </dsp:nvSpPr>
      <dsp:spPr>
        <a:xfrm>
          <a:off x="2099009" y="3433556"/>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Web based Survey</a:t>
          </a:r>
          <a:endParaRPr lang="en-GB" sz="1000" kern="1200" dirty="0"/>
        </a:p>
      </dsp:txBody>
      <dsp:txXfrm>
        <a:off x="2099009" y="3433556"/>
        <a:ext cx="1437330" cy="718665"/>
      </dsp:txXfrm>
    </dsp:sp>
    <dsp:sp modelId="{57090217-907B-4560-BAF9-7C104616AC7B}">
      <dsp:nvSpPr>
        <dsp:cNvPr id="0" name=""/>
        <dsp:cNvSpPr/>
      </dsp:nvSpPr>
      <dsp:spPr>
        <a:xfrm>
          <a:off x="2170875" y="3505423"/>
          <a:ext cx="431199" cy="574932"/>
        </a:xfrm>
        <a:prstGeom prst="rect">
          <a:avLst/>
        </a:prstGeom>
        <a:blipFill>
          <a:blip xmlns:r="http://schemas.openxmlformats.org/officeDocument/2006/relationships" r:embed="rId7">
            <a:extLst>
              <a:ext uri="{28A0092B-C50C-407E-A947-70E740481C1C}">
                <a14:useLocalDpi xmlns:a14="http://schemas.microsoft.com/office/drawing/2010/main" val="0"/>
              </a:ext>
            </a:extLst>
          </a:blip>
          <a:srcRect/>
          <a:stretch>
            <a:fillRect l="-31000" r="-31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7F2ABC71-4503-48F1-8796-B7DE82D307C2}">
      <dsp:nvSpPr>
        <dsp:cNvPr id="0" name=""/>
        <dsp:cNvSpPr/>
      </dsp:nvSpPr>
      <dsp:spPr>
        <a:xfrm>
          <a:off x="3478846" y="1392548"/>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Improvement</a:t>
          </a:r>
        </a:p>
        <a:p>
          <a:pPr lvl="0" algn="ctr" defTabSz="444500">
            <a:lnSpc>
              <a:spcPct val="90000"/>
            </a:lnSpc>
            <a:spcBef>
              <a:spcPct val="0"/>
            </a:spcBef>
            <a:spcAft>
              <a:spcPct val="35000"/>
            </a:spcAft>
          </a:pPr>
          <a:r>
            <a:rPr lang="en-GB" sz="1000" kern="1200" dirty="0" smtClean="0"/>
            <a:t>Plan Status</a:t>
          </a:r>
          <a:endParaRPr lang="en-GB" sz="1000" kern="1200" dirty="0"/>
        </a:p>
      </dsp:txBody>
      <dsp:txXfrm>
        <a:off x="3478846" y="1392548"/>
        <a:ext cx="1437330" cy="718665"/>
      </dsp:txXfrm>
    </dsp:sp>
    <dsp:sp modelId="{27A1DA85-023F-4376-A832-FFF2E0C1AEDE}">
      <dsp:nvSpPr>
        <dsp:cNvPr id="0" name=""/>
        <dsp:cNvSpPr/>
      </dsp:nvSpPr>
      <dsp:spPr>
        <a:xfrm>
          <a:off x="3550712" y="1464414"/>
          <a:ext cx="431199" cy="574932"/>
        </a:xfrm>
        <a:prstGeom prst="rect">
          <a:avLst/>
        </a:prstGeom>
        <a:blipFill>
          <a:blip xmlns:r="http://schemas.openxmlformats.org/officeDocument/2006/relationships" r:embed="rId8">
            <a:extLst>
              <a:ext uri="{28A0092B-C50C-407E-A947-70E740481C1C}">
                <a14:useLocalDpi xmlns:a14="http://schemas.microsoft.com/office/drawing/2010/main" val="0"/>
              </a:ext>
            </a:extLst>
          </a:blip>
          <a:srcRect/>
          <a:stretch>
            <a:fillRect l="-51000" r="-51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6651222B-8551-4290-96E5-2E8263859D29}">
      <dsp:nvSpPr>
        <dsp:cNvPr id="0" name=""/>
        <dsp:cNvSpPr/>
      </dsp:nvSpPr>
      <dsp:spPr>
        <a:xfrm>
          <a:off x="3838178" y="2413052"/>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Go to Green status collection</a:t>
          </a:r>
        </a:p>
      </dsp:txBody>
      <dsp:txXfrm>
        <a:off x="3838178" y="2413052"/>
        <a:ext cx="1437330" cy="718665"/>
      </dsp:txXfrm>
    </dsp:sp>
    <dsp:sp modelId="{D8F7006D-06CC-4AE8-A5E3-973FAF488BA3}">
      <dsp:nvSpPr>
        <dsp:cNvPr id="0" name=""/>
        <dsp:cNvSpPr/>
      </dsp:nvSpPr>
      <dsp:spPr>
        <a:xfrm>
          <a:off x="3910045" y="2484918"/>
          <a:ext cx="431199" cy="574932"/>
        </a:xfrm>
        <a:prstGeom prst="rect">
          <a:avLst/>
        </a:prstGeom>
        <a:blipFill>
          <a:blip xmlns:r="http://schemas.openxmlformats.org/officeDocument/2006/relationships" r:embed="rId9">
            <a:extLst>
              <a:ext uri="{28A0092B-C50C-407E-A947-70E740481C1C}">
                <a14:useLocalDpi xmlns:a14="http://schemas.microsoft.com/office/drawing/2010/main" val="0"/>
              </a:ext>
            </a:extLst>
          </a:blip>
          <a:srcRect/>
          <a:stretch>
            <a:fillRect l="-7000" r="-7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BE1184DB-1C74-4FEC-BE98-B9C1DAEFC3D8}">
      <dsp:nvSpPr>
        <dsp:cNvPr id="0" name=""/>
        <dsp:cNvSpPr/>
      </dsp:nvSpPr>
      <dsp:spPr>
        <a:xfrm>
          <a:off x="5218015" y="1392548"/>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Delivery Performance</a:t>
          </a:r>
          <a:endParaRPr lang="en-GB" sz="1000" kern="1200" dirty="0"/>
        </a:p>
      </dsp:txBody>
      <dsp:txXfrm>
        <a:off x="5218015" y="1392548"/>
        <a:ext cx="1437330" cy="718665"/>
      </dsp:txXfrm>
    </dsp:sp>
    <dsp:sp modelId="{44674C41-FE3D-4499-9295-C3744F7F7EDF}">
      <dsp:nvSpPr>
        <dsp:cNvPr id="0" name=""/>
        <dsp:cNvSpPr/>
      </dsp:nvSpPr>
      <dsp:spPr>
        <a:xfrm>
          <a:off x="5289882" y="1464414"/>
          <a:ext cx="431199" cy="574932"/>
        </a:xfrm>
        <a:prstGeom prst="rect">
          <a:avLst/>
        </a:prstGeom>
        <a:blipFill>
          <a:blip xmlns:r="http://schemas.openxmlformats.org/officeDocument/2006/relationships" r:embed="rId10">
            <a:extLst>
              <a:ext uri="{28A0092B-C50C-407E-A947-70E740481C1C}">
                <a14:useLocalDpi xmlns:a14="http://schemas.microsoft.com/office/drawing/2010/main" val="0"/>
              </a:ext>
            </a:extLst>
          </a:blip>
          <a:srcRect/>
          <a:stretch>
            <a:fillRect l="-109000" r="-109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C2E51325-7ED3-4829-8B70-1DDBD2A8FB50}">
      <dsp:nvSpPr>
        <dsp:cNvPr id="0" name=""/>
        <dsp:cNvSpPr/>
      </dsp:nvSpPr>
      <dsp:spPr>
        <a:xfrm>
          <a:off x="5577348" y="2413052"/>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Services Metric collection (SLA)</a:t>
          </a:r>
          <a:endParaRPr lang="en-GB" sz="1000" kern="1200" dirty="0"/>
        </a:p>
      </dsp:txBody>
      <dsp:txXfrm>
        <a:off x="5577348" y="2413052"/>
        <a:ext cx="1437330" cy="718665"/>
      </dsp:txXfrm>
    </dsp:sp>
    <dsp:sp modelId="{D7EACED8-6441-4C13-9499-367119AE5AA0}">
      <dsp:nvSpPr>
        <dsp:cNvPr id="0" name=""/>
        <dsp:cNvSpPr/>
      </dsp:nvSpPr>
      <dsp:spPr>
        <a:xfrm>
          <a:off x="5649214" y="2484918"/>
          <a:ext cx="431199" cy="574932"/>
        </a:xfrm>
        <a:prstGeom prst="rect">
          <a:avLst/>
        </a:prstGeom>
        <a:blipFill>
          <a:blip xmlns:r="http://schemas.openxmlformats.org/officeDocument/2006/relationships" r:embed="rId11" cstate="print">
            <a:extLst>
              <a:ext uri="{28A0092B-C50C-407E-A947-70E740481C1C}">
                <a14:useLocalDpi xmlns:a14="http://schemas.microsoft.com/office/drawing/2010/main" val="0"/>
              </a:ext>
            </a:extLst>
          </a:blip>
          <a:srcRect/>
          <a:stretch>
            <a:fillRect l="-17000" r="-17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1B918672-426E-4809-9857-F85A51648693}">
      <dsp:nvSpPr>
        <dsp:cNvPr id="0" name=""/>
        <dsp:cNvSpPr/>
      </dsp:nvSpPr>
      <dsp:spPr>
        <a:xfrm>
          <a:off x="5577348" y="3433556"/>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Project</a:t>
          </a:r>
        </a:p>
        <a:p>
          <a:pPr lvl="0" algn="ctr" defTabSz="444500">
            <a:lnSpc>
              <a:spcPct val="90000"/>
            </a:lnSpc>
            <a:spcBef>
              <a:spcPct val="0"/>
            </a:spcBef>
            <a:spcAft>
              <a:spcPct val="35000"/>
            </a:spcAft>
          </a:pPr>
          <a:r>
            <a:rPr lang="en-GB" sz="1000" kern="1200" dirty="0" smtClean="0"/>
            <a:t>Metric</a:t>
          </a:r>
        </a:p>
        <a:p>
          <a:pPr lvl="0" algn="ctr" defTabSz="444500">
            <a:lnSpc>
              <a:spcPct val="90000"/>
            </a:lnSpc>
            <a:spcBef>
              <a:spcPct val="0"/>
            </a:spcBef>
            <a:spcAft>
              <a:spcPct val="35000"/>
            </a:spcAft>
          </a:pPr>
          <a:r>
            <a:rPr lang="en-GB" sz="1000" kern="1200" dirty="0" smtClean="0"/>
            <a:t>Collection</a:t>
          </a:r>
        </a:p>
      </dsp:txBody>
      <dsp:txXfrm>
        <a:off x="5577348" y="3433556"/>
        <a:ext cx="1437330" cy="718665"/>
      </dsp:txXfrm>
    </dsp:sp>
    <dsp:sp modelId="{F5EFEB96-C330-4ACA-A900-7D245D48D792}">
      <dsp:nvSpPr>
        <dsp:cNvPr id="0" name=""/>
        <dsp:cNvSpPr/>
      </dsp:nvSpPr>
      <dsp:spPr>
        <a:xfrm>
          <a:off x="5649214" y="3505423"/>
          <a:ext cx="431199" cy="574932"/>
        </a:xfrm>
        <a:prstGeom prst="rect">
          <a:avLst/>
        </a:prstGeom>
        <a:blipFill>
          <a:blip xmlns:r="http://schemas.openxmlformats.org/officeDocument/2006/relationships" r:embed="rId12">
            <a:extLst>
              <a:ext uri="{28A0092B-C50C-407E-A947-70E740481C1C}">
                <a14:useLocalDpi xmlns:a14="http://schemas.microsoft.com/office/drawing/2010/main" val="0"/>
              </a:ext>
            </a:extLst>
          </a:blip>
          <a:srcRect/>
          <a:stretch>
            <a:fillRect l="-18000" r="-18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D3314B29-3E92-4035-B06D-C14743277B1F}">
      <dsp:nvSpPr>
        <dsp:cNvPr id="0" name=""/>
        <dsp:cNvSpPr/>
      </dsp:nvSpPr>
      <dsp:spPr>
        <a:xfrm>
          <a:off x="6957184" y="1392548"/>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Contract performance</a:t>
          </a:r>
          <a:endParaRPr lang="en-GB" sz="1000" kern="1200" dirty="0"/>
        </a:p>
      </dsp:txBody>
      <dsp:txXfrm>
        <a:off x="6957184" y="1392548"/>
        <a:ext cx="1437330" cy="718665"/>
      </dsp:txXfrm>
    </dsp:sp>
    <dsp:sp modelId="{475B5F65-8459-49AE-B295-18A3FFF547A9}">
      <dsp:nvSpPr>
        <dsp:cNvPr id="0" name=""/>
        <dsp:cNvSpPr/>
      </dsp:nvSpPr>
      <dsp:spPr>
        <a:xfrm>
          <a:off x="7029051" y="1464414"/>
          <a:ext cx="431199" cy="574932"/>
        </a:xfrm>
        <a:prstGeom prst="rect">
          <a:avLst/>
        </a:prstGeom>
        <a:blipFill>
          <a:blip xmlns:r="http://schemas.openxmlformats.org/officeDocument/2006/relationships" r:embed="rId13" cstate="print">
            <a:extLst>
              <a:ext uri="{28A0092B-C50C-407E-A947-70E740481C1C}">
                <a14:useLocalDpi xmlns:a14="http://schemas.microsoft.com/office/drawing/2010/main" val="0"/>
              </a:ext>
            </a:extLst>
          </a:blip>
          <a:srcRect/>
          <a:stretch>
            <a:fillRect l="-3000" r="-3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86D49F76-E13B-40CB-BCDE-A6B4E8BE080C}">
      <dsp:nvSpPr>
        <dsp:cNvPr id="0" name=""/>
        <dsp:cNvSpPr/>
      </dsp:nvSpPr>
      <dsp:spPr>
        <a:xfrm>
          <a:off x="7316517" y="2413052"/>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Alerts</a:t>
          </a:r>
          <a:endParaRPr lang="en-GB" sz="1000" kern="1200" dirty="0"/>
        </a:p>
      </dsp:txBody>
      <dsp:txXfrm>
        <a:off x="7316517" y="2413052"/>
        <a:ext cx="1437330" cy="718665"/>
      </dsp:txXfrm>
    </dsp:sp>
    <dsp:sp modelId="{E71F9437-E626-4118-BD97-E82C08243431}">
      <dsp:nvSpPr>
        <dsp:cNvPr id="0" name=""/>
        <dsp:cNvSpPr/>
      </dsp:nvSpPr>
      <dsp:spPr>
        <a:xfrm>
          <a:off x="7388383" y="2484918"/>
          <a:ext cx="431199" cy="574932"/>
        </a:xfrm>
        <a:prstGeom prst="rect">
          <a:avLst/>
        </a:prstGeom>
        <a:blipFill>
          <a:blip xmlns:r="http://schemas.openxmlformats.org/officeDocument/2006/relationships" r:embed="rId14" cstate="print">
            <a:extLst>
              <a:ext uri="{28A0092B-C50C-407E-A947-70E740481C1C}">
                <a14:useLocalDpi xmlns:a14="http://schemas.microsoft.com/office/drawing/2010/main" val="0"/>
              </a:ext>
            </a:extLst>
          </a:blip>
          <a:srcRect/>
          <a:stretch>
            <a:fillRect l="-16000" r="-16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66E53CAC-F12D-40B4-9DFB-D0A798AD3CD0}">
      <dsp:nvSpPr>
        <dsp:cNvPr id="0" name=""/>
        <dsp:cNvSpPr/>
      </dsp:nvSpPr>
      <dsp:spPr>
        <a:xfrm>
          <a:off x="7316517" y="3433556"/>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Contracting (client &amp; supplier)</a:t>
          </a:r>
          <a:endParaRPr lang="en-GB" sz="1000" kern="1200" dirty="0"/>
        </a:p>
      </dsp:txBody>
      <dsp:txXfrm>
        <a:off x="7316517" y="3433556"/>
        <a:ext cx="1437330" cy="718665"/>
      </dsp:txXfrm>
    </dsp:sp>
    <dsp:sp modelId="{FEA06683-567A-48E0-885B-3D9FA62C8939}">
      <dsp:nvSpPr>
        <dsp:cNvPr id="0" name=""/>
        <dsp:cNvSpPr/>
      </dsp:nvSpPr>
      <dsp:spPr>
        <a:xfrm>
          <a:off x="7388383" y="3505423"/>
          <a:ext cx="431199" cy="574932"/>
        </a:xfrm>
        <a:prstGeom prst="rect">
          <a:avLst/>
        </a:prstGeom>
        <a:blipFill>
          <a:blip xmlns:r="http://schemas.openxmlformats.org/officeDocument/2006/relationships" r:embed="rId15">
            <a:extLst>
              <a:ext uri="{28A0092B-C50C-407E-A947-70E740481C1C}">
                <a14:useLocalDpi xmlns:a14="http://schemas.microsoft.com/office/drawing/2010/main" val="0"/>
              </a:ext>
            </a:extLst>
          </a:blip>
          <a:srcRect/>
          <a:stretch>
            <a:fillRect l="-57000" r="-57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27371887-8C65-492E-94A2-B0A90ECED93A}">
      <dsp:nvSpPr>
        <dsp:cNvPr id="0" name=""/>
        <dsp:cNvSpPr/>
      </dsp:nvSpPr>
      <dsp:spPr>
        <a:xfrm>
          <a:off x="7316517" y="4454061"/>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Contracts</a:t>
          </a:r>
        </a:p>
        <a:p>
          <a:pPr lvl="0" algn="ctr" defTabSz="444500">
            <a:lnSpc>
              <a:spcPct val="90000"/>
            </a:lnSpc>
            <a:spcBef>
              <a:spcPct val="0"/>
            </a:spcBef>
            <a:spcAft>
              <a:spcPct val="35000"/>
            </a:spcAft>
          </a:pPr>
          <a:r>
            <a:rPr lang="en-GB" sz="1000" kern="1200" dirty="0" smtClean="0"/>
            <a:t>Upload</a:t>
          </a:r>
          <a:endParaRPr lang="en-GB" sz="1000" kern="1200" dirty="0"/>
        </a:p>
      </dsp:txBody>
      <dsp:txXfrm>
        <a:off x="7316517" y="4454061"/>
        <a:ext cx="1437330" cy="718665"/>
      </dsp:txXfrm>
    </dsp:sp>
    <dsp:sp modelId="{8CFC6E41-B863-477B-A0B7-D83F0613C4C6}">
      <dsp:nvSpPr>
        <dsp:cNvPr id="0" name=""/>
        <dsp:cNvSpPr/>
      </dsp:nvSpPr>
      <dsp:spPr>
        <a:xfrm>
          <a:off x="7388383" y="4525927"/>
          <a:ext cx="431199" cy="574932"/>
        </a:xfrm>
        <a:prstGeom prst="rect">
          <a:avLst/>
        </a:prstGeom>
        <a:blipFill>
          <a:blip xmlns:r="http://schemas.openxmlformats.org/officeDocument/2006/relationships" r:embed="rId16" cstate="print">
            <a:extLst>
              <a:ext uri="{28A0092B-C50C-407E-A947-70E740481C1C}">
                <a14:useLocalDpi xmlns:a14="http://schemas.microsoft.com/office/drawing/2010/main" val="0"/>
              </a:ext>
            </a:extLst>
          </a:blip>
          <a:srcRect/>
          <a:stretch>
            <a:fillRect l="-62000" r="-62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pictureOrgChart+Icon">
  <dgm:title val="Picture Organization Chart"/>
  <dgm:desc val="Use to show hierarchical information or reporting relationships in an organization, with corresponding pictures. The assistant shape and the Org Chart hanging layouts are available with this layout."/>
  <dgm:catLst>
    <dgm:cat type="hierarchy" pri="1050"/>
    <dgm:cat type="officeonline" pri="1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1" styleLbl="alignImgPlace1">
              <dgm:alg type="sp"/>
              <dgm:shape xmlns:r="http://schemas.openxmlformats.org/officeDocument/2006/relationships" type="rect" r:blip="" blipPhldr="1">
                <dgm:adjLst/>
              </dgm:shape>
              <dgm:presOf/>
              <dgm:constrLst/>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 styleLbl="alignImgPlace1">
                    <dgm:alg type="sp"/>
                    <dgm:shape xmlns:r="http://schemas.openxmlformats.org/officeDocument/2006/relationships" type="rect" r:blip="" blipPhldr="1">
                      <dgm:adjLst/>
                    </dgm:shape>
                    <dgm:presOf/>
                    <dgm:constrLst/>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3" styleLbl="alignImgPlace1">
                    <dgm:alg type="sp"/>
                    <dgm:shape xmlns:r="http://schemas.openxmlformats.org/officeDocument/2006/relationships" type="rect" r:blip="" blipPhldr="1">
                      <dgm:adjLst/>
                    </dgm:shape>
                    <dgm:presOf/>
                    <dgm:constrLst/>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4309806" cy="340227"/>
          </a:xfrm>
          <a:prstGeom prst="rect">
            <a:avLst/>
          </a:prstGeom>
          <a:noFill/>
          <a:ln w="9525">
            <a:noFill/>
            <a:miter lim="800000"/>
            <a:headEnd/>
            <a:tailEnd/>
          </a:ln>
        </p:spPr>
        <p:txBody>
          <a:bodyPr vert="horz" wrap="square" lIns="93367" tIns="46684" rIns="93367" bIns="46684" numCol="1" anchor="t" anchorCtr="0" compatLnSpc="1">
            <a:prstTxWarp prst="textNoShape">
              <a:avLst/>
            </a:prstTxWarp>
          </a:bodyPr>
          <a:lstStyle>
            <a:lvl1pPr defTabSz="933833">
              <a:defRPr sz="1300" dirty="0">
                <a:cs typeface="Arial" charset="0"/>
              </a:defRPr>
            </a:lvl1pPr>
          </a:lstStyle>
          <a:p>
            <a:pPr>
              <a:defRPr/>
            </a:pPr>
            <a:endParaRPr lang="en-US" dirty="0"/>
          </a:p>
        </p:txBody>
      </p:sp>
      <p:sp>
        <p:nvSpPr>
          <p:cNvPr id="3" name="Date Placeholder 2"/>
          <p:cNvSpPr>
            <a:spLocks noGrp="1"/>
          </p:cNvSpPr>
          <p:nvPr>
            <p:ph type="dt" sz="quarter" idx="1"/>
          </p:nvPr>
        </p:nvSpPr>
        <p:spPr bwMode="auto">
          <a:xfrm>
            <a:off x="5631977" y="0"/>
            <a:ext cx="4309806" cy="340227"/>
          </a:xfrm>
          <a:prstGeom prst="rect">
            <a:avLst/>
          </a:prstGeom>
          <a:noFill/>
          <a:ln w="9525">
            <a:noFill/>
            <a:miter lim="800000"/>
            <a:headEnd/>
            <a:tailEnd/>
          </a:ln>
        </p:spPr>
        <p:txBody>
          <a:bodyPr vert="horz" wrap="square" lIns="93367" tIns="46684" rIns="93367" bIns="46684" numCol="1" anchor="t" anchorCtr="0" compatLnSpc="1">
            <a:prstTxWarp prst="textNoShape">
              <a:avLst/>
            </a:prstTxWarp>
          </a:bodyPr>
          <a:lstStyle>
            <a:lvl1pPr algn="r" defTabSz="933833">
              <a:defRPr sz="1300">
                <a:cs typeface="Arial" charset="0"/>
              </a:defRPr>
            </a:lvl1pPr>
          </a:lstStyle>
          <a:p>
            <a:pPr>
              <a:defRPr/>
            </a:pPr>
            <a:fld id="{304F21E1-B84B-445F-AF94-B8B99478D897}" type="datetimeFigureOut">
              <a:rPr lang="nl-NL"/>
              <a:pPr>
                <a:defRPr/>
              </a:pPr>
              <a:t>28-4-2015</a:t>
            </a:fld>
            <a:endParaRPr lang="nl-NL" dirty="0"/>
          </a:p>
        </p:txBody>
      </p:sp>
      <p:sp>
        <p:nvSpPr>
          <p:cNvPr id="4" name="Footer Placeholder 3"/>
          <p:cNvSpPr>
            <a:spLocks noGrp="1"/>
          </p:cNvSpPr>
          <p:nvPr>
            <p:ph type="ftr" sz="quarter" idx="2"/>
          </p:nvPr>
        </p:nvSpPr>
        <p:spPr bwMode="auto">
          <a:xfrm>
            <a:off x="1" y="6464302"/>
            <a:ext cx="4309806" cy="340226"/>
          </a:xfrm>
          <a:prstGeom prst="rect">
            <a:avLst/>
          </a:prstGeom>
          <a:noFill/>
          <a:ln w="9525">
            <a:noFill/>
            <a:miter lim="800000"/>
            <a:headEnd/>
            <a:tailEnd/>
          </a:ln>
        </p:spPr>
        <p:txBody>
          <a:bodyPr vert="horz" wrap="square" lIns="93367" tIns="46684" rIns="93367" bIns="46684" numCol="1" anchor="b" anchorCtr="0" compatLnSpc="1">
            <a:prstTxWarp prst="textNoShape">
              <a:avLst/>
            </a:prstTxWarp>
          </a:bodyPr>
          <a:lstStyle>
            <a:lvl1pPr defTabSz="933833">
              <a:defRPr sz="1300" dirty="0">
                <a:cs typeface="Arial" charset="0"/>
              </a:defRPr>
            </a:lvl1pPr>
          </a:lstStyle>
          <a:p>
            <a:pPr>
              <a:defRPr/>
            </a:pPr>
            <a:endParaRPr lang="en-US" dirty="0"/>
          </a:p>
        </p:txBody>
      </p:sp>
      <p:sp>
        <p:nvSpPr>
          <p:cNvPr id="5" name="Slide Number Placeholder 4"/>
          <p:cNvSpPr>
            <a:spLocks noGrp="1"/>
          </p:cNvSpPr>
          <p:nvPr>
            <p:ph type="sldNum" sz="quarter" idx="3"/>
          </p:nvPr>
        </p:nvSpPr>
        <p:spPr bwMode="auto">
          <a:xfrm>
            <a:off x="5631977" y="6464302"/>
            <a:ext cx="4309806" cy="340226"/>
          </a:xfrm>
          <a:prstGeom prst="rect">
            <a:avLst/>
          </a:prstGeom>
          <a:noFill/>
          <a:ln w="9525">
            <a:noFill/>
            <a:miter lim="800000"/>
            <a:headEnd/>
            <a:tailEnd/>
          </a:ln>
        </p:spPr>
        <p:txBody>
          <a:bodyPr vert="horz" wrap="square" lIns="93367" tIns="46684" rIns="93367" bIns="46684" numCol="1" anchor="b" anchorCtr="0" compatLnSpc="1">
            <a:prstTxWarp prst="textNoShape">
              <a:avLst/>
            </a:prstTxWarp>
          </a:bodyPr>
          <a:lstStyle>
            <a:lvl1pPr algn="r" defTabSz="933833">
              <a:defRPr sz="1300">
                <a:cs typeface="Arial" charset="0"/>
              </a:defRPr>
            </a:lvl1pPr>
          </a:lstStyle>
          <a:p>
            <a:pPr>
              <a:defRPr/>
            </a:pPr>
            <a:fld id="{0EBFF075-9AD7-46B0-8234-056A478056C3}" type="slidenum">
              <a:rPr lang="nl-NL"/>
              <a:pPr>
                <a:defRPr/>
              </a:pPr>
              <a:t>‹#›</a:t>
            </a:fld>
            <a:endParaRPr lang="nl-NL" dirty="0"/>
          </a:p>
        </p:txBody>
      </p:sp>
    </p:spTree>
    <p:extLst>
      <p:ext uri="{BB962C8B-B14F-4D97-AF65-F5344CB8AC3E}">
        <p14:creationId xmlns:p14="http://schemas.microsoft.com/office/powerpoint/2010/main" val="1899228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4309806" cy="340227"/>
          </a:xfrm>
          <a:prstGeom prst="rect">
            <a:avLst/>
          </a:prstGeom>
          <a:noFill/>
          <a:ln w="9525">
            <a:noFill/>
            <a:miter lim="800000"/>
            <a:headEnd/>
            <a:tailEnd/>
          </a:ln>
        </p:spPr>
        <p:txBody>
          <a:bodyPr vert="horz" wrap="square" lIns="93367" tIns="46684" rIns="93367" bIns="46684" numCol="1" anchor="t" anchorCtr="0" compatLnSpc="1">
            <a:prstTxWarp prst="textNoShape">
              <a:avLst/>
            </a:prstTxWarp>
          </a:bodyPr>
          <a:lstStyle>
            <a:lvl1pPr defTabSz="933833">
              <a:defRPr sz="1300" dirty="0">
                <a:cs typeface="Arial" charset="0"/>
              </a:defRPr>
            </a:lvl1pPr>
          </a:lstStyle>
          <a:p>
            <a:pPr>
              <a:defRPr/>
            </a:pPr>
            <a:endParaRPr lang="en-US" dirty="0"/>
          </a:p>
        </p:txBody>
      </p:sp>
      <p:sp>
        <p:nvSpPr>
          <p:cNvPr id="3" name="Date Placeholder 2"/>
          <p:cNvSpPr>
            <a:spLocks noGrp="1"/>
          </p:cNvSpPr>
          <p:nvPr>
            <p:ph type="dt" idx="1"/>
          </p:nvPr>
        </p:nvSpPr>
        <p:spPr bwMode="auto">
          <a:xfrm>
            <a:off x="5631977" y="0"/>
            <a:ext cx="4309806" cy="340227"/>
          </a:xfrm>
          <a:prstGeom prst="rect">
            <a:avLst/>
          </a:prstGeom>
          <a:noFill/>
          <a:ln w="9525">
            <a:noFill/>
            <a:miter lim="800000"/>
            <a:headEnd/>
            <a:tailEnd/>
          </a:ln>
        </p:spPr>
        <p:txBody>
          <a:bodyPr vert="horz" wrap="square" lIns="93367" tIns="46684" rIns="93367" bIns="46684" numCol="1" anchor="t" anchorCtr="0" compatLnSpc="1">
            <a:prstTxWarp prst="textNoShape">
              <a:avLst/>
            </a:prstTxWarp>
          </a:bodyPr>
          <a:lstStyle>
            <a:lvl1pPr algn="r" defTabSz="933833">
              <a:defRPr sz="1300">
                <a:cs typeface="Arial" charset="0"/>
              </a:defRPr>
            </a:lvl1pPr>
          </a:lstStyle>
          <a:p>
            <a:pPr>
              <a:defRPr/>
            </a:pPr>
            <a:fld id="{203573E3-390C-4614-B945-792B478042CC}" type="datetimeFigureOut">
              <a:rPr lang="nl-NL"/>
              <a:pPr>
                <a:defRPr/>
              </a:pPr>
              <a:t>28-4-2015</a:t>
            </a:fld>
            <a:endParaRPr lang="nl-NL" dirty="0"/>
          </a:p>
        </p:txBody>
      </p:sp>
      <p:sp>
        <p:nvSpPr>
          <p:cNvPr id="4" name="Slide Image Placeholder 3"/>
          <p:cNvSpPr>
            <a:spLocks noGrp="1" noRot="1" noChangeAspect="1"/>
          </p:cNvSpPr>
          <p:nvPr>
            <p:ph type="sldImg" idx="2"/>
          </p:nvPr>
        </p:nvSpPr>
        <p:spPr>
          <a:xfrm>
            <a:off x="3270250" y="511175"/>
            <a:ext cx="3403600" cy="2552700"/>
          </a:xfrm>
          <a:prstGeom prst="rect">
            <a:avLst/>
          </a:prstGeom>
          <a:noFill/>
          <a:ln w="12700">
            <a:solidFill>
              <a:prstClr val="black"/>
            </a:solidFill>
          </a:ln>
        </p:spPr>
        <p:txBody>
          <a:bodyPr vert="horz" lIns="88323" tIns="44162" rIns="88323" bIns="44162" rtlCol="0" anchor="ctr"/>
          <a:lstStyle/>
          <a:p>
            <a:pPr lvl="0"/>
            <a:endParaRPr lang="nl-NL" noProof="0" dirty="0"/>
          </a:p>
        </p:txBody>
      </p:sp>
      <p:sp>
        <p:nvSpPr>
          <p:cNvPr id="5" name="Notes Placeholder 4"/>
          <p:cNvSpPr>
            <a:spLocks noGrp="1"/>
          </p:cNvSpPr>
          <p:nvPr>
            <p:ph type="body" sz="quarter" idx="3"/>
          </p:nvPr>
        </p:nvSpPr>
        <p:spPr bwMode="auto">
          <a:xfrm>
            <a:off x="995111" y="3233783"/>
            <a:ext cx="7953886" cy="3060949"/>
          </a:xfrm>
          <a:prstGeom prst="rect">
            <a:avLst/>
          </a:prstGeom>
          <a:noFill/>
          <a:ln w="9525">
            <a:noFill/>
            <a:miter lim="800000"/>
            <a:headEnd/>
            <a:tailEnd/>
          </a:ln>
        </p:spPr>
        <p:txBody>
          <a:bodyPr vert="horz" wrap="square" lIns="93367" tIns="46684" rIns="93367" bIns="46684"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nl-NL" noProof="0"/>
          </a:p>
        </p:txBody>
      </p:sp>
      <p:sp>
        <p:nvSpPr>
          <p:cNvPr id="6" name="Footer Placeholder 5"/>
          <p:cNvSpPr>
            <a:spLocks noGrp="1"/>
          </p:cNvSpPr>
          <p:nvPr>
            <p:ph type="ftr" sz="quarter" idx="4"/>
          </p:nvPr>
        </p:nvSpPr>
        <p:spPr bwMode="auto">
          <a:xfrm>
            <a:off x="1" y="6464302"/>
            <a:ext cx="4309806" cy="340226"/>
          </a:xfrm>
          <a:prstGeom prst="rect">
            <a:avLst/>
          </a:prstGeom>
          <a:noFill/>
          <a:ln w="9525">
            <a:noFill/>
            <a:miter lim="800000"/>
            <a:headEnd/>
            <a:tailEnd/>
          </a:ln>
        </p:spPr>
        <p:txBody>
          <a:bodyPr vert="horz" wrap="square" lIns="93367" tIns="46684" rIns="93367" bIns="46684" numCol="1" anchor="b" anchorCtr="0" compatLnSpc="1">
            <a:prstTxWarp prst="textNoShape">
              <a:avLst/>
            </a:prstTxWarp>
          </a:bodyPr>
          <a:lstStyle>
            <a:lvl1pPr defTabSz="933833">
              <a:defRPr sz="1300" dirty="0">
                <a:cs typeface="Arial" charset="0"/>
              </a:defRPr>
            </a:lvl1pPr>
          </a:lstStyle>
          <a:p>
            <a:pPr>
              <a:defRPr/>
            </a:pPr>
            <a:endParaRPr lang="en-US" dirty="0"/>
          </a:p>
        </p:txBody>
      </p:sp>
      <p:sp>
        <p:nvSpPr>
          <p:cNvPr id="7" name="Slide Number Placeholder 6"/>
          <p:cNvSpPr>
            <a:spLocks noGrp="1"/>
          </p:cNvSpPr>
          <p:nvPr>
            <p:ph type="sldNum" sz="quarter" idx="5"/>
          </p:nvPr>
        </p:nvSpPr>
        <p:spPr bwMode="auto">
          <a:xfrm>
            <a:off x="5631977" y="6464302"/>
            <a:ext cx="4309806" cy="340226"/>
          </a:xfrm>
          <a:prstGeom prst="rect">
            <a:avLst/>
          </a:prstGeom>
          <a:noFill/>
          <a:ln w="9525">
            <a:noFill/>
            <a:miter lim="800000"/>
            <a:headEnd/>
            <a:tailEnd/>
          </a:ln>
        </p:spPr>
        <p:txBody>
          <a:bodyPr vert="horz" wrap="square" lIns="93367" tIns="46684" rIns="93367" bIns="46684" numCol="1" anchor="b" anchorCtr="0" compatLnSpc="1">
            <a:prstTxWarp prst="textNoShape">
              <a:avLst/>
            </a:prstTxWarp>
          </a:bodyPr>
          <a:lstStyle>
            <a:lvl1pPr algn="r" defTabSz="933833">
              <a:defRPr sz="1300">
                <a:cs typeface="Arial" charset="0"/>
              </a:defRPr>
            </a:lvl1pPr>
          </a:lstStyle>
          <a:p>
            <a:pPr>
              <a:defRPr/>
            </a:pPr>
            <a:fld id="{782D3967-6BDF-470F-A557-83BDF41E48D2}" type="slidenum">
              <a:rPr lang="nl-NL"/>
              <a:pPr>
                <a:defRPr/>
              </a:pPr>
              <a:t>‹#›</a:t>
            </a:fld>
            <a:endParaRPr lang="nl-NL" dirty="0"/>
          </a:p>
        </p:txBody>
      </p:sp>
    </p:spTree>
    <p:extLst>
      <p:ext uri="{BB962C8B-B14F-4D97-AF65-F5344CB8AC3E}">
        <p14:creationId xmlns:p14="http://schemas.microsoft.com/office/powerpoint/2010/main" val="209177652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p:cNvSpPr>
            <a:spLocks noGrp="1" noRot="1" noChangeAspect="1"/>
          </p:cNvSpPr>
          <p:nvPr>
            <p:ph type="sldImg"/>
          </p:nvPr>
        </p:nvSpPr>
        <p:spPr bwMode="auto">
          <a:noFill/>
          <a:ln>
            <a:solidFill>
              <a:srgbClr val="000000"/>
            </a:solidFill>
            <a:miter lim="800000"/>
            <a:headEnd/>
            <a:tailEnd/>
          </a:ln>
        </p:spPr>
      </p:sp>
      <p:sp>
        <p:nvSpPr>
          <p:cNvPr id="6146" name="Notes Placeholder 2"/>
          <p:cNvSpPr>
            <a:spLocks noGrp="1"/>
          </p:cNvSpPr>
          <p:nvPr>
            <p:ph type="body" idx="1"/>
          </p:nvPr>
        </p:nvSpPr>
        <p:spPr>
          <a:noFill/>
          <a:ln/>
        </p:spPr>
        <p:txBody>
          <a:bodyPr/>
          <a:lstStyle/>
          <a:p>
            <a:endParaRPr lang="en-US" dirty="0" smtClean="0"/>
          </a:p>
        </p:txBody>
      </p:sp>
      <p:sp>
        <p:nvSpPr>
          <p:cNvPr id="6147" name="Slide Number Placeholder 3"/>
          <p:cNvSpPr>
            <a:spLocks noGrp="1"/>
          </p:cNvSpPr>
          <p:nvPr>
            <p:ph type="sldNum" sz="quarter" idx="5"/>
          </p:nvPr>
        </p:nvSpPr>
        <p:spPr>
          <a:noFill/>
        </p:spPr>
        <p:txBody>
          <a:bodyPr/>
          <a:lstStyle/>
          <a:p>
            <a:pPr defTabSz="933366"/>
            <a:fld id="{33633C6B-5C36-4FB1-8798-DA18AAF95E74}" type="slidenum">
              <a:rPr lang="nl-NL" smtClean="0"/>
              <a:pPr defTabSz="933366"/>
              <a:t>1</a:t>
            </a:fld>
            <a:endParaRPr lang="nl-NL" dirty="0" smtClean="0"/>
          </a:p>
        </p:txBody>
      </p:sp>
    </p:spTree>
    <p:extLst>
      <p:ext uri="{BB962C8B-B14F-4D97-AF65-F5344CB8AC3E}">
        <p14:creationId xmlns:p14="http://schemas.microsoft.com/office/powerpoint/2010/main" val="220565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782D3967-6BDF-470F-A557-83BDF41E48D2}" type="slidenum">
              <a:rPr lang="nl-NL" smtClean="0"/>
              <a:pPr>
                <a:defRPr/>
              </a:pPr>
              <a:t>3</a:t>
            </a:fld>
            <a:endParaRPr lang="nl-NL"/>
          </a:p>
        </p:txBody>
      </p:sp>
    </p:spTree>
    <p:extLst>
      <p:ext uri="{BB962C8B-B14F-4D97-AF65-F5344CB8AC3E}">
        <p14:creationId xmlns:p14="http://schemas.microsoft.com/office/powerpoint/2010/main" val="2914884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782D3967-6BDF-470F-A557-83BDF41E48D2}" type="slidenum">
              <a:rPr lang="nl-NL" smtClean="0"/>
              <a:pPr>
                <a:defRPr/>
              </a:pPr>
              <a:t>4</a:t>
            </a:fld>
            <a:endParaRPr lang="nl-NL" dirty="0"/>
          </a:p>
        </p:txBody>
      </p:sp>
    </p:spTree>
    <p:extLst>
      <p:ext uri="{BB962C8B-B14F-4D97-AF65-F5344CB8AC3E}">
        <p14:creationId xmlns:p14="http://schemas.microsoft.com/office/powerpoint/2010/main" val="1989153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pPr>
              <a:defRPr/>
            </a:pPr>
            <a:fld id="{E3872CF6-E749-444A-A69E-80151135593C}" type="slidenum">
              <a:rPr lang="nl-NL" smtClean="0"/>
              <a:pPr>
                <a:defRPr/>
              </a:pPr>
              <a:t>18</a:t>
            </a:fld>
            <a:endParaRPr lang="nl-NL" dirty="0"/>
          </a:p>
        </p:txBody>
      </p:sp>
    </p:spTree>
    <p:extLst>
      <p:ext uri="{BB962C8B-B14F-4D97-AF65-F5344CB8AC3E}">
        <p14:creationId xmlns:p14="http://schemas.microsoft.com/office/powerpoint/2010/main" val="4199020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1"/>
          <p:cNvSpPr>
            <a:spLocks noGrp="1"/>
          </p:cNvSpPr>
          <p:nvPr>
            <p:ph type="title"/>
          </p:nvPr>
        </p:nvSpPr>
        <p:spPr>
          <a:xfrm>
            <a:off x="237507" y="90489"/>
            <a:ext cx="8443356" cy="788286"/>
          </a:xfrm>
        </p:spPr>
        <p:txBody>
          <a:bodyPr/>
          <a:lstStyle>
            <a:lvl1pPr>
              <a:defRPr sz="1800">
                <a:latin typeface="Calibri" pitchFamily="34" charset="0"/>
                <a:cs typeface="Calibri" pitchFamily="34" charset="0"/>
              </a:defRPr>
            </a:lvl1pPr>
          </a:lstStyle>
          <a:p>
            <a:r>
              <a:rPr lang="en-GB" noProof="0" smtClean="0"/>
              <a:t>Click to edit Master title style</a:t>
            </a:r>
            <a:endParaRPr lang="en-GB" noProof="0"/>
          </a:p>
        </p:txBody>
      </p:sp>
      <p:sp>
        <p:nvSpPr>
          <p:cNvPr id="9" name="Rectangle 6"/>
          <p:cNvSpPr>
            <a:spLocks noGrp="1" noChangeArrowheads="1"/>
          </p:cNvSpPr>
          <p:nvPr>
            <p:ph type="sldNum" sz="quarter" idx="4"/>
          </p:nvPr>
        </p:nvSpPr>
        <p:spPr bwMode="auto">
          <a:xfrm>
            <a:off x="4347357" y="6406738"/>
            <a:ext cx="449287" cy="451262"/>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tx1"/>
                </a:solidFill>
                <a:cs typeface="Arial" charset="0"/>
              </a:defRPr>
            </a:lvl1pPr>
          </a:lstStyle>
          <a:p>
            <a:pPr>
              <a:defRPr/>
            </a:pPr>
            <a:fld id="{C91C9B1A-F7CA-BD4A-8FA2-BF67501BBBD4}" type="slidenum">
              <a:rPr lang="nl-NL" smtClean="0"/>
              <a:t>‹#›</a:t>
            </a:fld>
            <a:endParaRPr lang="nl-NL"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690"/>
            <a:ext cx="8437418" cy="4929473"/>
          </a:xfrm>
        </p:spPr>
        <p:txBody>
          <a:bodyPr/>
          <a:lstStyle>
            <a:lvl1pPr>
              <a:defRPr sz="2000"/>
            </a:lvl1pPr>
            <a:lvl2pPr>
              <a:defRPr sz="1800"/>
            </a:lvl2pPr>
            <a:lvl3pPr>
              <a:defRPr sz="1600"/>
            </a:lvl3pPr>
            <a:lvl4pPr>
              <a:defRPr sz="1400"/>
            </a:lvl4pPr>
            <a:lvl5pPr>
              <a:defRPr sz="1400"/>
            </a:lvl5p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GB" noProof="0"/>
          </a:p>
        </p:txBody>
      </p:sp>
      <p:sp>
        <p:nvSpPr>
          <p:cNvPr id="9" name="Title 1"/>
          <p:cNvSpPr>
            <a:spLocks noGrp="1"/>
          </p:cNvSpPr>
          <p:nvPr>
            <p:ph type="title"/>
          </p:nvPr>
        </p:nvSpPr>
        <p:spPr>
          <a:xfrm>
            <a:off x="237507" y="90489"/>
            <a:ext cx="8443356" cy="788286"/>
          </a:xfrm>
        </p:spPr>
        <p:txBody>
          <a:bodyPr/>
          <a:lstStyle>
            <a:lvl1pPr>
              <a:defRPr sz="1800">
                <a:latin typeface="Calibri" pitchFamily="34" charset="0"/>
                <a:cs typeface="Calibri" pitchFamily="34" charset="0"/>
              </a:defRPr>
            </a:lvl1pPr>
          </a:lstStyle>
          <a:p>
            <a:r>
              <a:rPr lang="en-GB" noProof="0" smtClean="0"/>
              <a:t>Click to edit Master title style</a:t>
            </a:r>
            <a:endParaRPr lang="en-GB" noProof="0"/>
          </a:p>
        </p:txBody>
      </p:sp>
      <p:sp>
        <p:nvSpPr>
          <p:cNvPr id="6" name="Rectangle 6"/>
          <p:cNvSpPr>
            <a:spLocks noGrp="1" noChangeArrowheads="1"/>
          </p:cNvSpPr>
          <p:nvPr>
            <p:ph type="sldNum" sz="quarter" idx="4"/>
          </p:nvPr>
        </p:nvSpPr>
        <p:spPr bwMode="auto">
          <a:xfrm>
            <a:off x="4347357" y="6406738"/>
            <a:ext cx="449287" cy="451262"/>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tx1"/>
                </a:solidFill>
                <a:cs typeface="Arial" charset="0"/>
              </a:defRPr>
            </a:lvl1pPr>
          </a:lstStyle>
          <a:p>
            <a:pPr>
              <a:defRPr/>
            </a:pPr>
            <a:fld id="{C91C9B1A-F7CA-BD4A-8FA2-BF67501BBBD4}" type="slidenum">
              <a:rPr lang="nl-NL" smtClean="0"/>
              <a:t>‹#›</a:t>
            </a:fld>
            <a:endParaRPr lang="nl-NL"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Slide Number Placeholder 2"/>
          <p:cNvSpPr>
            <a:spLocks noGrp="1"/>
          </p:cNvSpPr>
          <p:nvPr>
            <p:ph type="sldNum" sz="quarter" idx="10"/>
          </p:nvPr>
        </p:nvSpPr>
        <p:spPr/>
        <p:txBody>
          <a:bodyPr/>
          <a:lstStyle>
            <a:lvl1pPr>
              <a:defRPr/>
            </a:lvl1pPr>
          </a:lstStyle>
          <a:p>
            <a:pPr>
              <a:defRPr/>
            </a:pPr>
            <a:fld id="{679202E2-5F61-4748-B4E8-B0445480A13D}" type="slidenum">
              <a:rPr lang="nl-NL" smtClean="0"/>
              <a:pPr>
                <a:defRPr/>
              </a:pPr>
              <a:t>‹#›</a:t>
            </a:fld>
            <a:endParaRPr lang="nl-NL" dirty="0"/>
          </a:p>
        </p:txBody>
      </p:sp>
    </p:spTree>
    <p:extLst>
      <p:ext uri="{BB962C8B-B14F-4D97-AF65-F5344CB8AC3E}">
        <p14:creationId xmlns:p14="http://schemas.microsoft.com/office/powerpoint/2010/main" val="393405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The End with Contact info">
    <p:spTree>
      <p:nvGrpSpPr>
        <p:cNvPr id="1" name=""/>
        <p:cNvGrpSpPr/>
        <p:nvPr/>
      </p:nvGrpSpPr>
      <p:grpSpPr>
        <a:xfrm>
          <a:off x="0" y="0"/>
          <a:ext cx="0" cy="0"/>
          <a:chOff x="0" y="0"/>
          <a:chExt cx="0" cy="0"/>
        </a:xfrm>
      </p:grpSpPr>
      <p:sp>
        <p:nvSpPr>
          <p:cNvPr id="4" name="Rectangle 6"/>
          <p:cNvSpPr>
            <a:spLocks noGrp="1" noChangeArrowheads="1"/>
          </p:cNvSpPr>
          <p:nvPr>
            <p:ph type="sldNum" sz="quarter" idx="12"/>
          </p:nvPr>
        </p:nvSpPr>
        <p:spPr>
          <a:ln/>
        </p:spPr>
        <p:txBody>
          <a:bodyPr/>
          <a:lstStyle>
            <a:lvl1pPr>
              <a:defRPr/>
            </a:lvl1pPr>
          </a:lstStyle>
          <a:p>
            <a:pPr>
              <a:defRPr/>
            </a:pPr>
            <a:fld id="{A14ED451-723F-4E8F-ACC5-3FD132FB63D8}" type="slidenum">
              <a:rPr lang="nl-NL"/>
              <a:pPr>
                <a:defRPr/>
              </a:pPr>
              <a:t>‹#›</a:t>
            </a:fld>
            <a:endParaRPr lang="nl-NL" dirty="0"/>
          </a:p>
        </p:txBody>
      </p:sp>
      <p:pic>
        <p:nvPicPr>
          <p:cNvPr id="3" name="Picture 2"/>
          <p:cNvPicPr>
            <a:picLocks noChangeAspect="1"/>
          </p:cNvPicPr>
          <p:nvPr userDrawn="1"/>
        </p:nvPicPr>
        <p:blipFill>
          <a:blip r:embed="rId2"/>
          <a:stretch>
            <a:fillRect/>
          </a:stretch>
        </p:blipFill>
        <p:spPr>
          <a:xfrm>
            <a:off x="4735214" y="2027730"/>
            <a:ext cx="3869346" cy="2575293"/>
          </a:xfrm>
          <a:prstGeom prst="rect">
            <a:avLst/>
          </a:prstGeom>
        </p:spPr>
      </p:pic>
    </p:spTree>
    <p:extLst>
      <p:ext uri="{BB962C8B-B14F-4D97-AF65-F5344CB8AC3E}">
        <p14:creationId xmlns:p14="http://schemas.microsoft.com/office/powerpoint/2010/main" val="60831471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nl-NL" smtClean="0"/>
              <a:t>Titelstijl van model bewerken</a:t>
            </a:r>
            <a:endParaRPr lang="nl-NL"/>
          </a:p>
        </p:txBody>
      </p:sp>
      <p:sp>
        <p:nvSpPr>
          <p:cNvPr id="3" name="Subtitel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smtClean="0"/>
              <a:t>Klik om de titelstijl van het model te bewerken</a:t>
            </a:r>
            <a:endParaRPr lang="nl-NL"/>
          </a:p>
        </p:txBody>
      </p:sp>
    </p:spTree>
    <p:extLst>
      <p:ext uri="{BB962C8B-B14F-4D97-AF65-F5344CB8AC3E}">
        <p14:creationId xmlns:p14="http://schemas.microsoft.com/office/powerpoint/2010/main" val="236464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427512" y="115888"/>
            <a:ext cx="8277101" cy="81038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noProof="0" smtClean="0"/>
              <a:t>Klik om het opmaakprofiel te bewerken</a:t>
            </a:r>
          </a:p>
        </p:txBody>
      </p:sp>
      <p:sp>
        <p:nvSpPr>
          <p:cNvPr id="1028" name="Rectangle 3"/>
          <p:cNvSpPr>
            <a:spLocks noGrp="1" noChangeArrowheads="1"/>
          </p:cNvSpPr>
          <p:nvPr>
            <p:ph type="body" idx="1"/>
          </p:nvPr>
        </p:nvSpPr>
        <p:spPr bwMode="auto">
          <a:xfrm>
            <a:off x="457200" y="1128156"/>
            <a:ext cx="8229600" cy="49980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noProof="0" dirty="0" err="1" smtClean="0"/>
              <a:t>Klik</a:t>
            </a:r>
            <a:r>
              <a:rPr lang="en-GB" noProof="0" dirty="0" smtClean="0"/>
              <a:t> </a:t>
            </a:r>
            <a:r>
              <a:rPr lang="en-GB" noProof="0" dirty="0" err="1" smtClean="0"/>
              <a:t>om</a:t>
            </a:r>
            <a:r>
              <a:rPr lang="en-GB" noProof="0" dirty="0" smtClean="0"/>
              <a:t> de </a:t>
            </a:r>
            <a:r>
              <a:rPr lang="en-GB" noProof="0" dirty="0" err="1" smtClean="0"/>
              <a:t>opmaakprofielen</a:t>
            </a:r>
            <a:r>
              <a:rPr lang="en-GB" noProof="0" dirty="0" smtClean="0"/>
              <a:t> van de </a:t>
            </a:r>
            <a:r>
              <a:rPr lang="en-GB" noProof="0" dirty="0" err="1" smtClean="0"/>
              <a:t>modeltekst</a:t>
            </a:r>
            <a:r>
              <a:rPr lang="en-GB" noProof="0" dirty="0" smtClean="0"/>
              <a:t> </a:t>
            </a:r>
            <a:r>
              <a:rPr lang="en-GB" noProof="0" dirty="0" err="1" smtClean="0"/>
              <a:t>te</a:t>
            </a:r>
            <a:r>
              <a:rPr lang="en-GB" noProof="0" dirty="0" smtClean="0"/>
              <a:t> </a:t>
            </a:r>
            <a:r>
              <a:rPr lang="en-GB" noProof="0" dirty="0" err="1" smtClean="0"/>
              <a:t>bewerken</a:t>
            </a:r>
            <a:endParaRPr lang="en-GB" noProof="0" dirty="0" smtClean="0"/>
          </a:p>
          <a:p>
            <a:pPr lvl="1"/>
            <a:r>
              <a:rPr lang="en-GB" noProof="0" dirty="0" err="1" smtClean="0"/>
              <a:t>Tweede</a:t>
            </a:r>
            <a:r>
              <a:rPr lang="en-GB" noProof="0" dirty="0" smtClean="0"/>
              <a:t> </a:t>
            </a:r>
            <a:r>
              <a:rPr lang="en-GB" noProof="0" dirty="0" err="1" smtClean="0"/>
              <a:t>niveau</a:t>
            </a:r>
            <a:endParaRPr lang="en-GB" noProof="0" dirty="0" smtClean="0"/>
          </a:p>
          <a:p>
            <a:pPr lvl="2"/>
            <a:r>
              <a:rPr lang="en-GB" noProof="0" dirty="0" err="1" smtClean="0"/>
              <a:t>Derde</a:t>
            </a:r>
            <a:r>
              <a:rPr lang="en-GB" noProof="0" dirty="0" smtClean="0"/>
              <a:t> </a:t>
            </a:r>
            <a:r>
              <a:rPr lang="en-GB" noProof="0" dirty="0" err="1" smtClean="0"/>
              <a:t>niveau</a:t>
            </a:r>
            <a:endParaRPr lang="en-GB" noProof="0" dirty="0" smtClean="0"/>
          </a:p>
          <a:p>
            <a:pPr lvl="3"/>
            <a:r>
              <a:rPr lang="en-GB" noProof="0" dirty="0" err="1" smtClean="0"/>
              <a:t>Vierde</a:t>
            </a:r>
            <a:r>
              <a:rPr lang="en-GB" noProof="0" dirty="0" smtClean="0"/>
              <a:t> </a:t>
            </a:r>
            <a:r>
              <a:rPr lang="en-GB" noProof="0" dirty="0" err="1" smtClean="0"/>
              <a:t>niveau</a:t>
            </a:r>
            <a:endParaRPr lang="en-GB" noProof="0" dirty="0" smtClean="0"/>
          </a:p>
          <a:p>
            <a:pPr lvl="4"/>
            <a:r>
              <a:rPr lang="en-GB" noProof="0" dirty="0" err="1" smtClean="0"/>
              <a:t>Vijfde</a:t>
            </a:r>
            <a:r>
              <a:rPr lang="en-GB" noProof="0" dirty="0" smtClean="0"/>
              <a:t> </a:t>
            </a:r>
            <a:r>
              <a:rPr lang="en-GB" noProof="0" dirty="0" err="1" smtClean="0"/>
              <a:t>niveau</a:t>
            </a:r>
            <a:endParaRPr lang="en-GB" noProof="0" dirty="0" smtClean="0"/>
          </a:p>
        </p:txBody>
      </p:sp>
      <p:sp>
        <p:nvSpPr>
          <p:cNvPr id="1030" name="Rectangle 6"/>
          <p:cNvSpPr>
            <a:spLocks noGrp="1" noChangeArrowheads="1"/>
          </p:cNvSpPr>
          <p:nvPr>
            <p:ph type="sldNum" sz="quarter" idx="4"/>
          </p:nvPr>
        </p:nvSpPr>
        <p:spPr bwMode="auto">
          <a:xfrm>
            <a:off x="4347357" y="6406738"/>
            <a:ext cx="449287" cy="451262"/>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tx1"/>
                </a:solidFill>
                <a:cs typeface="Arial" charset="0"/>
              </a:defRPr>
            </a:lvl1pPr>
          </a:lstStyle>
          <a:p>
            <a:pPr>
              <a:defRPr/>
            </a:pPr>
            <a:fld id="{89C19F3F-96B5-4B09-BA99-B75A787FECA1}" type="slidenum">
              <a:rPr lang="nl-NL" smtClean="0"/>
              <a:pPr>
                <a:defRPr/>
              </a:pPr>
              <a:t>‹#›</a:t>
            </a:fld>
            <a:endParaRPr lang="nl-NL" dirty="0"/>
          </a:p>
        </p:txBody>
      </p:sp>
      <p:sp>
        <p:nvSpPr>
          <p:cNvPr id="1033" name="Text Box 9"/>
          <p:cNvSpPr txBox="1">
            <a:spLocks noChangeArrowheads="1"/>
          </p:cNvSpPr>
          <p:nvPr/>
        </p:nvSpPr>
        <p:spPr bwMode="auto">
          <a:xfrm>
            <a:off x="3995738" y="3500438"/>
            <a:ext cx="1368425" cy="366712"/>
          </a:xfrm>
          <a:prstGeom prst="rect">
            <a:avLst/>
          </a:prstGeom>
          <a:noFill/>
          <a:ln w="9525">
            <a:noFill/>
            <a:miter lim="800000"/>
            <a:headEnd/>
            <a:tailEnd/>
          </a:ln>
          <a:effectLst/>
        </p:spPr>
        <p:txBody>
          <a:bodyPr>
            <a:spAutoFit/>
          </a:bodyPr>
          <a:lstStyle/>
          <a:p>
            <a:pPr>
              <a:spcBef>
                <a:spcPct val="50000"/>
              </a:spcBef>
              <a:defRPr/>
            </a:pPr>
            <a:endParaRPr lang="nl-NL" sz="1800" dirty="0">
              <a:solidFill>
                <a:schemeClr val="tx1"/>
              </a:solidFill>
              <a:latin typeface="Arial" charset="0"/>
            </a:endParaRPr>
          </a:p>
        </p:txBody>
      </p:sp>
      <p:cxnSp>
        <p:nvCxnSpPr>
          <p:cNvPr id="12" name="Straight Connector 11"/>
          <p:cNvCxnSpPr/>
          <p:nvPr/>
        </p:nvCxnSpPr>
        <p:spPr bwMode="auto">
          <a:xfrm>
            <a:off x="-1975" y="987466"/>
            <a:ext cx="9144000" cy="158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p:nvPr userDrawn="1"/>
        </p:nvCxnSpPr>
        <p:spPr bwMode="auto">
          <a:xfrm>
            <a:off x="-1975" y="6305500"/>
            <a:ext cx="9144000" cy="158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2" name="Picture 1"/>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7380" y="6391931"/>
            <a:ext cx="1876425" cy="447675"/>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817948" y="6348597"/>
            <a:ext cx="827530" cy="46244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Lst>
  <p:timing>
    <p:tnLst>
      <p:par>
        <p:cTn id="1" dur="indefinite" restart="never" nodeType="tmRoot"/>
      </p:par>
    </p:tnLst>
  </p:timing>
  <p:hf hdr="0" ftr="0" dt="0"/>
  <p:txStyles>
    <p:titleStyle>
      <a:lvl1pPr algn="ctr" rtl="0" eaLnBrk="0" fontAlgn="base" hangingPunct="0">
        <a:spcBef>
          <a:spcPct val="0"/>
        </a:spcBef>
        <a:spcAft>
          <a:spcPct val="0"/>
        </a:spcAft>
        <a:defRPr sz="1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p:titleStyle>
    <p:bodyStyle>
      <a:lvl1pPr marL="342900" indent="-342900" algn="l" rtl="0" eaLnBrk="0" fontAlgn="base" hangingPunct="0">
        <a:spcBef>
          <a:spcPct val="20000"/>
        </a:spcBef>
        <a:spcAft>
          <a:spcPct val="0"/>
        </a:spcAft>
        <a:buChar char="•"/>
        <a:defRPr sz="18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2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2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tiff"/></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gi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8.jpeg"/><Relationship Id="rId13" Type="http://schemas.microsoft.com/office/2007/relationships/diagramDrawing" Target="../diagrams/drawing4.xml"/><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diagramColors" Target="../diagrams/colors4.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QuickStyle" Target="../diagrams/quickStyle4.xml"/><Relationship Id="rId5" Type="http://schemas.openxmlformats.org/officeDocument/2006/relationships/diagramQuickStyle" Target="../diagrams/quickStyle3.xml"/><Relationship Id="rId10" Type="http://schemas.openxmlformats.org/officeDocument/2006/relationships/diagramLayout" Target="../diagrams/layout4.xml"/><Relationship Id="rId4" Type="http://schemas.openxmlformats.org/officeDocument/2006/relationships/diagramLayout" Target="../diagrams/layout3.xml"/><Relationship Id="rId9" Type="http://schemas.openxmlformats.org/officeDocument/2006/relationships/diagramData" Target="../diagrams/data4.xml"/><Relationship Id="rId14" Type="http://schemas.openxmlformats.org/officeDocument/2006/relationships/image" Target="../media/image17.jpe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emf"/><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9.jpe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hyperlink" Target="http://www.google.nl/url?sa=i&amp;rct=j&amp;q=&amp;esrc=s&amp;frm=1&amp;source=images&amp;cd=&amp;cad=rja&amp;docid=zESqkv3qeKzikM&amp;tbnid=d3t9aS7rgT-kxM:&amp;ved=0CAUQjRw&amp;url=http://www.bubbleweb.eu/are-we-entering-the-post-pc-era/&amp;ei=HbulUeqiLcuT0AXggIGgCg&amp;psig=AFQjCNGkUFT4nxmzEUjM8cOVh5ebZeIyrQ&amp;ust=1369902022768605" TargetMode="External"/><Relationship Id="rId5" Type="http://schemas.openxmlformats.org/officeDocument/2006/relationships/image" Target="../media/image58.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5.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6.xml"/><Relationship Id="rId7" Type="http://schemas.openxmlformats.org/officeDocument/2006/relationships/image" Target="../media/image17.jpeg"/><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p:cNvSpPr txBox="1"/>
          <p:nvPr/>
        </p:nvSpPr>
        <p:spPr>
          <a:xfrm>
            <a:off x="2897030" y="5652028"/>
            <a:ext cx="3456480" cy="369332"/>
          </a:xfrm>
          <a:prstGeom prst="rect">
            <a:avLst/>
          </a:prstGeom>
          <a:noFill/>
        </p:spPr>
        <p:txBody>
          <a:bodyPr wrap="square" rtlCol="0">
            <a:spAutoFit/>
          </a:bodyPr>
          <a:lstStyle/>
          <a:p>
            <a:pPr algn="ctr"/>
            <a:r>
              <a:rPr lang="en-GB" sz="1800" dirty="0" smtClean="0">
                <a:solidFill>
                  <a:schemeClr val="bg1">
                    <a:lumMod val="50000"/>
                  </a:schemeClr>
                </a:solidFill>
                <a:latin typeface="Calibri" pitchFamily="34" charset="0"/>
                <a:cs typeface="Calibri" pitchFamily="34" charset="0"/>
              </a:rPr>
              <a:t>Amsterdam, 3  march 2015</a:t>
            </a:r>
            <a:endParaRPr lang="en-GB" sz="1800" dirty="0">
              <a:solidFill>
                <a:schemeClr val="bg1">
                  <a:lumMod val="50000"/>
                </a:schemeClr>
              </a:solidFill>
              <a:latin typeface="Calibri" pitchFamily="34" charset="0"/>
              <a:cs typeface="Calibri" pitchFamily="34" charset="0"/>
            </a:endParaRPr>
          </a:p>
        </p:txBody>
      </p:sp>
      <p:pic>
        <p:nvPicPr>
          <p:cNvPr id="6" name="98c68698-1950-4925-8248-6fb1ed674539" descr="0D77B304-F2DF-4D62-AC81-2FBEEC9D5E8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851" y="4375699"/>
            <a:ext cx="1765353" cy="1693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PastedGraphic-1.tif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8220" y="4066290"/>
            <a:ext cx="2203417" cy="2203417"/>
          </a:xfrm>
          <a:prstGeom prst="rect">
            <a:avLst/>
          </a:prstGeom>
        </p:spPr>
      </p:pic>
      <p:sp>
        <p:nvSpPr>
          <p:cNvPr id="2" name="TextBox 1"/>
          <p:cNvSpPr txBox="1"/>
          <p:nvPr/>
        </p:nvSpPr>
        <p:spPr>
          <a:xfrm>
            <a:off x="1427570" y="1508358"/>
            <a:ext cx="6395401" cy="64633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eaLnBrk="1" hangingPunct="1">
              <a:defRPr>
                <a:latin typeface="Calibri" pitchFamily="34" charset="0"/>
                <a:ea typeface="+mj-ea"/>
                <a:cs typeface="Calibri" pitchFamily="34" charset="0"/>
              </a:defRPr>
            </a:lvl1pPr>
            <a:lvl2pPr algn="ctr" eaLnBrk="1" hangingPunct="1">
              <a:defRPr sz="2400"/>
            </a:lvl2pPr>
            <a:lvl3pPr algn="ctr" eaLnBrk="1" hangingPunct="1">
              <a:defRPr sz="2400"/>
            </a:lvl3pPr>
            <a:lvl4pPr algn="ctr" eaLnBrk="1" hangingPunct="1">
              <a:defRPr sz="2400"/>
            </a:lvl4pPr>
            <a:lvl5pPr algn="ctr" eaLnBrk="1" hangingPunct="1">
              <a:defRPr sz="2400"/>
            </a:lvl5pPr>
            <a:lvl6pPr marL="457200" algn="ctr" fontAlgn="base">
              <a:spcBef>
                <a:spcPct val="0"/>
              </a:spcBef>
              <a:spcAft>
                <a:spcPct val="0"/>
              </a:spcAft>
              <a:defRPr sz="4000"/>
            </a:lvl6pPr>
            <a:lvl7pPr marL="914400" algn="ctr" fontAlgn="base">
              <a:spcBef>
                <a:spcPct val="0"/>
              </a:spcBef>
              <a:spcAft>
                <a:spcPct val="0"/>
              </a:spcAft>
              <a:defRPr sz="4000"/>
            </a:lvl7pPr>
            <a:lvl8pPr marL="1371600" algn="ctr" fontAlgn="base">
              <a:spcBef>
                <a:spcPct val="0"/>
              </a:spcBef>
              <a:spcAft>
                <a:spcPct val="0"/>
              </a:spcAft>
              <a:defRPr sz="4000"/>
            </a:lvl8pPr>
            <a:lvl9pPr marL="1828800" algn="ctr" fontAlgn="base">
              <a:spcBef>
                <a:spcPct val="0"/>
              </a:spcBef>
              <a:spcAft>
                <a:spcPct val="0"/>
              </a:spcAft>
              <a:defRPr sz="4000"/>
            </a:lvl9pPr>
          </a:lstStyle>
          <a:p>
            <a:r>
              <a:rPr lang="en-GB" dirty="0" smtClean="0">
                <a:solidFill>
                  <a:schemeClr val="bg2"/>
                </a:solidFill>
              </a:rPr>
              <a:t>Introduction to </a:t>
            </a:r>
            <a:endParaRPr lang="en-US" dirty="0">
              <a:solidFill>
                <a:schemeClr val="bg2"/>
              </a:solidFill>
            </a:endParaRPr>
          </a:p>
        </p:txBody>
      </p:sp>
      <p:sp>
        <p:nvSpPr>
          <p:cNvPr id="9" name="TextBox 8"/>
          <p:cNvSpPr txBox="1"/>
          <p:nvPr/>
        </p:nvSpPr>
        <p:spPr>
          <a:xfrm>
            <a:off x="2299707" y="4221111"/>
            <a:ext cx="4651126" cy="93612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eaLnBrk="1" hangingPunct="1">
              <a:defRPr>
                <a:latin typeface="Calibri" pitchFamily="34" charset="0"/>
                <a:ea typeface="+mj-ea"/>
                <a:cs typeface="Calibri" pitchFamily="34" charset="0"/>
              </a:defRPr>
            </a:lvl1pPr>
            <a:lvl2pPr algn="ctr" eaLnBrk="1" hangingPunct="1">
              <a:defRPr sz="2400"/>
            </a:lvl2pPr>
            <a:lvl3pPr algn="ctr" eaLnBrk="1" hangingPunct="1">
              <a:defRPr sz="2400"/>
            </a:lvl3pPr>
            <a:lvl4pPr algn="ctr" eaLnBrk="1" hangingPunct="1">
              <a:defRPr sz="2400"/>
            </a:lvl4pPr>
            <a:lvl5pPr algn="ctr" eaLnBrk="1" hangingPunct="1">
              <a:defRPr sz="2400"/>
            </a:lvl5pPr>
            <a:lvl6pPr marL="457200" algn="ctr" fontAlgn="base">
              <a:spcBef>
                <a:spcPct val="0"/>
              </a:spcBef>
              <a:spcAft>
                <a:spcPct val="0"/>
              </a:spcAft>
              <a:defRPr sz="4000"/>
            </a:lvl6pPr>
            <a:lvl7pPr marL="914400" algn="ctr" fontAlgn="base">
              <a:spcBef>
                <a:spcPct val="0"/>
              </a:spcBef>
              <a:spcAft>
                <a:spcPct val="0"/>
              </a:spcAft>
              <a:defRPr sz="4000"/>
            </a:lvl7pPr>
            <a:lvl8pPr marL="1371600" algn="ctr" fontAlgn="base">
              <a:spcBef>
                <a:spcPct val="0"/>
              </a:spcBef>
              <a:spcAft>
                <a:spcPct val="0"/>
              </a:spcAft>
              <a:defRPr sz="4000"/>
            </a:lvl8pPr>
            <a:lvl9pPr marL="1828800" algn="ctr" fontAlgn="base">
              <a:spcBef>
                <a:spcPct val="0"/>
              </a:spcBef>
              <a:spcAft>
                <a:spcPct val="0"/>
              </a:spcAft>
              <a:defRPr sz="4000"/>
            </a:lvl9pPr>
          </a:lstStyle>
          <a:p>
            <a:r>
              <a:rPr lang="en-US" sz="2000" dirty="0" smtClean="0">
                <a:solidFill>
                  <a:schemeClr val="bg2"/>
                </a:solidFill>
              </a:rPr>
              <a:t>Jan </a:t>
            </a:r>
            <a:r>
              <a:rPr lang="en-US" sz="2000" dirty="0" err="1" smtClean="0">
                <a:solidFill>
                  <a:schemeClr val="bg2"/>
                </a:solidFill>
              </a:rPr>
              <a:t>Aernout</a:t>
            </a:r>
            <a:endParaRPr lang="en-US" sz="2000" dirty="0" smtClean="0">
              <a:solidFill>
                <a:schemeClr val="bg2"/>
              </a:solidFill>
            </a:endParaRPr>
          </a:p>
          <a:p>
            <a:r>
              <a:rPr lang="en-US" sz="2000" dirty="0" smtClean="0">
                <a:solidFill>
                  <a:schemeClr val="bg2"/>
                </a:solidFill>
              </a:rPr>
              <a:t>Sarah </a:t>
            </a:r>
            <a:r>
              <a:rPr lang="en-US" sz="2000" dirty="0" err="1" smtClean="0">
                <a:solidFill>
                  <a:schemeClr val="bg2"/>
                </a:solidFill>
              </a:rPr>
              <a:t>Gerritse</a:t>
            </a:r>
            <a:endParaRPr lang="en-US" sz="2000" dirty="0" smtClean="0">
              <a:solidFill>
                <a:schemeClr val="bg2"/>
              </a:solidFill>
            </a:endParaRPr>
          </a:p>
          <a:p>
            <a:endParaRPr lang="en-US" sz="1800" dirty="0"/>
          </a:p>
        </p:txBody>
      </p:sp>
      <p:pic>
        <p:nvPicPr>
          <p:cNvPr id="3" name="Picture 2"/>
          <p:cNvPicPr>
            <a:picLocks noChangeAspect="1"/>
          </p:cNvPicPr>
          <p:nvPr/>
        </p:nvPicPr>
        <p:blipFill>
          <a:blip r:embed="rId5"/>
          <a:stretch>
            <a:fillRect/>
          </a:stretch>
        </p:blipFill>
        <p:spPr>
          <a:xfrm>
            <a:off x="3442544" y="185871"/>
            <a:ext cx="2365453" cy="627942"/>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53720" y="2564880"/>
            <a:ext cx="1943100" cy="1085850"/>
          </a:xfrm>
          <a:prstGeom prst="rect">
            <a:avLst/>
          </a:prstGeom>
        </p:spPr>
      </p:pic>
    </p:spTree>
    <p:extLst>
      <p:ext uri="{BB962C8B-B14F-4D97-AF65-F5344CB8AC3E}">
        <p14:creationId xmlns:p14="http://schemas.microsoft.com/office/powerpoint/2010/main" val="31366481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1124680"/>
            <a:ext cx="8437418" cy="5001483"/>
          </a:xfrm>
        </p:spPr>
        <p:txBody>
          <a:bodyPr/>
          <a:lstStyle/>
          <a:p>
            <a:pPr marL="457200" lvl="1" indent="0" algn="ctr">
              <a:buNone/>
            </a:pPr>
            <a:r>
              <a:rPr lang="en-GB" sz="1800" dirty="0" smtClean="0">
                <a:latin typeface="Calibri" pitchFamily="34" charset="0"/>
                <a:ea typeface="+mn-ea"/>
                <a:cs typeface="Calibri" pitchFamily="34" charset="0"/>
              </a:rPr>
              <a:t>Founded </a:t>
            </a:r>
            <a:r>
              <a:rPr lang="en-GB" sz="1800" dirty="0">
                <a:latin typeface="Calibri" pitchFamily="34" charset="0"/>
                <a:ea typeface="+mn-ea"/>
                <a:cs typeface="Calibri" pitchFamily="34" charset="0"/>
              </a:rPr>
              <a:t>by a group of people with deep experience in the services industry who collectively have been challenged over the years because there is no simple "solution" that can help complex client supplier relationships </a:t>
            </a:r>
            <a:endParaRPr lang="en-GB" sz="1800" dirty="0" smtClean="0">
              <a:latin typeface="Calibri" pitchFamily="34" charset="0"/>
              <a:ea typeface="+mn-ea"/>
              <a:cs typeface="Calibri" pitchFamily="34" charset="0"/>
            </a:endParaRPr>
          </a:p>
          <a:p>
            <a:pPr marL="457200" lvl="1" indent="0" algn="ctr">
              <a:buNone/>
            </a:pPr>
            <a:endParaRPr lang="en-GB" sz="900" dirty="0">
              <a:latin typeface="Calibri" pitchFamily="34" charset="0"/>
              <a:ea typeface="+mn-ea"/>
              <a:cs typeface="Calibri" pitchFamily="34" charset="0"/>
            </a:endParaRPr>
          </a:p>
          <a:p>
            <a:pPr marL="457200" lvl="1" indent="0" algn="ctr">
              <a:buNone/>
            </a:pPr>
            <a:r>
              <a:rPr lang="en-GB" sz="1800" dirty="0">
                <a:latin typeface="Calibri" pitchFamily="34" charset="0"/>
                <a:ea typeface="+mn-ea"/>
                <a:cs typeface="Calibri" pitchFamily="34" charset="0"/>
              </a:rPr>
              <a:t>We have identified the gap, validated the demand, determined the scope and </a:t>
            </a:r>
            <a:r>
              <a:rPr lang="en-GB" sz="1800" dirty="0" smtClean="0">
                <a:latin typeface="Calibri" pitchFamily="34" charset="0"/>
                <a:ea typeface="+mn-ea"/>
                <a:cs typeface="Calibri" pitchFamily="34" charset="0"/>
              </a:rPr>
              <a:t>mobilised industry </a:t>
            </a:r>
            <a:r>
              <a:rPr lang="en-GB" sz="1800" dirty="0">
                <a:latin typeface="Calibri" pitchFamily="34" charset="0"/>
                <a:ea typeface="+mn-ea"/>
                <a:cs typeface="Calibri" pitchFamily="34" charset="0"/>
              </a:rPr>
              <a:t>experts and developed </a:t>
            </a:r>
            <a:r>
              <a:rPr lang="en-GB" sz="1800" i="1" dirty="0" smtClean="0">
                <a:latin typeface="Calibri" pitchFamily="34" charset="0"/>
                <a:ea typeface="+mn-ea"/>
                <a:cs typeface="Calibri" pitchFamily="34" charset="0"/>
              </a:rPr>
              <a:t>Evaluetor</a:t>
            </a:r>
            <a:r>
              <a:rPr lang="en-GB" sz="1800" i="1" baseline="30000" dirty="0" smtClean="0">
                <a:latin typeface="Calibri" pitchFamily="34" charset="0"/>
                <a:ea typeface="+mn-ea"/>
                <a:cs typeface="Calibri" pitchFamily="34" charset="0"/>
              </a:rPr>
              <a:t>© </a:t>
            </a:r>
          </a:p>
          <a:p>
            <a:pPr marL="457200" lvl="1" indent="0" algn="ctr">
              <a:buNone/>
            </a:pPr>
            <a:endParaRPr lang="en-GB" sz="1100" baseline="30000" dirty="0">
              <a:latin typeface="Calibri" pitchFamily="34" charset="0"/>
              <a:ea typeface="+mn-ea"/>
              <a:cs typeface="Calibri" pitchFamily="34" charset="0"/>
            </a:endParaRPr>
          </a:p>
          <a:p>
            <a:pPr marL="457200" lvl="1" indent="0" algn="ctr">
              <a:buNone/>
            </a:pPr>
            <a:r>
              <a:rPr lang="en-GB" sz="1800" dirty="0">
                <a:latin typeface="Calibri" pitchFamily="34" charset="0"/>
                <a:ea typeface="+mn-ea"/>
                <a:cs typeface="Calibri" pitchFamily="34" charset="0"/>
              </a:rPr>
              <a:t>We </a:t>
            </a:r>
            <a:r>
              <a:rPr lang="en-GB" sz="1800" dirty="0" smtClean="0">
                <a:latin typeface="Calibri" pitchFamily="34" charset="0"/>
                <a:ea typeface="+mn-ea"/>
                <a:cs typeface="Calibri" pitchFamily="34" charset="0"/>
              </a:rPr>
              <a:t>have created </a:t>
            </a:r>
            <a:r>
              <a:rPr lang="en-GB" sz="1800" dirty="0">
                <a:latin typeface="Calibri" pitchFamily="34" charset="0"/>
                <a:ea typeface="+mn-ea"/>
                <a:cs typeface="Calibri" pitchFamily="34" charset="0"/>
              </a:rPr>
              <a:t>a solution that consists of 3 </a:t>
            </a:r>
            <a:r>
              <a:rPr lang="en-GB" sz="1800" dirty="0" smtClean="0">
                <a:latin typeface="Calibri" pitchFamily="34" charset="0"/>
                <a:ea typeface="+mn-ea"/>
                <a:cs typeface="Calibri" pitchFamily="34" charset="0"/>
              </a:rPr>
              <a:t>pillars</a:t>
            </a:r>
            <a:endParaRPr lang="en-GB" sz="1800" dirty="0">
              <a:latin typeface="Calibri" pitchFamily="34" charset="0"/>
              <a:ea typeface="+mn-ea"/>
              <a:cs typeface="Calibri" pitchFamily="34" charset="0"/>
            </a:endParaRPr>
          </a:p>
          <a:p>
            <a:pPr lvl="3"/>
            <a:endParaRPr lang="en-GB" sz="1400" dirty="0" smtClean="0"/>
          </a:p>
          <a:p>
            <a:pPr marL="914400" lvl="2" indent="0">
              <a:buNone/>
            </a:pPr>
            <a:endParaRPr lang="en-GB" sz="1800" dirty="0" smtClean="0"/>
          </a:p>
        </p:txBody>
      </p:sp>
      <p:sp>
        <p:nvSpPr>
          <p:cNvPr id="2" name="Title 1"/>
          <p:cNvSpPr>
            <a:spLocks noGrp="1"/>
          </p:cNvSpPr>
          <p:nvPr>
            <p:ph type="title"/>
          </p:nvPr>
        </p:nvSpPr>
        <p:spPr/>
        <p:txBody>
          <a:bodyPr/>
          <a:lstStyle/>
          <a:p>
            <a:r>
              <a:rPr lang="en-GB" sz="2400" dirty="0" smtClean="0">
                <a:solidFill>
                  <a:schemeClr val="tx1"/>
                </a:solidFill>
                <a:ea typeface="+mn-ea"/>
              </a:rPr>
              <a:t>Introducing Senority </a:t>
            </a:r>
            <a:endParaRPr lang="en-GB" sz="2400" dirty="0">
              <a:solidFill>
                <a:schemeClr val="tx1"/>
              </a:solidFill>
              <a:ea typeface="+mn-ea"/>
            </a:endParaRPr>
          </a:p>
        </p:txBody>
      </p:sp>
      <p:sp>
        <p:nvSpPr>
          <p:cNvPr id="5" name="Slide Number Placeholder 4"/>
          <p:cNvSpPr>
            <a:spLocks noGrp="1"/>
          </p:cNvSpPr>
          <p:nvPr>
            <p:ph type="sldNum" sz="quarter" idx="4"/>
          </p:nvPr>
        </p:nvSpPr>
        <p:spPr/>
        <p:txBody>
          <a:bodyPr/>
          <a:lstStyle/>
          <a:p>
            <a:pPr>
              <a:defRPr/>
            </a:pPr>
            <a:fld id="{D5F246EE-A698-40F2-9104-E597CE2CF7A1}" type="slidenum">
              <a:rPr lang="nl-NL" smtClean="0"/>
              <a:pPr>
                <a:defRPr/>
              </a:pPr>
              <a:t>2</a:t>
            </a:fld>
            <a:endParaRPr lang="nl-NL" dirty="0"/>
          </a:p>
        </p:txBody>
      </p:sp>
      <p:graphicFrame>
        <p:nvGraphicFramePr>
          <p:cNvPr id="7" name="Diagram 6"/>
          <p:cNvGraphicFramePr/>
          <p:nvPr>
            <p:extLst>
              <p:ext uri="{D42A27DB-BD31-4B8C-83A1-F6EECF244321}">
                <p14:modId xmlns:p14="http://schemas.microsoft.com/office/powerpoint/2010/main" val="3575847154"/>
              </p:ext>
            </p:extLst>
          </p:nvPr>
        </p:nvGraphicFramePr>
        <p:xfrm>
          <a:off x="1842843" y="3231887"/>
          <a:ext cx="5458315" cy="29771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12683" y="5799198"/>
            <a:ext cx="707667" cy="174537"/>
          </a:xfrm>
          <a:prstGeom prst="rect">
            <a:avLst/>
          </a:prstGeom>
        </p:spPr>
      </p:pic>
    </p:spTree>
    <p:extLst>
      <p:ext uri="{BB962C8B-B14F-4D97-AF65-F5344CB8AC3E}">
        <p14:creationId xmlns:p14="http://schemas.microsoft.com/office/powerpoint/2010/main" val="1954066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entagon 7"/>
          <p:cNvSpPr/>
          <p:nvPr/>
        </p:nvSpPr>
        <p:spPr bwMode="auto">
          <a:xfrm>
            <a:off x="251400" y="1628750"/>
            <a:ext cx="6048840" cy="4464620"/>
          </a:xfrm>
          <a:prstGeom prst="homePlate">
            <a:avLst>
              <a:gd name="adj" fmla="val 33359"/>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2400" dirty="0">
              <a:solidFill>
                <a:schemeClr val="tx2"/>
              </a:solidFill>
              <a:latin typeface="Verdana" pitchFamily="34" charset="0"/>
              <a:cs typeface="Arial" charset="0"/>
            </a:endParaRPr>
          </a:p>
        </p:txBody>
      </p:sp>
      <p:sp>
        <p:nvSpPr>
          <p:cNvPr id="2"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sz="2400" dirty="0" smtClean="0"/>
              <a:t>Senority invested in Evaluetor ….</a:t>
            </a:r>
            <a:endParaRPr lang="en-GB" sz="2400" dirty="0"/>
          </a:p>
        </p:txBody>
      </p:sp>
      <p:sp>
        <p:nvSpPr>
          <p:cNvPr id="12" name="TextBox 11"/>
          <p:cNvSpPr txBox="1"/>
          <p:nvPr/>
        </p:nvSpPr>
        <p:spPr>
          <a:xfrm>
            <a:off x="316089" y="1056569"/>
            <a:ext cx="8827911" cy="369332"/>
          </a:xfrm>
          <a:prstGeom prst="rect">
            <a:avLst/>
          </a:prstGeom>
          <a:noFill/>
        </p:spPr>
        <p:txBody>
          <a:bodyPr wrap="square" rtlCol="0">
            <a:spAutoFit/>
          </a:bodyPr>
          <a:lstStyle/>
          <a:p>
            <a:r>
              <a:rPr lang="en-US" sz="1800" b="1" i="1" dirty="0" smtClean="0">
                <a:latin typeface="Calibri" pitchFamily="34" charset="0"/>
                <a:cs typeface="Calibri" pitchFamily="34" charset="0"/>
              </a:rPr>
              <a:t>To unleash the value contained in contracts by managing expectations and compliance</a:t>
            </a:r>
          </a:p>
        </p:txBody>
      </p:sp>
      <p:sp>
        <p:nvSpPr>
          <p:cNvPr id="48" name="7-Point Star 47"/>
          <p:cNvSpPr/>
          <p:nvPr/>
        </p:nvSpPr>
        <p:spPr bwMode="auto">
          <a:xfrm>
            <a:off x="6769100" y="3422650"/>
            <a:ext cx="1171575" cy="1301750"/>
          </a:xfrm>
          <a:prstGeom prst="star7">
            <a:avLst/>
          </a:prstGeom>
          <a:noFill/>
          <a:ln w="9525" cap="flat" cmpd="sng" algn="ctr">
            <a:noFill/>
            <a:prstDash val="solid"/>
            <a:round/>
            <a:headEnd type="none" w="med" len="med"/>
            <a:tailEnd type="none" w="med" len="med"/>
          </a:ln>
          <a:effectLst/>
        </p:spPr>
        <p:txBody>
          <a:bodyPr anchor="ctr"/>
          <a:lstStyle/>
          <a:p>
            <a:pPr algn="ctr">
              <a:defRPr/>
            </a:pPr>
            <a:endParaRPr lang="nl-NL" sz="4400" dirty="0"/>
          </a:p>
        </p:txBody>
      </p:sp>
      <p:sp>
        <p:nvSpPr>
          <p:cNvPr id="49" name="AutoShape 3"/>
          <p:cNvSpPr>
            <a:spLocks noChangeAspect="1" noChangeArrowheads="1"/>
          </p:cNvSpPr>
          <p:nvPr/>
        </p:nvSpPr>
        <p:spPr bwMode="auto">
          <a:xfrm>
            <a:off x="3870325" y="2890838"/>
            <a:ext cx="1708150" cy="1304925"/>
          </a:xfrm>
          <a:prstGeom prst="rect">
            <a:avLst/>
          </a:prstGeom>
          <a:noFill/>
          <a:ln w="9525">
            <a:noFill/>
            <a:miter lim="800000"/>
            <a:headEnd/>
            <a:tailEnd/>
          </a:ln>
        </p:spPr>
        <p:txBody>
          <a:bodyPr/>
          <a:lstStyle/>
          <a:p>
            <a:pPr algn="ctr"/>
            <a:endParaRPr lang="en-US"/>
          </a:p>
        </p:txBody>
      </p:sp>
      <p:sp>
        <p:nvSpPr>
          <p:cNvPr id="14" name="TextBox 13"/>
          <p:cNvSpPr txBox="1"/>
          <p:nvPr/>
        </p:nvSpPr>
        <p:spPr>
          <a:xfrm>
            <a:off x="6300240" y="3068950"/>
            <a:ext cx="2843760" cy="1600438"/>
          </a:xfrm>
          <a:prstGeom prst="rect">
            <a:avLst/>
          </a:prstGeom>
          <a:noFill/>
        </p:spPr>
        <p:txBody>
          <a:bodyPr wrap="square" rtlCol="0">
            <a:spAutoFit/>
          </a:bodyPr>
          <a:lstStyle/>
          <a:p>
            <a:pPr marL="285750" indent="-285750">
              <a:buBlip>
                <a:blip r:embed="rId3"/>
              </a:buBlip>
            </a:pPr>
            <a:r>
              <a:rPr lang="en-GB" sz="1400" dirty="0" smtClean="0">
                <a:ln w="18415" cmpd="sng">
                  <a:prstDash val="solid"/>
                </a:ln>
                <a:solidFill>
                  <a:schemeClr val="tx1"/>
                </a:solidFill>
                <a:latin typeface="Calibri" pitchFamily="34" charset="0"/>
                <a:cs typeface="Calibri" pitchFamily="34" charset="0"/>
              </a:rPr>
              <a:t>Increase Client satisfaction</a:t>
            </a:r>
            <a:endParaRPr lang="en-GB" sz="1400" dirty="0">
              <a:ln w="18415" cmpd="sng">
                <a:prstDash val="solid"/>
              </a:ln>
              <a:solidFill>
                <a:schemeClr val="tx1"/>
              </a:solidFill>
              <a:latin typeface="Calibri" pitchFamily="34" charset="0"/>
              <a:cs typeface="Calibri" pitchFamily="34" charset="0"/>
            </a:endParaRPr>
          </a:p>
          <a:p>
            <a:pPr marL="285750" lvl="0" indent="-285750">
              <a:buBlip>
                <a:blip r:embed="rId3"/>
              </a:buBlip>
            </a:pPr>
            <a:r>
              <a:rPr lang="en-GB" sz="1400" dirty="0" smtClean="0">
                <a:ln w="18415" cmpd="sng">
                  <a:prstDash val="solid"/>
                </a:ln>
                <a:solidFill>
                  <a:schemeClr val="tx1"/>
                </a:solidFill>
                <a:latin typeface="Calibri" pitchFamily="34" charset="0"/>
                <a:cs typeface="Calibri" pitchFamily="34" charset="0"/>
              </a:rPr>
              <a:t>Avoid switch cost of strategic partners</a:t>
            </a:r>
          </a:p>
          <a:p>
            <a:pPr marL="285750" lvl="0" indent="-285750">
              <a:buBlip>
                <a:blip r:embed="rId3"/>
              </a:buBlip>
            </a:pPr>
            <a:r>
              <a:rPr lang="en-GB" sz="1400" dirty="0" smtClean="0">
                <a:ln w="18415" cmpd="sng">
                  <a:prstDash val="solid"/>
                </a:ln>
                <a:solidFill>
                  <a:schemeClr val="tx1"/>
                </a:solidFill>
                <a:latin typeface="Calibri" pitchFamily="34" charset="0"/>
                <a:cs typeface="Calibri" pitchFamily="34" charset="0"/>
              </a:rPr>
              <a:t>De-risked portfolio</a:t>
            </a:r>
          </a:p>
          <a:p>
            <a:pPr marL="285750" lvl="0" indent="-285750">
              <a:buBlip>
                <a:blip r:embed="rId3"/>
              </a:buBlip>
            </a:pPr>
            <a:r>
              <a:rPr lang="en-GB" sz="1400" dirty="0" smtClean="0">
                <a:ln w="18415" cmpd="sng">
                  <a:prstDash val="solid"/>
                </a:ln>
                <a:solidFill>
                  <a:schemeClr val="tx1"/>
                </a:solidFill>
                <a:latin typeface="Calibri" pitchFamily="34" charset="0"/>
                <a:cs typeface="Calibri" pitchFamily="34" charset="0"/>
              </a:rPr>
              <a:t>Leading indicators</a:t>
            </a:r>
          </a:p>
          <a:p>
            <a:pPr marL="285750" lvl="0" indent="-285750">
              <a:buBlip>
                <a:blip r:embed="rId3"/>
              </a:buBlip>
            </a:pPr>
            <a:r>
              <a:rPr lang="en-GB" sz="1400" dirty="0" smtClean="0">
                <a:ln w="18415" cmpd="sng">
                  <a:prstDash val="solid"/>
                </a:ln>
                <a:solidFill>
                  <a:schemeClr val="tx1"/>
                </a:solidFill>
                <a:latin typeface="Calibri" pitchFamily="34" charset="0"/>
                <a:cs typeface="Calibri" pitchFamily="34" charset="0"/>
              </a:rPr>
              <a:t>Decrease operational cost</a:t>
            </a:r>
          </a:p>
          <a:p>
            <a:pPr marL="285750" lvl="0" indent="-285750">
              <a:buBlip>
                <a:blip r:embed="rId3"/>
              </a:buBlip>
            </a:pPr>
            <a:r>
              <a:rPr lang="en-GB" sz="1400" dirty="0" smtClean="0">
                <a:ln w="18415" cmpd="sng">
                  <a:prstDash val="solid"/>
                </a:ln>
                <a:solidFill>
                  <a:schemeClr val="tx1"/>
                </a:solidFill>
                <a:latin typeface="Calibri" pitchFamily="34" charset="0"/>
                <a:cs typeface="Calibri" pitchFamily="34" charset="0"/>
              </a:rPr>
              <a:t>Achieve intention of contract</a:t>
            </a:r>
          </a:p>
        </p:txBody>
      </p:sp>
      <p:sp>
        <p:nvSpPr>
          <p:cNvPr id="3" name="Content Placeholder 2"/>
          <p:cNvSpPr>
            <a:spLocks noGrp="1"/>
          </p:cNvSpPr>
          <p:nvPr>
            <p:ph idx="1"/>
          </p:nvPr>
        </p:nvSpPr>
        <p:spPr>
          <a:xfrm>
            <a:off x="457200" y="1628750"/>
            <a:ext cx="5735660" cy="4497413"/>
          </a:xfrm>
        </p:spPr>
        <p:txBody>
          <a:bodyPr/>
          <a:lstStyle/>
          <a:p>
            <a:pPr lvl="0"/>
            <a:r>
              <a:rPr lang="en-GB" sz="1600" dirty="0"/>
              <a:t>Automated contract alerts;</a:t>
            </a:r>
          </a:p>
          <a:p>
            <a:pPr lvl="1"/>
            <a:r>
              <a:rPr lang="en-GB" sz="1050" dirty="0"/>
              <a:t>Clear view on priorities;</a:t>
            </a:r>
          </a:p>
          <a:p>
            <a:pPr lvl="1"/>
            <a:r>
              <a:rPr lang="en-GB" sz="1050" dirty="0"/>
              <a:t>No slippage of contract value;</a:t>
            </a:r>
          </a:p>
          <a:p>
            <a:pPr lvl="0"/>
            <a:r>
              <a:rPr lang="en-GB" sz="1600" dirty="0" smtClean="0"/>
              <a:t>Early </a:t>
            </a:r>
            <a:r>
              <a:rPr lang="en-GB" sz="1600" dirty="0"/>
              <a:t>identification of issues and opportunities;</a:t>
            </a:r>
          </a:p>
          <a:p>
            <a:pPr lvl="1"/>
            <a:r>
              <a:rPr lang="en-GB" sz="1050" dirty="0">
                <a:ln w="18415" cmpd="sng">
                  <a:prstDash val="solid"/>
                </a:ln>
              </a:rPr>
              <a:t>Detection of new/changed requirements</a:t>
            </a:r>
          </a:p>
          <a:p>
            <a:pPr lvl="1"/>
            <a:r>
              <a:rPr lang="en-GB" sz="1050" dirty="0">
                <a:ln w="18415" cmpd="sng">
                  <a:prstDash val="solid"/>
                </a:ln>
              </a:rPr>
              <a:t>Direct involvement of Business Owners</a:t>
            </a:r>
            <a:endParaRPr lang="en-GB" sz="1050" dirty="0"/>
          </a:p>
          <a:p>
            <a:pPr lvl="0"/>
            <a:r>
              <a:rPr lang="en-GB" sz="1600" dirty="0"/>
              <a:t>Status on deliverables;</a:t>
            </a:r>
          </a:p>
          <a:p>
            <a:pPr lvl="1"/>
            <a:r>
              <a:rPr lang="en-GB" sz="1050" dirty="0"/>
              <a:t>Procurement Cockpit: Be informed at all times</a:t>
            </a:r>
          </a:p>
          <a:p>
            <a:pPr lvl="1"/>
            <a:r>
              <a:rPr lang="en-GB" sz="1050" dirty="0">
                <a:ln w="18415" cmpd="sng">
                  <a:prstDash val="solid"/>
                </a:ln>
              </a:rPr>
              <a:t>Transparent and real time reporting to all stakeholders</a:t>
            </a:r>
          </a:p>
          <a:p>
            <a:pPr lvl="1"/>
            <a:r>
              <a:rPr lang="en-GB" sz="1050" dirty="0">
                <a:ln w="18415" cmpd="sng">
                  <a:prstDash val="solid"/>
                </a:ln>
              </a:rPr>
              <a:t>Automatic recording for compliance</a:t>
            </a:r>
            <a:endParaRPr lang="en-GB" sz="1050" dirty="0"/>
          </a:p>
          <a:p>
            <a:pPr lvl="0"/>
            <a:r>
              <a:rPr lang="en-GB" sz="1600" dirty="0" smtClean="0"/>
              <a:t>Transparent collaboration environment</a:t>
            </a:r>
          </a:p>
          <a:p>
            <a:pPr lvl="1"/>
            <a:r>
              <a:rPr lang="en-GB" sz="1050" dirty="0" smtClean="0">
                <a:ln w="18415" cmpd="sng">
                  <a:prstDash val="solid"/>
                </a:ln>
              </a:rPr>
              <a:t>Shared dash-boarding;</a:t>
            </a:r>
          </a:p>
          <a:p>
            <a:pPr lvl="1"/>
            <a:r>
              <a:rPr lang="en-GB" sz="1050" dirty="0" smtClean="0">
                <a:ln w="18415" cmpd="sng">
                  <a:prstDash val="solid"/>
                </a:ln>
              </a:rPr>
              <a:t>Improved collaboration internally and with suppliers;</a:t>
            </a:r>
          </a:p>
          <a:p>
            <a:pPr lvl="1"/>
            <a:r>
              <a:rPr lang="en-GB" sz="1050" dirty="0" smtClean="0">
                <a:ln w="18415" cmpd="sng">
                  <a:prstDash val="solid"/>
                </a:ln>
              </a:rPr>
              <a:t>Uniform reporting</a:t>
            </a:r>
          </a:p>
          <a:p>
            <a:pPr lvl="1"/>
            <a:r>
              <a:rPr lang="en-GB" sz="1050" dirty="0" smtClean="0">
                <a:ln w="18415" cmpd="sng">
                  <a:prstDash val="solid"/>
                </a:ln>
              </a:rPr>
              <a:t>One Truth</a:t>
            </a:r>
            <a:endParaRPr lang="en-GB" sz="1050" dirty="0" smtClean="0"/>
          </a:p>
          <a:p>
            <a:pPr lvl="0"/>
            <a:r>
              <a:rPr lang="en-GB" sz="1600" dirty="0" smtClean="0"/>
              <a:t>Internal and external (KPI) perception measurement;</a:t>
            </a:r>
          </a:p>
          <a:p>
            <a:pPr lvl="1"/>
            <a:r>
              <a:rPr lang="en-GB" sz="1050" dirty="0" smtClean="0">
                <a:ln w="18415" cmpd="sng">
                  <a:prstDash val="solid"/>
                </a:ln>
              </a:rPr>
              <a:t>Focus on Your and Suppliers expectations while delivering the contracts; </a:t>
            </a:r>
          </a:p>
          <a:p>
            <a:r>
              <a:rPr lang="en-GB" sz="1600" dirty="0" smtClean="0"/>
              <a:t>Pro-active governance;</a:t>
            </a:r>
          </a:p>
          <a:p>
            <a:pPr lvl="1"/>
            <a:r>
              <a:rPr lang="en-GB" sz="1050" dirty="0" smtClean="0">
                <a:ln w="18415" cmpd="sng">
                  <a:prstDash val="solid"/>
                </a:ln>
              </a:rPr>
              <a:t>Smart actions shared in teams… and with suppliers</a:t>
            </a:r>
          </a:p>
          <a:p>
            <a:pPr lvl="1"/>
            <a:r>
              <a:rPr lang="en-GB" sz="1050" dirty="0" smtClean="0">
                <a:ln w="18415" cmpd="sng">
                  <a:prstDash val="solid"/>
                </a:ln>
              </a:rPr>
              <a:t>Clear assignments to teams</a:t>
            </a:r>
          </a:p>
        </p:txBody>
      </p:sp>
    </p:spTree>
    <p:extLst>
      <p:ext uri="{BB962C8B-B14F-4D97-AF65-F5344CB8AC3E}">
        <p14:creationId xmlns:p14="http://schemas.microsoft.com/office/powerpoint/2010/main" val="21099862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420" y="1124680"/>
            <a:ext cx="6256533" cy="5282058"/>
          </a:xfrm>
        </p:spPr>
        <p:txBody>
          <a:bodyPr/>
          <a:lstStyle/>
          <a:p>
            <a:pPr>
              <a:buBlip>
                <a:blip r:embed="rId3"/>
              </a:buBlip>
            </a:pPr>
            <a:r>
              <a:rPr lang="en-GB" sz="2400" dirty="0" smtClean="0"/>
              <a:t>Benefits</a:t>
            </a:r>
          </a:p>
          <a:p>
            <a:pPr lvl="1">
              <a:buFont typeface="Arial" panose="020B0604020202020204" pitchFamily="34" charset="0"/>
              <a:buChar char="•"/>
            </a:pPr>
            <a:r>
              <a:rPr lang="en-GB" sz="1400" dirty="0"/>
              <a:t>Ability to pro-actively manage contract conditions and risks</a:t>
            </a:r>
          </a:p>
          <a:p>
            <a:pPr lvl="1">
              <a:buFont typeface="Arial" panose="020B0604020202020204" pitchFamily="34" charset="0"/>
              <a:buChar char="•"/>
            </a:pPr>
            <a:r>
              <a:rPr lang="en-GB" sz="1400" dirty="0"/>
              <a:t>Automatic prompts contract conditions</a:t>
            </a:r>
          </a:p>
          <a:p>
            <a:pPr lvl="1">
              <a:buFont typeface="Arial" panose="020B0604020202020204" pitchFamily="34" charset="0"/>
              <a:buChar char="•"/>
            </a:pPr>
            <a:r>
              <a:rPr lang="en-GB" sz="1400" dirty="0"/>
              <a:t>High level overview of all contract- and relationship statuses with ability to drill down to actual underlying issues</a:t>
            </a:r>
          </a:p>
          <a:p>
            <a:pPr lvl="1">
              <a:buFont typeface="Arial" panose="020B0604020202020204" pitchFamily="34" charset="0"/>
              <a:buChar char="•"/>
            </a:pPr>
            <a:r>
              <a:rPr lang="en-GB" sz="1400" dirty="0"/>
              <a:t>Full transparency of day-to-day status of strategic </a:t>
            </a:r>
            <a:r>
              <a:rPr lang="en-GB" sz="1400" dirty="0" smtClean="0"/>
              <a:t>relationships</a:t>
            </a:r>
          </a:p>
          <a:p>
            <a:pPr lvl="1">
              <a:buFont typeface="Arial" panose="020B0604020202020204" pitchFamily="34" charset="0"/>
              <a:buChar char="•"/>
            </a:pPr>
            <a:r>
              <a:rPr lang="en-GB" sz="1400" dirty="0" smtClean="0"/>
              <a:t>Integrated relationship management approach: both suppliers and Business Users</a:t>
            </a:r>
          </a:p>
          <a:p>
            <a:pPr lvl="1">
              <a:buFont typeface="Arial" panose="020B0604020202020204" pitchFamily="34" charset="0"/>
              <a:buChar char="•"/>
            </a:pPr>
            <a:r>
              <a:rPr lang="en-GB" sz="1400" dirty="0" smtClean="0"/>
              <a:t>Continuous improvement based on actual issues and observations</a:t>
            </a:r>
          </a:p>
          <a:p>
            <a:pPr lvl="1">
              <a:buFont typeface="Arial" panose="020B0604020202020204" pitchFamily="34" charset="0"/>
              <a:buChar char="•"/>
            </a:pPr>
            <a:r>
              <a:rPr lang="en-GB" sz="1400" dirty="0" smtClean="0"/>
              <a:t>Dedicated focus on “go-to-green” improvement actions</a:t>
            </a:r>
          </a:p>
          <a:p>
            <a:pPr lvl="1">
              <a:buFont typeface="Arial" panose="020B0604020202020204" pitchFamily="34" charset="0"/>
              <a:buChar char="•"/>
            </a:pPr>
            <a:r>
              <a:rPr lang="en-GB" sz="1400" dirty="0" smtClean="0"/>
              <a:t>Clear roles, responsibilities and ownership for relationship responsibilities</a:t>
            </a:r>
          </a:p>
          <a:p>
            <a:pPr lvl="1">
              <a:buFont typeface="Arial" panose="020B0604020202020204" pitchFamily="34" charset="0"/>
              <a:buChar char="•"/>
            </a:pPr>
            <a:r>
              <a:rPr lang="en-GB" sz="1400" dirty="0" smtClean="0"/>
              <a:t>Intercompany communication vehicle </a:t>
            </a:r>
          </a:p>
          <a:p>
            <a:pPr lvl="1">
              <a:buFont typeface="Arial" panose="020B0604020202020204" pitchFamily="34" charset="0"/>
              <a:buChar char="•"/>
            </a:pPr>
            <a:r>
              <a:rPr lang="en-GB" sz="1400" dirty="0" smtClean="0"/>
              <a:t>Compliance documented during normal business operation</a:t>
            </a:r>
          </a:p>
          <a:p>
            <a:pPr>
              <a:buBlip>
                <a:blip r:embed="rId3"/>
              </a:buBlip>
            </a:pPr>
            <a:r>
              <a:rPr lang="en-GB" sz="2400" dirty="0" smtClean="0"/>
              <a:t>Business value</a:t>
            </a:r>
          </a:p>
          <a:p>
            <a:pPr lvl="1">
              <a:buFont typeface="Arial" panose="020B0604020202020204" pitchFamily="34" charset="0"/>
              <a:buChar char="•"/>
            </a:pPr>
            <a:r>
              <a:rPr lang="en-GB" sz="1400" dirty="0" smtClean="0"/>
              <a:t>Increase Sourcing satisfaction		by 10-25% </a:t>
            </a:r>
          </a:p>
          <a:p>
            <a:pPr lvl="1">
              <a:buFont typeface="Arial" panose="020B0604020202020204" pitchFamily="34" charset="0"/>
              <a:buChar char="•"/>
            </a:pPr>
            <a:r>
              <a:rPr lang="en-GB" sz="1400" dirty="0" smtClean="0"/>
              <a:t>Improve Supplier delivered value 		by 15% </a:t>
            </a:r>
          </a:p>
          <a:p>
            <a:pPr lvl="1">
              <a:buFont typeface="Arial" panose="020B0604020202020204" pitchFamily="34" charset="0"/>
              <a:buChar char="•"/>
            </a:pPr>
            <a:r>
              <a:rPr lang="en-GB" sz="1400" dirty="0" smtClean="0"/>
              <a:t>Reduce operational cost (cost avoidance)	by 5 %</a:t>
            </a:r>
          </a:p>
          <a:p>
            <a:pPr lvl="1">
              <a:buFont typeface="Arial" panose="020B0604020202020204" pitchFamily="34" charset="0"/>
              <a:buChar char="•"/>
            </a:pPr>
            <a:r>
              <a:rPr lang="en-GB" sz="1400" dirty="0" smtClean="0"/>
              <a:t>Reduce operational risks			by 20 %</a:t>
            </a:r>
          </a:p>
          <a:p>
            <a:pPr lvl="1">
              <a:buBlip>
                <a:blip r:embed="rId3"/>
              </a:buBlip>
            </a:pPr>
            <a:endParaRPr lang="en-GB" sz="1400" dirty="0" smtClean="0"/>
          </a:p>
          <a:p>
            <a:pPr>
              <a:buBlip>
                <a:blip r:embed="rId3"/>
              </a:buBlip>
            </a:pPr>
            <a:endParaRPr lang="en-GB" sz="1400" dirty="0" smtClean="0"/>
          </a:p>
          <a:p>
            <a:pPr>
              <a:buBlip>
                <a:blip r:embed="rId3"/>
              </a:buBlip>
            </a:pPr>
            <a:endParaRPr lang="en-GB" sz="1400" dirty="0" smtClean="0"/>
          </a:p>
          <a:p>
            <a:pPr>
              <a:buBlip>
                <a:blip r:embed="rId3"/>
              </a:buBlip>
            </a:pPr>
            <a:endParaRPr lang="en-GB" sz="1050" dirty="0"/>
          </a:p>
        </p:txBody>
      </p:sp>
      <p:sp>
        <p:nvSpPr>
          <p:cNvPr id="2" name="Title 1"/>
          <p:cNvSpPr>
            <a:spLocks noGrp="1"/>
          </p:cNvSpPr>
          <p:nvPr>
            <p:ph type="title"/>
          </p:nvPr>
        </p:nvSpPr>
        <p:spPr/>
        <p:txBody>
          <a:bodyPr/>
          <a:lstStyle/>
          <a:p>
            <a:r>
              <a:rPr lang="en-GB" sz="2400" dirty="0" smtClean="0"/>
              <a:t>Evaluetor delivers…</a:t>
            </a:r>
            <a:endParaRPr lang="en-GB" sz="2400" dirty="0"/>
          </a:p>
        </p:txBody>
      </p:sp>
      <p:sp>
        <p:nvSpPr>
          <p:cNvPr id="5" name="Slide Number Placeholder 4"/>
          <p:cNvSpPr>
            <a:spLocks noGrp="1"/>
          </p:cNvSpPr>
          <p:nvPr>
            <p:ph type="sldNum" sz="quarter" idx="4"/>
          </p:nvPr>
        </p:nvSpPr>
        <p:spPr>
          <a:prstGeom prst="rect">
            <a:avLst/>
          </a:prstGeom>
        </p:spPr>
        <p:txBody>
          <a:bodyPr/>
          <a:lstStyle/>
          <a:p>
            <a:pPr>
              <a:defRPr/>
            </a:pPr>
            <a:fld id="{D5F246EE-A698-40F2-9104-E597CE2CF7A1}" type="slidenum">
              <a:rPr lang="nl-NL" smtClean="0"/>
              <a:pPr>
                <a:defRPr/>
              </a:pPr>
              <a:t>4</a:t>
            </a:fld>
            <a:endParaRPr lang="nl-NL" dirty="0"/>
          </a:p>
        </p:txBody>
      </p:sp>
      <p:pic>
        <p:nvPicPr>
          <p:cNvPr id="4" name="Picture 3"/>
          <p:cNvPicPr>
            <a:picLocks noChangeAspect="1"/>
          </p:cNvPicPr>
          <p:nvPr/>
        </p:nvPicPr>
        <p:blipFill>
          <a:blip r:embed="rId4"/>
          <a:stretch>
            <a:fillRect/>
          </a:stretch>
        </p:blipFill>
        <p:spPr>
          <a:xfrm>
            <a:off x="6372250" y="4149100"/>
            <a:ext cx="2704988" cy="1719365"/>
          </a:xfrm>
          <a:prstGeom prst="rect">
            <a:avLst/>
          </a:prstGeom>
          <a:ln>
            <a:noFill/>
          </a:ln>
          <a:effectLst>
            <a:outerShdw blurRad="190500" dist="228600" dir="2700000" algn="ctr">
              <a:srgbClr val="000000">
                <a:alpha val="30000"/>
              </a:srgbClr>
            </a:outerShdw>
          </a:effectLst>
          <a:scene3d>
            <a:camera prst="perspectiveContrastingLeftFacing"/>
            <a:lightRig rig="glow" dir="t">
              <a:rot lat="0" lon="0" rev="4800000"/>
            </a:lightRig>
          </a:scene3d>
          <a:sp3d prstMaterial="matte">
            <a:bevelT w="127000" h="63500"/>
          </a:sp3d>
        </p:spPr>
      </p:pic>
      <p:pic>
        <p:nvPicPr>
          <p:cNvPr id="7" name="Picture 6"/>
          <p:cNvPicPr>
            <a:picLocks noChangeAspect="1"/>
          </p:cNvPicPr>
          <p:nvPr/>
        </p:nvPicPr>
        <p:blipFill>
          <a:blip r:embed="rId5"/>
          <a:stretch>
            <a:fillRect/>
          </a:stretch>
        </p:blipFill>
        <p:spPr>
          <a:xfrm>
            <a:off x="6651953" y="1412720"/>
            <a:ext cx="2492047" cy="1676868"/>
          </a:xfrm>
          <a:prstGeom prst="rect">
            <a:avLst/>
          </a:prstGeom>
        </p:spPr>
      </p:pic>
    </p:spTree>
    <p:extLst>
      <p:ext uri="{BB962C8B-B14F-4D97-AF65-F5344CB8AC3E}">
        <p14:creationId xmlns:p14="http://schemas.microsoft.com/office/powerpoint/2010/main" val="18314723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Closing the Gap’s</a:t>
            </a:r>
            <a:endParaRPr lang="en-US" sz="2400" dirty="0"/>
          </a:p>
        </p:txBody>
      </p:sp>
      <p:sp>
        <p:nvSpPr>
          <p:cNvPr id="3" name="Slide Number Placeholder 2"/>
          <p:cNvSpPr>
            <a:spLocks noGrp="1"/>
          </p:cNvSpPr>
          <p:nvPr>
            <p:ph type="sldNum" sz="quarter" idx="4"/>
          </p:nvPr>
        </p:nvSpPr>
        <p:spPr/>
        <p:txBody>
          <a:bodyPr/>
          <a:lstStyle/>
          <a:p>
            <a:pPr>
              <a:defRPr/>
            </a:pPr>
            <a:fld id="{C91C9B1A-F7CA-BD4A-8FA2-BF67501BBBD4}" type="slidenum">
              <a:rPr lang="nl-NL" smtClean="0"/>
              <a:t>5</a:t>
            </a:fld>
            <a:endParaRPr lang="nl-NL" dirty="0"/>
          </a:p>
        </p:txBody>
      </p:sp>
      <p:pic>
        <p:nvPicPr>
          <p:cNvPr id="4" name="Picture 3"/>
          <p:cNvPicPr>
            <a:picLocks noChangeAspect="1"/>
          </p:cNvPicPr>
          <p:nvPr/>
        </p:nvPicPr>
        <p:blipFill>
          <a:blip r:embed="rId2"/>
          <a:stretch>
            <a:fillRect/>
          </a:stretch>
        </p:blipFill>
        <p:spPr>
          <a:xfrm>
            <a:off x="1209166" y="1952795"/>
            <a:ext cx="6725668" cy="2952410"/>
          </a:xfrm>
          <a:prstGeom prst="rect">
            <a:avLst/>
          </a:prstGeom>
        </p:spPr>
      </p:pic>
    </p:spTree>
    <p:extLst>
      <p:ext uri="{BB962C8B-B14F-4D97-AF65-F5344CB8AC3E}">
        <p14:creationId xmlns:p14="http://schemas.microsoft.com/office/powerpoint/2010/main" val="2207760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hevron 4"/>
          <p:cNvSpPr/>
          <p:nvPr/>
        </p:nvSpPr>
        <p:spPr>
          <a:xfrm>
            <a:off x="2359617" y="1023123"/>
            <a:ext cx="4627518" cy="51615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endParaRPr lang="nl-NL" sz="1600" kern="1200" dirty="0"/>
          </a:p>
        </p:txBody>
      </p:sp>
      <p:sp>
        <p:nvSpPr>
          <p:cNvPr id="6" name="Title 5"/>
          <p:cNvSpPr>
            <a:spLocks noGrp="1"/>
          </p:cNvSpPr>
          <p:nvPr>
            <p:ph type="title"/>
          </p:nvPr>
        </p:nvSpPr>
        <p:spPr>
          <a:xfrm>
            <a:off x="2900686" y="115888"/>
            <a:ext cx="5803927" cy="810387"/>
          </a:xfrm>
        </p:spPr>
        <p:txBody>
          <a:bodyPr/>
          <a:lstStyle/>
          <a:p>
            <a:pPr algn="l"/>
            <a:r>
              <a:rPr lang="nl-NL" sz="2400" dirty="0" err="1" smtClean="0"/>
              <a:t>Internal</a:t>
            </a:r>
            <a:r>
              <a:rPr lang="nl-NL" sz="2400" dirty="0" smtClean="0"/>
              <a:t> Management </a:t>
            </a:r>
            <a:r>
              <a:rPr lang="nl-NL" sz="2400" dirty="0"/>
              <a:t>and Control</a:t>
            </a:r>
            <a:endParaRPr lang="en-GB" sz="2400" dirty="0"/>
          </a:p>
        </p:txBody>
      </p:sp>
      <p:sp>
        <p:nvSpPr>
          <p:cNvPr id="2" name="Slide Number Placeholder 1"/>
          <p:cNvSpPr>
            <a:spLocks noGrp="1"/>
          </p:cNvSpPr>
          <p:nvPr>
            <p:ph type="sldNum" sz="quarter" idx="10"/>
          </p:nvPr>
        </p:nvSpPr>
        <p:spPr/>
        <p:txBody>
          <a:bodyPr/>
          <a:lstStyle/>
          <a:p>
            <a:pPr>
              <a:defRPr/>
            </a:pPr>
            <a:fld id="{E16E2808-CCA1-4DAC-884B-CDF4A1E11459}" type="slidenum">
              <a:rPr lang="nl-NL" smtClean="0"/>
              <a:pPr>
                <a:defRPr/>
              </a:pPr>
              <a:t>6</a:t>
            </a:fld>
            <a:endParaRPr lang="nl-NL" dirty="0"/>
          </a:p>
        </p:txBody>
      </p:sp>
      <p:sp>
        <p:nvSpPr>
          <p:cNvPr id="37" name="Rectangle 2"/>
          <p:cNvSpPr txBox="1">
            <a:spLocks noChangeArrowheads="1"/>
          </p:cNvSpPr>
          <p:nvPr/>
        </p:nvSpPr>
        <p:spPr>
          <a:xfrm>
            <a:off x="659801" y="188550"/>
            <a:ext cx="2180273" cy="595674"/>
          </a:xfrm>
          <a:prstGeom prst="rect">
            <a:avLst/>
          </a:prstGeom>
        </p:spPr>
        <p:txBody>
          <a:bodyPr>
            <a:noAutofit/>
          </a:bodyPr>
          <a:lstStyle>
            <a:lvl1pPr algn="ctr" rtl="0" eaLnBrk="1" fontAlgn="base" hangingPunct="1">
              <a:spcBef>
                <a:spcPct val="0"/>
              </a:spcBef>
              <a:spcAft>
                <a:spcPct val="0"/>
              </a:spcAft>
              <a:defRPr sz="1800">
                <a:solidFill>
                  <a:schemeClr val="tx2"/>
                </a:solidFill>
                <a:latin typeface="Calibri" pitchFamily="34" charset="0"/>
                <a:ea typeface="+mj-ea"/>
                <a:cs typeface="Calibri" pitchFamily="34" charset="0"/>
              </a:defRPr>
            </a:lvl1pPr>
            <a:lvl2pPr algn="ctr" rtl="0" eaLnBrk="1" fontAlgn="base" hangingPunct="1">
              <a:spcBef>
                <a:spcPct val="0"/>
              </a:spcBef>
              <a:spcAft>
                <a:spcPct val="0"/>
              </a:spcAft>
              <a:defRPr sz="2400">
                <a:solidFill>
                  <a:schemeClr val="tx2"/>
                </a:solidFill>
                <a:latin typeface="Verdana" pitchFamily="34" charset="0"/>
                <a:cs typeface="Arial" charset="0"/>
              </a:defRPr>
            </a:lvl2pPr>
            <a:lvl3pPr algn="ctr" rtl="0" eaLnBrk="1" fontAlgn="base" hangingPunct="1">
              <a:spcBef>
                <a:spcPct val="0"/>
              </a:spcBef>
              <a:spcAft>
                <a:spcPct val="0"/>
              </a:spcAft>
              <a:defRPr sz="2400">
                <a:solidFill>
                  <a:schemeClr val="tx2"/>
                </a:solidFill>
                <a:latin typeface="Verdana" pitchFamily="34" charset="0"/>
                <a:cs typeface="Arial" charset="0"/>
              </a:defRPr>
            </a:lvl3pPr>
            <a:lvl4pPr algn="ctr" rtl="0" eaLnBrk="1" fontAlgn="base" hangingPunct="1">
              <a:spcBef>
                <a:spcPct val="0"/>
              </a:spcBef>
              <a:spcAft>
                <a:spcPct val="0"/>
              </a:spcAft>
              <a:defRPr sz="2400">
                <a:solidFill>
                  <a:schemeClr val="tx2"/>
                </a:solidFill>
                <a:latin typeface="Verdana" pitchFamily="34" charset="0"/>
                <a:cs typeface="Arial" charset="0"/>
              </a:defRPr>
            </a:lvl4pPr>
            <a:lvl5pPr algn="ctr" rtl="0" eaLnBrk="1" fontAlgn="base" hangingPunct="1">
              <a:spcBef>
                <a:spcPct val="0"/>
              </a:spcBef>
              <a:spcAft>
                <a:spcPct val="0"/>
              </a:spcAft>
              <a:defRPr sz="2400">
                <a:solidFill>
                  <a:schemeClr val="tx2"/>
                </a:solidFill>
                <a:latin typeface="Verdana" pitchFamily="34" charset="0"/>
                <a:cs typeface="Arial" charset="0"/>
              </a:defRPr>
            </a:lvl5pPr>
            <a:lvl6pPr marL="457200" algn="ctr" rtl="0" eaLnBrk="1" fontAlgn="base" hangingPunct="1">
              <a:spcBef>
                <a:spcPct val="0"/>
              </a:spcBef>
              <a:spcAft>
                <a:spcPct val="0"/>
              </a:spcAft>
              <a:defRPr sz="4000">
                <a:solidFill>
                  <a:schemeClr val="tx2"/>
                </a:solidFill>
                <a:latin typeface="Verdana" pitchFamily="34" charset="0"/>
                <a:cs typeface="Arial" charset="0"/>
              </a:defRPr>
            </a:lvl6pPr>
            <a:lvl7pPr marL="914400" algn="ctr" rtl="0" eaLnBrk="1" fontAlgn="base" hangingPunct="1">
              <a:spcBef>
                <a:spcPct val="0"/>
              </a:spcBef>
              <a:spcAft>
                <a:spcPct val="0"/>
              </a:spcAft>
              <a:defRPr sz="4000">
                <a:solidFill>
                  <a:schemeClr val="tx2"/>
                </a:solidFill>
                <a:latin typeface="Verdana" pitchFamily="34" charset="0"/>
                <a:cs typeface="Arial" charset="0"/>
              </a:defRPr>
            </a:lvl7pPr>
            <a:lvl8pPr marL="1371600" algn="ctr" rtl="0" eaLnBrk="1" fontAlgn="base" hangingPunct="1">
              <a:spcBef>
                <a:spcPct val="0"/>
              </a:spcBef>
              <a:spcAft>
                <a:spcPct val="0"/>
              </a:spcAft>
              <a:defRPr sz="4000">
                <a:solidFill>
                  <a:schemeClr val="tx2"/>
                </a:solidFill>
                <a:latin typeface="Verdana" pitchFamily="34" charset="0"/>
                <a:cs typeface="Arial" charset="0"/>
              </a:defRPr>
            </a:lvl8pPr>
            <a:lvl9pPr marL="1828800" algn="ctr" rtl="0" eaLnBrk="1" fontAlgn="base" hangingPunct="1">
              <a:spcBef>
                <a:spcPct val="0"/>
              </a:spcBef>
              <a:spcAft>
                <a:spcPct val="0"/>
              </a:spcAft>
              <a:defRPr sz="4000">
                <a:solidFill>
                  <a:schemeClr val="tx2"/>
                </a:solidFill>
                <a:latin typeface="Verdana" pitchFamily="34" charset="0"/>
                <a:cs typeface="Arial" charset="0"/>
              </a:defRPr>
            </a:lvl9pPr>
          </a:lstStyle>
          <a:p>
            <a:r>
              <a:rPr lang="nl-NL" sz="2800" kern="0" dirty="0" smtClean="0"/>
              <a:t>                   </a:t>
            </a:r>
          </a:p>
        </p:txBody>
      </p:sp>
      <p:pic>
        <p:nvPicPr>
          <p:cNvPr id="4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33" y="192616"/>
            <a:ext cx="2368641" cy="624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 name="Group 4"/>
          <p:cNvGrpSpPr/>
          <p:nvPr/>
        </p:nvGrpSpPr>
        <p:grpSpPr>
          <a:xfrm>
            <a:off x="539439" y="1122212"/>
            <a:ext cx="8407371" cy="5078305"/>
            <a:chOff x="539439" y="1122212"/>
            <a:chExt cx="8407371" cy="5078305"/>
          </a:xfrm>
        </p:grpSpPr>
        <p:sp>
          <p:nvSpPr>
            <p:cNvPr id="29" name="Chevron 28"/>
            <p:cNvSpPr/>
            <p:nvPr/>
          </p:nvSpPr>
          <p:spPr>
            <a:xfrm>
              <a:off x="539439" y="1122212"/>
              <a:ext cx="8407371" cy="5062504"/>
            </a:xfrm>
            <a:prstGeom prst="chevron">
              <a:avLst>
                <a:gd name="adj" fmla="val 10694"/>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57" name="Rectangle 56"/>
            <p:cNvSpPr/>
            <p:nvPr/>
          </p:nvSpPr>
          <p:spPr bwMode="auto">
            <a:xfrm>
              <a:off x="1513488" y="1438759"/>
              <a:ext cx="6254438" cy="2374297"/>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dirty="0" smtClean="0">
                <a:ln>
                  <a:noFill/>
                </a:ln>
                <a:solidFill>
                  <a:schemeClr val="bg1"/>
                </a:solidFill>
                <a:effectLst/>
                <a:latin typeface="Verdana" pitchFamily="34" charset="0"/>
                <a:cs typeface="Arial" charset="0"/>
              </a:endParaRPr>
            </a:p>
          </p:txBody>
        </p:sp>
        <p:sp>
          <p:nvSpPr>
            <p:cNvPr id="51" name="Chevron 50"/>
            <p:cNvSpPr/>
            <p:nvPr/>
          </p:nvSpPr>
          <p:spPr>
            <a:xfrm>
              <a:off x="1043510" y="4509150"/>
              <a:ext cx="7489040" cy="1619592"/>
            </a:xfrm>
            <a:prstGeom prst="chevron">
              <a:avLst>
                <a:gd name="adj" fmla="val 20964"/>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aphicFrame>
          <p:nvGraphicFramePr>
            <p:cNvPr id="8" name="Diagram 7"/>
            <p:cNvGraphicFramePr/>
            <p:nvPr>
              <p:extLst/>
            </p:nvPr>
          </p:nvGraphicFramePr>
          <p:xfrm>
            <a:off x="1547579" y="4566019"/>
            <a:ext cx="6552911" cy="1096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2" name="Chevron 4"/>
            <p:cNvSpPr/>
            <p:nvPr/>
          </p:nvSpPr>
          <p:spPr>
            <a:xfrm>
              <a:off x="2855925" y="5542803"/>
              <a:ext cx="3720191" cy="657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nl-NL" sz="1600" kern="1200" dirty="0" smtClean="0"/>
                <a:t>Operational Value Chain</a:t>
              </a:r>
              <a:endParaRPr lang="nl-NL" sz="1600" kern="1200" dirty="0"/>
            </a:p>
          </p:txBody>
        </p:sp>
        <p:sp>
          <p:nvSpPr>
            <p:cNvPr id="41" name="Chevron 4"/>
            <p:cNvSpPr/>
            <p:nvPr/>
          </p:nvSpPr>
          <p:spPr>
            <a:xfrm>
              <a:off x="2735401" y="1281806"/>
              <a:ext cx="3816348" cy="657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nl-NL" sz="1600" kern="1200" dirty="0" smtClean="0"/>
                <a:t>Control structure</a:t>
              </a:r>
              <a:endParaRPr lang="nl-NL" sz="1600" kern="1200" dirty="0"/>
            </a:p>
          </p:txBody>
        </p:sp>
        <p:sp>
          <p:nvSpPr>
            <p:cNvPr id="50" name="Rectangle 49"/>
            <p:cNvSpPr/>
            <p:nvPr/>
          </p:nvSpPr>
          <p:spPr bwMode="auto">
            <a:xfrm>
              <a:off x="6300240" y="2958845"/>
              <a:ext cx="1234978" cy="504070"/>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smtClean="0">
                  <a:latin typeface="Verdana" pitchFamily="34" charset="0"/>
                </a:rPr>
                <a:t>Contracts, Commitments </a:t>
              </a:r>
            </a:p>
          </p:txBody>
        </p:sp>
        <p:sp>
          <p:nvSpPr>
            <p:cNvPr id="53" name="Rectangle 52"/>
            <p:cNvSpPr/>
            <p:nvPr/>
          </p:nvSpPr>
          <p:spPr bwMode="auto">
            <a:xfrm>
              <a:off x="1804129" y="2728585"/>
              <a:ext cx="1242217" cy="515056"/>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smtClean="0">
                  <a:latin typeface="Verdana" pitchFamily="34" charset="0"/>
                </a:rPr>
                <a:t>Organisation, Teams, Actions</a:t>
              </a:r>
              <a:endParaRPr lang="nl-NL" sz="1100" dirty="0">
                <a:latin typeface="Verdana" pitchFamily="34" charset="0"/>
              </a:endParaRPr>
            </a:p>
          </p:txBody>
        </p:sp>
        <p:sp>
          <p:nvSpPr>
            <p:cNvPr id="55" name="Rectangle 54"/>
            <p:cNvSpPr/>
            <p:nvPr/>
          </p:nvSpPr>
          <p:spPr bwMode="auto">
            <a:xfrm>
              <a:off x="3259244" y="2653532"/>
              <a:ext cx="1444625" cy="504070"/>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smtClean="0">
                  <a:latin typeface="Verdana" pitchFamily="34" charset="0"/>
                </a:rPr>
                <a:t>Budgets, </a:t>
              </a:r>
            </a:p>
            <a:p>
              <a:pPr algn="ctr"/>
              <a:r>
                <a:rPr lang="nl-NL" sz="1100" dirty="0" smtClean="0">
                  <a:latin typeface="Verdana" pitchFamily="34" charset="0"/>
                </a:rPr>
                <a:t>Actuals, Targets </a:t>
              </a:r>
              <a:endParaRPr lang="nl-NL" sz="1100" dirty="0">
                <a:latin typeface="Verdana" pitchFamily="34" charset="0"/>
              </a:endParaRPr>
            </a:p>
          </p:txBody>
        </p:sp>
        <p:sp>
          <p:nvSpPr>
            <p:cNvPr id="56" name="Rectangle 55"/>
            <p:cNvSpPr/>
            <p:nvPr/>
          </p:nvSpPr>
          <p:spPr bwMode="auto">
            <a:xfrm>
              <a:off x="4779477" y="2704945"/>
              <a:ext cx="890667" cy="357021"/>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smtClean="0">
                  <a:latin typeface="Verdana" pitchFamily="34" charset="0"/>
                </a:rPr>
                <a:t>Policy</a:t>
              </a:r>
              <a:endParaRPr lang="nl-NL" sz="1100" dirty="0">
                <a:latin typeface="Verdana" pitchFamily="34" charset="0"/>
              </a:endParaRPr>
            </a:p>
          </p:txBody>
        </p:sp>
        <p:sp>
          <p:nvSpPr>
            <p:cNvPr id="3" name="Rectangle 2"/>
            <p:cNvSpPr/>
            <p:nvPr/>
          </p:nvSpPr>
          <p:spPr bwMode="auto">
            <a:xfrm>
              <a:off x="2735401" y="1795486"/>
              <a:ext cx="1168209" cy="648090"/>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nl-NL" sz="2000" dirty="0" smtClean="0">
                  <a:solidFill>
                    <a:schemeClr val="bg1"/>
                  </a:solidFill>
                  <a:latin typeface="Verdana" pitchFamily="34" charset="0"/>
                  <a:cs typeface="Arial" charset="0"/>
                </a:rPr>
                <a:t>Ops</a:t>
              </a:r>
              <a:endParaRPr kumimoji="0" lang="en-GB" sz="2000" b="0" i="0" u="none" strike="noStrike" cap="none" normalizeH="0" baseline="0" dirty="0" smtClean="0">
                <a:ln>
                  <a:noFill/>
                </a:ln>
                <a:solidFill>
                  <a:schemeClr val="bg1"/>
                </a:solidFill>
                <a:effectLst/>
                <a:latin typeface="Verdana" pitchFamily="34" charset="0"/>
                <a:cs typeface="Arial" charset="0"/>
              </a:endParaRPr>
            </a:p>
          </p:txBody>
        </p:sp>
        <p:sp>
          <p:nvSpPr>
            <p:cNvPr id="43" name="Rectangle 42"/>
            <p:cNvSpPr/>
            <p:nvPr/>
          </p:nvSpPr>
          <p:spPr bwMode="auto">
            <a:xfrm>
              <a:off x="5383539" y="1795486"/>
              <a:ext cx="1168209" cy="648090"/>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nl-NL" sz="2000" dirty="0" smtClean="0">
                  <a:solidFill>
                    <a:schemeClr val="bg1"/>
                  </a:solidFill>
                  <a:latin typeface="Verdana" pitchFamily="34" charset="0"/>
                  <a:cs typeface="Arial" charset="0"/>
                </a:rPr>
                <a:t>Legal</a:t>
              </a:r>
              <a:endParaRPr lang="en-GB" sz="2000" dirty="0">
                <a:solidFill>
                  <a:schemeClr val="bg1"/>
                </a:solidFill>
                <a:latin typeface="Verdana" pitchFamily="34" charset="0"/>
                <a:cs typeface="Arial" charset="0"/>
              </a:endParaRPr>
            </a:p>
          </p:txBody>
        </p:sp>
        <p:sp>
          <p:nvSpPr>
            <p:cNvPr id="44" name="Rectangle 43"/>
            <p:cNvSpPr/>
            <p:nvPr/>
          </p:nvSpPr>
          <p:spPr bwMode="auto">
            <a:xfrm>
              <a:off x="4056602" y="1795486"/>
              <a:ext cx="1168209" cy="648090"/>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nl-NL" sz="2000" dirty="0" smtClean="0">
                  <a:solidFill>
                    <a:schemeClr val="bg1"/>
                  </a:solidFill>
                  <a:latin typeface="Verdana" pitchFamily="34" charset="0"/>
                  <a:cs typeface="Arial" charset="0"/>
                </a:rPr>
                <a:t>Finance</a:t>
              </a:r>
              <a:endParaRPr lang="en-GB" sz="2000" dirty="0">
                <a:solidFill>
                  <a:schemeClr val="bg1"/>
                </a:solidFill>
                <a:latin typeface="Verdana" pitchFamily="34" charset="0"/>
                <a:cs typeface="Arial" charset="0"/>
              </a:endParaRPr>
            </a:p>
          </p:txBody>
        </p:sp>
        <p:sp>
          <p:nvSpPr>
            <p:cNvPr id="49" name="Right Arrow 48"/>
            <p:cNvSpPr/>
            <p:nvPr/>
          </p:nvSpPr>
          <p:spPr bwMode="auto">
            <a:xfrm rot="16200000" flipV="1">
              <a:off x="2450304" y="3957147"/>
              <a:ext cx="779540" cy="327066"/>
            </a:xfrm>
            <a:prstGeom prst="rightArrow">
              <a:avLst/>
            </a:prstGeom>
            <a:noFill/>
            <a:ln w="28575">
              <a:solidFill>
                <a:srgbClr val="1F3EA1"/>
              </a:solidFill>
              <a:miter lim="800000"/>
              <a:headEnd/>
              <a:tailEnd/>
            </a:ln>
            <a:scene3d>
              <a:camera prst="orthographicFront"/>
              <a:lightRig rig="threePt" dir="t"/>
            </a:scene3d>
            <a:sp3d/>
          </p:spPr>
          <p:txBody>
            <a:bodyPr vert="horz" wrap="square" lIns="36000" tIns="36000" rIns="36000" bIns="36000" numCol="1" anchor="ctr" anchorCtr="0" compatLnSpc="1">
              <a:prstTxWarp prst="textNoShape">
                <a:avLst/>
              </a:prstTxWarp>
              <a:normAutofit fontScale="70000" lnSpcReduction="20000"/>
              <a:flatTx/>
            </a:bodyPr>
            <a:lstStyle/>
            <a:p>
              <a:pPr eaLnBrk="0" hangingPunct="0">
                <a:spcBef>
                  <a:spcPts val="0"/>
                </a:spcBef>
                <a:spcAft>
                  <a:spcPts val="0"/>
                </a:spcAft>
              </a:pPr>
              <a:endParaRPr lang="nl-NL" sz="1000" dirty="0">
                <a:solidFill>
                  <a:srgbClr val="FF0000"/>
                </a:solidFill>
                <a:latin typeface="Calibri" pitchFamily="34" charset="0"/>
                <a:cs typeface="Calibri" pitchFamily="34" charset="0"/>
              </a:endParaRPr>
            </a:p>
          </p:txBody>
        </p:sp>
        <p:sp>
          <p:nvSpPr>
            <p:cNvPr id="4" name="TextBox 3"/>
            <p:cNvSpPr txBox="1"/>
            <p:nvPr/>
          </p:nvSpPr>
          <p:spPr>
            <a:xfrm>
              <a:off x="2230367" y="3982179"/>
              <a:ext cx="1271125" cy="276999"/>
            </a:xfrm>
            <a:prstGeom prst="rect">
              <a:avLst/>
            </a:prstGeom>
            <a:noFill/>
          </p:spPr>
          <p:txBody>
            <a:bodyPr wrap="square" rtlCol="0">
              <a:spAutoFit/>
            </a:bodyPr>
            <a:lstStyle/>
            <a:p>
              <a:pPr algn="ctr"/>
              <a:r>
                <a:rPr lang="nl-NL" sz="1200" dirty="0" smtClean="0">
                  <a:solidFill>
                    <a:srgbClr val="FF0000"/>
                  </a:solidFill>
                  <a:latin typeface="Calibri" pitchFamily="34" charset="0"/>
                  <a:cs typeface="Calibri" pitchFamily="34" charset="0"/>
                </a:rPr>
                <a:t>Measurements</a:t>
              </a:r>
              <a:endParaRPr lang="en-GB" sz="1050" dirty="0"/>
            </a:p>
          </p:txBody>
        </p:sp>
        <p:sp>
          <p:nvSpPr>
            <p:cNvPr id="58" name="Right Arrow 57"/>
            <p:cNvSpPr/>
            <p:nvPr/>
          </p:nvSpPr>
          <p:spPr bwMode="auto">
            <a:xfrm rot="5400000" flipV="1">
              <a:off x="5512145" y="3995925"/>
              <a:ext cx="779540" cy="327066"/>
            </a:xfrm>
            <a:prstGeom prst="rightArrow">
              <a:avLst/>
            </a:prstGeom>
            <a:noFill/>
            <a:ln w="28575">
              <a:solidFill>
                <a:srgbClr val="1F3EA1"/>
              </a:solidFill>
              <a:miter lim="800000"/>
              <a:headEnd/>
              <a:tailEnd/>
            </a:ln>
            <a:scene3d>
              <a:camera prst="orthographicFront"/>
              <a:lightRig rig="threePt" dir="t"/>
            </a:scene3d>
            <a:sp3d/>
          </p:spPr>
          <p:txBody>
            <a:bodyPr vert="horz" wrap="square" lIns="36000" tIns="36000" rIns="36000" bIns="36000" numCol="1" anchor="ctr" anchorCtr="0" compatLnSpc="1">
              <a:prstTxWarp prst="textNoShape">
                <a:avLst/>
              </a:prstTxWarp>
              <a:normAutofit fontScale="70000" lnSpcReduction="20000"/>
              <a:flatTx/>
            </a:bodyPr>
            <a:lstStyle/>
            <a:p>
              <a:pPr eaLnBrk="0" hangingPunct="0">
                <a:spcBef>
                  <a:spcPts val="0"/>
                </a:spcBef>
                <a:spcAft>
                  <a:spcPts val="0"/>
                </a:spcAft>
              </a:pPr>
              <a:endParaRPr lang="nl-NL" sz="1000" dirty="0">
                <a:solidFill>
                  <a:srgbClr val="FF0000"/>
                </a:solidFill>
                <a:latin typeface="Calibri" pitchFamily="34" charset="0"/>
                <a:cs typeface="Calibri" pitchFamily="34" charset="0"/>
              </a:endParaRPr>
            </a:p>
          </p:txBody>
        </p:sp>
        <p:sp>
          <p:nvSpPr>
            <p:cNvPr id="61" name="TextBox 60"/>
            <p:cNvSpPr txBox="1"/>
            <p:nvPr/>
          </p:nvSpPr>
          <p:spPr>
            <a:xfrm>
              <a:off x="5508130" y="4020957"/>
              <a:ext cx="792110" cy="276999"/>
            </a:xfrm>
            <a:prstGeom prst="rect">
              <a:avLst/>
            </a:prstGeom>
            <a:noFill/>
          </p:spPr>
          <p:txBody>
            <a:bodyPr wrap="square" rtlCol="0">
              <a:spAutoFit/>
            </a:bodyPr>
            <a:lstStyle/>
            <a:p>
              <a:pPr algn="ctr"/>
              <a:r>
                <a:rPr lang="nl-NL" sz="1200" dirty="0" smtClean="0">
                  <a:solidFill>
                    <a:srgbClr val="FF0000"/>
                  </a:solidFill>
                  <a:latin typeface="Calibri" pitchFamily="34" charset="0"/>
                  <a:cs typeface="Calibri" pitchFamily="34" charset="0"/>
                </a:rPr>
                <a:t>Change</a:t>
              </a:r>
              <a:endParaRPr lang="en-GB" sz="1050" dirty="0"/>
            </a:p>
          </p:txBody>
        </p:sp>
        <p:sp>
          <p:nvSpPr>
            <p:cNvPr id="62" name="Oval 61"/>
            <p:cNvSpPr/>
            <p:nvPr/>
          </p:nvSpPr>
          <p:spPr>
            <a:xfrm>
              <a:off x="2900686" y="2625908"/>
              <a:ext cx="279660" cy="279659"/>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63" name="Oval 62"/>
            <p:cNvSpPr/>
            <p:nvPr/>
          </p:nvSpPr>
          <p:spPr>
            <a:xfrm>
              <a:off x="5509234" y="2602268"/>
              <a:ext cx="279660" cy="279659"/>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64" name="Oval 63"/>
            <p:cNvSpPr/>
            <p:nvPr/>
          </p:nvSpPr>
          <p:spPr>
            <a:xfrm>
              <a:off x="7255558" y="2819016"/>
              <a:ext cx="279660" cy="279659"/>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65" name="Rectangle 64"/>
            <p:cNvSpPr/>
            <p:nvPr/>
          </p:nvSpPr>
          <p:spPr bwMode="auto">
            <a:xfrm>
              <a:off x="5013164" y="3233490"/>
              <a:ext cx="890667" cy="357021"/>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smtClean="0">
                  <a:latin typeface="Verdana" pitchFamily="34" charset="0"/>
                </a:rPr>
                <a:t>Risk,</a:t>
              </a:r>
            </a:p>
            <a:p>
              <a:pPr algn="ctr"/>
              <a:r>
                <a:rPr lang="nl-NL" sz="1100" dirty="0" smtClean="0"/>
                <a:t>Mitigation</a:t>
              </a:r>
              <a:endParaRPr lang="nl-NL" sz="1100" dirty="0">
                <a:latin typeface="Verdana" pitchFamily="34" charset="0"/>
              </a:endParaRPr>
            </a:p>
          </p:txBody>
        </p:sp>
        <p:sp>
          <p:nvSpPr>
            <p:cNvPr id="66" name="Oval 65"/>
            <p:cNvSpPr/>
            <p:nvPr/>
          </p:nvSpPr>
          <p:spPr>
            <a:xfrm>
              <a:off x="5742921" y="3130813"/>
              <a:ext cx="279660" cy="279659"/>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grpSp>
    </p:spTree>
    <p:extLst>
      <p:ext uri="{BB962C8B-B14F-4D97-AF65-F5344CB8AC3E}">
        <p14:creationId xmlns:p14="http://schemas.microsoft.com/office/powerpoint/2010/main" val="743441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nl-NL" sz="3200" dirty="0"/>
              <a:t> as Ecosystem</a:t>
            </a:r>
            <a:endParaRPr lang="en-GB" sz="3200" dirty="0"/>
          </a:p>
        </p:txBody>
      </p:sp>
      <p:sp>
        <p:nvSpPr>
          <p:cNvPr id="73" name="Rectangle 2"/>
          <p:cNvSpPr txBox="1">
            <a:spLocks noChangeArrowheads="1"/>
          </p:cNvSpPr>
          <p:nvPr/>
        </p:nvSpPr>
        <p:spPr>
          <a:xfrm>
            <a:off x="659802" y="188550"/>
            <a:ext cx="2219064" cy="595674"/>
          </a:xfrm>
          <a:prstGeom prst="rect">
            <a:avLst/>
          </a:prstGeom>
        </p:spPr>
        <p:txBody>
          <a:bodyPr>
            <a:noAutofit/>
          </a:bodyPr>
          <a:lstStyle>
            <a:lvl1pPr algn="ctr" rtl="0" eaLnBrk="1" fontAlgn="base" hangingPunct="1">
              <a:spcBef>
                <a:spcPct val="0"/>
              </a:spcBef>
              <a:spcAft>
                <a:spcPct val="0"/>
              </a:spcAft>
              <a:defRPr sz="1800">
                <a:solidFill>
                  <a:schemeClr val="tx2"/>
                </a:solidFill>
                <a:latin typeface="Calibri" pitchFamily="34" charset="0"/>
                <a:ea typeface="+mj-ea"/>
                <a:cs typeface="Calibri" pitchFamily="34" charset="0"/>
              </a:defRPr>
            </a:lvl1pPr>
            <a:lvl2pPr algn="ctr" rtl="0" eaLnBrk="1" fontAlgn="base" hangingPunct="1">
              <a:spcBef>
                <a:spcPct val="0"/>
              </a:spcBef>
              <a:spcAft>
                <a:spcPct val="0"/>
              </a:spcAft>
              <a:defRPr sz="2400">
                <a:solidFill>
                  <a:schemeClr val="tx2"/>
                </a:solidFill>
                <a:latin typeface="Verdana" pitchFamily="34" charset="0"/>
                <a:cs typeface="Arial" charset="0"/>
              </a:defRPr>
            </a:lvl2pPr>
            <a:lvl3pPr algn="ctr" rtl="0" eaLnBrk="1" fontAlgn="base" hangingPunct="1">
              <a:spcBef>
                <a:spcPct val="0"/>
              </a:spcBef>
              <a:spcAft>
                <a:spcPct val="0"/>
              </a:spcAft>
              <a:defRPr sz="2400">
                <a:solidFill>
                  <a:schemeClr val="tx2"/>
                </a:solidFill>
                <a:latin typeface="Verdana" pitchFamily="34" charset="0"/>
                <a:cs typeface="Arial" charset="0"/>
              </a:defRPr>
            </a:lvl3pPr>
            <a:lvl4pPr algn="ctr" rtl="0" eaLnBrk="1" fontAlgn="base" hangingPunct="1">
              <a:spcBef>
                <a:spcPct val="0"/>
              </a:spcBef>
              <a:spcAft>
                <a:spcPct val="0"/>
              </a:spcAft>
              <a:defRPr sz="2400">
                <a:solidFill>
                  <a:schemeClr val="tx2"/>
                </a:solidFill>
                <a:latin typeface="Verdana" pitchFamily="34" charset="0"/>
                <a:cs typeface="Arial" charset="0"/>
              </a:defRPr>
            </a:lvl4pPr>
            <a:lvl5pPr algn="ctr" rtl="0" eaLnBrk="1" fontAlgn="base" hangingPunct="1">
              <a:spcBef>
                <a:spcPct val="0"/>
              </a:spcBef>
              <a:spcAft>
                <a:spcPct val="0"/>
              </a:spcAft>
              <a:defRPr sz="2400">
                <a:solidFill>
                  <a:schemeClr val="tx2"/>
                </a:solidFill>
                <a:latin typeface="Verdana" pitchFamily="34" charset="0"/>
                <a:cs typeface="Arial" charset="0"/>
              </a:defRPr>
            </a:lvl5pPr>
            <a:lvl6pPr marL="457200" algn="ctr" rtl="0" eaLnBrk="1" fontAlgn="base" hangingPunct="1">
              <a:spcBef>
                <a:spcPct val="0"/>
              </a:spcBef>
              <a:spcAft>
                <a:spcPct val="0"/>
              </a:spcAft>
              <a:defRPr sz="4000">
                <a:solidFill>
                  <a:schemeClr val="tx2"/>
                </a:solidFill>
                <a:latin typeface="Verdana" pitchFamily="34" charset="0"/>
                <a:cs typeface="Arial" charset="0"/>
              </a:defRPr>
            </a:lvl6pPr>
            <a:lvl7pPr marL="914400" algn="ctr" rtl="0" eaLnBrk="1" fontAlgn="base" hangingPunct="1">
              <a:spcBef>
                <a:spcPct val="0"/>
              </a:spcBef>
              <a:spcAft>
                <a:spcPct val="0"/>
              </a:spcAft>
              <a:defRPr sz="4000">
                <a:solidFill>
                  <a:schemeClr val="tx2"/>
                </a:solidFill>
                <a:latin typeface="Verdana" pitchFamily="34" charset="0"/>
                <a:cs typeface="Arial" charset="0"/>
              </a:defRPr>
            </a:lvl7pPr>
            <a:lvl8pPr marL="1371600" algn="ctr" rtl="0" eaLnBrk="1" fontAlgn="base" hangingPunct="1">
              <a:spcBef>
                <a:spcPct val="0"/>
              </a:spcBef>
              <a:spcAft>
                <a:spcPct val="0"/>
              </a:spcAft>
              <a:defRPr sz="4000">
                <a:solidFill>
                  <a:schemeClr val="tx2"/>
                </a:solidFill>
                <a:latin typeface="Verdana" pitchFamily="34" charset="0"/>
                <a:cs typeface="Arial" charset="0"/>
              </a:defRPr>
            </a:lvl8pPr>
            <a:lvl9pPr marL="1828800" algn="ctr" rtl="0" eaLnBrk="1" fontAlgn="base" hangingPunct="1">
              <a:spcBef>
                <a:spcPct val="0"/>
              </a:spcBef>
              <a:spcAft>
                <a:spcPct val="0"/>
              </a:spcAft>
              <a:defRPr sz="4000">
                <a:solidFill>
                  <a:schemeClr val="tx2"/>
                </a:solidFill>
                <a:latin typeface="Verdana" pitchFamily="34" charset="0"/>
                <a:cs typeface="Arial" charset="0"/>
              </a:defRPr>
            </a:lvl9pPr>
          </a:lstStyle>
          <a:p>
            <a:endParaRPr lang="nl-NL" sz="2800" kern="0" dirty="0" smtClean="0"/>
          </a:p>
        </p:txBody>
      </p:sp>
      <p:pic>
        <p:nvPicPr>
          <p:cNvPr id="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835" y="174157"/>
            <a:ext cx="2368641" cy="624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 name="Chevron 4"/>
          <p:cNvSpPr/>
          <p:nvPr/>
        </p:nvSpPr>
        <p:spPr>
          <a:xfrm>
            <a:off x="2654926" y="1052670"/>
            <a:ext cx="3816348" cy="4934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nl-NL" sz="1600" dirty="0" smtClean="0"/>
              <a:t>Collaboration</a:t>
            </a:r>
            <a:endParaRPr lang="nl-NL" sz="1600" kern="1200" dirty="0"/>
          </a:p>
        </p:txBody>
      </p:sp>
      <p:grpSp>
        <p:nvGrpSpPr>
          <p:cNvPr id="75" name="Group 74"/>
          <p:cNvGrpSpPr/>
          <p:nvPr/>
        </p:nvGrpSpPr>
        <p:grpSpPr>
          <a:xfrm>
            <a:off x="5217077" y="3220320"/>
            <a:ext cx="3721501" cy="2729084"/>
            <a:chOff x="382494" y="1122212"/>
            <a:chExt cx="8564316" cy="5062504"/>
          </a:xfrm>
        </p:grpSpPr>
        <p:sp>
          <p:nvSpPr>
            <p:cNvPr id="76" name="Chevron 75"/>
            <p:cNvSpPr/>
            <p:nvPr/>
          </p:nvSpPr>
          <p:spPr>
            <a:xfrm>
              <a:off x="382494" y="1122212"/>
              <a:ext cx="8564316" cy="5062504"/>
            </a:xfrm>
            <a:prstGeom prst="chevron">
              <a:avLst>
                <a:gd name="adj" fmla="val 10694"/>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8" name="Rectangle 77"/>
            <p:cNvSpPr/>
            <p:nvPr/>
          </p:nvSpPr>
          <p:spPr bwMode="auto">
            <a:xfrm>
              <a:off x="1334662" y="1438758"/>
              <a:ext cx="6794401" cy="2374297"/>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050" b="0" i="0" u="none" strike="noStrike" cap="none" normalizeH="0" baseline="0" dirty="0" smtClean="0">
                <a:ln>
                  <a:noFill/>
                </a:ln>
                <a:solidFill>
                  <a:schemeClr val="bg1"/>
                </a:solidFill>
                <a:effectLst/>
                <a:latin typeface="Verdana" pitchFamily="34" charset="0"/>
                <a:cs typeface="Arial" charset="0"/>
              </a:endParaRPr>
            </a:p>
          </p:txBody>
        </p:sp>
        <p:sp>
          <p:nvSpPr>
            <p:cNvPr id="79" name="Chevron 78"/>
            <p:cNvSpPr/>
            <p:nvPr/>
          </p:nvSpPr>
          <p:spPr>
            <a:xfrm>
              <a:off x="1051417" y="4509149"/>
              <a:ext cx="7276935" cy="1487286"/>
            </a:xfrm>
            <a:prstGeom prst="chevron">
              <a:avLst>
                <a:gd name="adj" fmla="val 20964"/>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aphicFrame>
          <p:nvGraphicFramePr>
            <p:cNvPr id="80" name="Diagram 79"/>
            <p:cNvGraphicFramePr/>
            <p:nvPr>
              <p:extLst>
                <p:ext uri="{D42A27DB-BD31-4B8C-83A1-F6EECF244321}">
                  <p14:modId xmlns:p14="http://schemas.microsoft.com/office/powerpoint/2010/main" val="3273242986"/>
                </p:ext>
              </p:extLst>
            </p:nvPr>
          </p:nvGraphicFramePr>
          <p:xfrm>
            <a:off x="1547579" y="4566019"/>
            <a:ext cx="6552911" cy="1096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1" name="Chevron 4"/>
            <p:cNvSpPr/>
            <p:nvPr/>
          </p:nvSpPr>
          <p:spPr>
            <a:xfrm>
              <a:off x="2855925" y="5542803"/>
              <a:ext cx="3720192" cy="44097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nl-NL" sz="900" kern="1200" dirty="0" smtClean="0"/>
                <a:t>Operational Value Chain</a:t>
              </a:r>
              <a:endParaRPr lang="nl-NL" sz="900" kern="1200" dirty="0"/>
            </a:p>
          </p:txBody>
        </p:sp>
        <p:sp>
          <p:nvSpPr>
            <p:cNvPr id="82" name="Chevron 4"/>
            <p:cNvSpPr/>
            <p:nvPr/>
          </p:nvSpPr>
          <p:spPr>
            <a:xfrm>
              <a:off x="2735401" y="1281806"/>
              <a:ext cx="3816348" cy="657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nl-NL" sz="900" kern="1200" dirty="0" smtClean="0"/>
                <a:t>Control structure</a:t>
              </a:r>
              <a:endParaRPr lang="nl-NL" sz="900" kern="1200" dirty="0"/>
            </a:p>
          </p:txBody>
        </p:sp>
        <p:sp>
          <p:nvSpPr>
            <p:cNvPr id="83" name="Rectangle 82"/>
            <p:cNvSpPr/>
            <p:nvPr/>
          </p:nvSpPr>
          <p:spPr bwMode="auto">
            <a:xfrm>
              <a:off x="6140458" y="2958845"/>
              <a:ext cx="1707112" cy="504070"/>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600" dirty="0" smtClean="0">
                  <a:latin typeface="Verdana" pitchFamily="34" charset="0"/>
                </a:rPr>
                <a:t>Contracts, Commitments </a:t>
              </a:r>
            </a:p>
          </p:txBody>
        </p:sp>
        <p:sp>
          <p:nvSpPr>
            <p:cNvPr id="84" name="Rectangle 83"/>
            <p:cNvSpPr/>
            <p:nvPr/>
          </p:nvSpPr>
          <p:spPr bwMode="auto">
            <a:xfrm>
              <a:off x="1500380" y="2728585"/>
              <a:ext cx="1679965" cy="515055"/>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600" dirty="0" smtClean="0">
                  <a:latin typeface="Verdana" pitchFamily="34" charset="0"/>
                </a:rPr>
                <a:t>Organisation, Teams, Actions</a:t>
              </a:r>
              <a:endParaRPr lang="nl-NL" sz="600" dirty="0">
                <a:latin typeface="Verdana" pitchFamily="34" charset="0"/>
              </a:endParaRPr>
            </a:p>
          </p:txBody>
        </p:sp>
        <p:sp>
          <p:nvSpPr>
            <p:cNvPr id="85" name="Rectangle 84"/>
            <p:cNvSpPr/>
            <p:nvPr/>
          </p:nvSpPr>
          <p:spPr bwMode="auto">
            <a:xfrm>
              <a:off x="3259245" y="2653532"/>
              <a:ext cx="1292050" cy="504070"/>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600" dirty="0" smtClean="0">
                  <a:latin typeface="Verdana" pitchFamily="34" charset="0"/>
                </a:rPr>
                <a:t>Budgets, </a:t>
              </a:r>
            </a:p>
            <a:p>
              <a:pPr algn="ctr"/>
              <a:r>
                <a:rPr lang="nl-NL" sz="600" dirty="0" smtClean="0">
                  <a:latin typeface="Verdana" pitchFamily="34" charset="0"/>
                </a:rPr>
                <a:t>Actuals, Targets </a:t>
              </a:r>
              <a:endParaRPr lang="nl-NL" sz="600" dirty="0">
                <a:latin typeface="Verdana" pitchFamily="34" charset="0"/>
              </a:endParaRPr>
            </a:p>
          </p:txBody>
        </p:sp>
        <p:sp>
          <p:nvSpPr>
            <p:cNvPr id="86" name="Rectangle 85"/>
            <p:cNvSpPr/>
            <p:nvPr/>
          </p:nvSpPr>
          <p:spPr bwMode="auto">
            <a:xfrm>
              <a:off x="4643576" y="2704944"/>
              <a:ext cx="1026569" cy="357021"/>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600" dirty="0" smtClean="0">
                  <a:latin typeface="Verdana" pitchFamily="34" charset="0"/>
                </a:rPr>
                <a:t>Policy</a:t>
              </a:r>
              <a:endParaRPr lang="nl-NL" sz="600" dirty="0">
                <a:latin typeface="Verdana" pitchFamily="34" charset="0"/>
              </a:endParaRPr>
            </a:p>
          </p:txBody>
        </p:sp>
        <p:sp>
          <p:nvSpPr>
            <p:cNvPr id="87" name="Rectangle 86"/>
            <p:cNvSpPr/>
            <p:nvPr/>
          </p:nvSpPr>
          <p:spPr bwMode="auto">
            <a:xfrm>
              <a:off x="2596239" y="1799982"/>
              <a:ext cx="1168210" cy="648090"/>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nl-NL" sz="700" dirty="0" smtClean="0">
                  <a:solidFill>
                    <a:schemeClr val="bg1"/>
                  </a:solidFill>
                  <a:latin typeface="Verdana" pitchFamily="34" charset="0"/>
                  <a:cs typeface="Arial" charset="0"/>
                </a:rPr>
                <a:t>Ops</a:t>
              </a:r>
              <a:endParaRPr kumimoji="0" lang="en-GB" sz="700" b="0" i="0" u="none" strike="noStrike" cap="none" normalizeH="0" baseline="0" dirty="0" smtClean="0">
                <a:ln>
                  <a:noFill/>
                </a:ln>
                <a:solidFill>
                  <a:schemeClr val="bg1"/>
                </a:solidFill>
                <a:effectLst/>
                <a:latin typeface="Verdana" pitchFamily="34" charset="0"/>
                <a:cs typeface="Arial" charset="0"/>
              </a:endParaRPr>
            </a:p>
          </p:txBody>
        </p:sp>
        <p:sp>
          <p:nvSpPr>
            <p:cNvPr id="88" name="Rectangle 87"/>
            <p:cNvSpPr/>
            <p:nvPr/>
          </p:nvSpPr>
          <p:spPr bwMode="auto">
            <a:xfrm>
              <a:off x="5383539" y="1795486"/>
              <a:ext cx="1168209" cy="648090"/>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nl-NL" sz="700" dirty="0" smtClean="0">
                  <a:solidFill>
                    <a:schemeClr val="bg1"/>
                  </a:solidFill>
                  <a:latin typeface="Verdana" pitchFamily="34" charset="0"/>
                  <a:cs typeface="Arial" charset="0"/>
                </a:rPr>
                <a:t>Legal</a:t>
              </a:r>
              <a:endParaRPr lang="en-GB" sz="700" dirty="0">
                <a:solidFill>
                  <a:schemeClr val="bg1"/>
                </a:solidFill>
                <a:latin typeface="Verdana" pitchFamily="34" charset="0"/>
                <a:cs typeface="Arial" charset="0"/>
              </a:endParaRPr>
            </a:p>
          </p:txBody>
        </p:sp>
        <p:sp>
          <p:nvSpPr>
            <p:cNvPr id="89" name="Rectangle 88"/>
            <p:cNvSpPr/>
            <p:nvPr/>
          </p:nvSpPr>
          <p:spPr bwMode="auto">
            <a:xfrm>
              <a:off x="3917097" y="1795486"/>
              <a:ext cx="1307718" cy="648090"/>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nl-NL" sz="700" dirty="0" smtClean="0">
                  <a:solidFill>
                    <a:schemeClr val="bg1"/>
                  </a:solidFill>
                  <a:latin typeface="Verdana" pitchFamily="34" charset="0"/>
                  <a:cs typeface="Arial" charset="0"/>
                </a:rPr>
                <a:t>Finance</a:t>
              </a:r>
              <a:endParaRPr lang="en-GB" sz="700" dirty="0">
                <a:solidFill>
                  <a:schemeClr val="bg1"/>
                </a:solidFill>
                <a:latin typeface="Verdana" pitchFamily="34" charset="0"/>
                <a:cs typeface="Arial" charset="0"/>
              </a:endParaRPr>
            </a:p>
          </p:txBody>
        </p:sp>
        <p:sp>
          <p:nvSpPr>
            <p:cNvPr id="90" name="Right Arrow 89"/>
            <p:cNvSpPr/>
            <p:nvPr/>
          </p:nvSpPr>
          <p:spPr bwMode="auto">
            <a:xfrm rot="16200000" flipV="1">
              <a:off x="2450304" y="3957147"/>
              <a:ext cx="779540" cy="327066"/>
            </a:xfrm>
            <a:prstGeom prst="rightArrow">
              <a:avLst/>
            </a:prstGeom>
            <a:noFill/>
            <a:ln w="28575">
              <a:solidFill>
                <a:srgbClr val="1F3EA1"/>
              </a:solidFill>
              <a:miter lim="800000"/>
              <a:headEnd/>
              <a:tailEnd/>
            </a:ln>
            <a:scene3d>
              <a:camera prst="orthographicFront"/>
              <a:lightRig rig="threePt" dir="t"/>
            </a:scene3d>
            <a:sp3d/>
          </p:spPr>
          <p:txBody>
            <a:bodyPr vert="horz" wrap="square" lIns="36000" tIns="36000" rIns="36000" bIns="36000" numCol="1" anchor="ctr" anchorCtr="0" compatLnSpc="1">
              <a:prstTxWarp prst="textNoShape">
                <a:avLst/>
              </a:prstTxWarp>
              <a:normAutofit fontScale="25000" lnSpcReduction="20000"/>
              <a:flatTx/>
            </a:bodyPr>
            <a:lstStyle/>
            <a:p>
              <a:pPr eaLnBrk="0" hangingPunct="0">
                <a:spcBef>
                  <a:spcPts val="0"/>
                </a:spcBef>
                <a:spcAft>
                  <a:spcPts val="0"/>
                </a:spcAft>
              </a:pPr>
              <a:endParaRPr lang="nl-NL" sz="200" dirty="0">
                <a:solidFill>
                  <a:srgbClr val="FF0000"/>
                </a:solidFill>
                <a:latin typeface="Calibri" pitchFamily="34" charset="0"/>
                <a:cs typeface="Calibri" pitchFamily="34" charset="0"/>
              </a:endParaRPr>
            </a:p>
          </p:txBody>
        </p:sp>
        <p:sp>
          <p:nvSpPr>
            <p:cNvPr id="91" name="TextBox 90"/>
            <p:cNvSpPr txBox="1"/>
            <p:nvPr/>
          </p:nvSpPr>
          <p:spPr>
            <a:xfrm>
              <a:off x="2163248" y="3982179"/>
              <a:ext cx="1338244" cy="314012"/>
            </a:xfrm>
            <a:prstGeom prst="rect">
              <a:avLst/>
            </a:prstGeom>
            <a:noFill/>
          </p:spPr>
          <p:txBody>
            <a:bodyPr wrap="square" rtlCol="0">
              <a:spAutoFit/>
            </a:bodyPr>
            <a:lstStyle/>
            <a:p>
              <a:pPr algn="ctr"/>
              <a:r>
                <a:rPr lang="nl-NL" sz="500" dirty="0" smtClean="0">
                  <a:solidFill>
                    <a:srgbClr val="FF0000"/>
                  </a:solidFill>
                  <a:latin typeface="Calibri" pitchFamily="34" charset="0"/>
                  <a:cs typeface="Calibri" pitchFamily="34" charset="0"/>
                </a:rPr>
                <a:t>Measurements</a:t>
              </a:r>
              <a:endParaRPr lang="en-GB" sz="300" dirty="0"/>
            </a:p>
          </p:txBody>
        </p:sp>
        <p:sp>
          <p:nvSpPr>
            <p:cNvPr id="92" name="Right Arrow 91"/>
            <p:cNvSpPr/>
            <p:nvPr/>
          </p:nvSpPr>
          <p:spPr bwMode="auto">
            <a:xfrm rot="5400000" flipV="1">
              <a:off x="5512145" y="3995925"/>
              <a:ext cx="779540" cy="327066"/>
            </a:xfrm>
            <a:prstGeom prst="rightArrow">
              <a:avLst/>
            </a:prstGeom>
            <a:noFill/>
            <a:ln w="28575">
              <a:solidFill>
                <a:srgbClr val="1F3EA1"/>
              </a:solidFill>
              <a:miter lim="800000"/>
              <a:headEnd/>
              <a:tailEnd/>
            </a:ln>
            <a:scene3d>
              <a:camera prst="orthographicFront"/>
              <a:lightRig rig="threePt" dir="t"/>
            </a:scene3d>
            <a:sp3d/>
          </p:spPr>
          <p:txBody>
            <a:bodyPr vert="horz" wrap="square" lIns="36000" tIns="36000" rIns="36000" bIns="36000" numCol="1" anchor="ctr" anchorCtr="0" compatLnSpc="1">
              <a:prstTxWarp prst="textNoShape">
                <a:avLst/>
              </a:prstTxWarp>
              <a:normAutofit fontScale="25000" lnSpcReduction="20000"/>
              <a:flatTx/>
            </a:bodyPr>
            <a:lstStyle/>
            <a:p>
              <a:pPr eaLnBrk="0" hangingPunct="0">
                <a:spcBef>
                  <a:spcPts val="0"/>
                </a:spcBef>
                <a:spcAft>
                  <a:spcPts val="0"/>
                </a:spcAft>
              </a:pPr>
              <a:endParaRPr lang="nl-NL" sz="200" dirty="0">
                <a:solidFill>
                  <a:srgbClr val="FF0000"/>
                </a:solidFill>
                <a:latin typeface="Calibri" pitchFamily="34" charset="0"/>
                <a:cs typeface="Calibri" pitchFamily="34" charset="0"/>
              </a:endParaRPr>
            </a:p>
          </p:txBody>
        </p:sp>
        <p:sp>
          <p:nvSpPr>
            <p:cNvPr id="93" name="TextBox 92"/>
            <p:cNvSpPr txBox="1"/>
            <p:nvPr/>
          </p:nvSpPr>
          <p:spPr>
            <a:xfrm>
              <a:off x="5383538" y="4020956"/>
              <a:ext cx="1043001" cy="314012"/>
            </a:xfrm>
            <a:prstGeom prst="rect">
              <a:avLst/>
            </a:prstGeom>
            <a:noFill/>
          </p:spPr>
          <p:txBody>
            <a:bodyPr wrap="square" rtlCol="0">
              <a:spAutoFit/>
            </a:bodyPr>
            <a:lstStyle/>
            <a:p>
              <a:pPr algn="ctr"/>
              <a:r>
                <a:rPr lang="nl-NL" sz="500" dirty="0" smtClean="0">
                  <a:solidFill>
                    <a:srgbClr val="FF0000"/>
                  </a:solidFill>
                  <a:latin typeface="Calibri" pitchFamily="34" charset="0"/>
                  <a:cs typeface="Calibri" pitchFamily="34" charset="0"/>
                </a:rPr>
                <a:t>Change</a:t>
              </a:r>
              <a:endParaRPr lang="en-GB" sz="300" dirty="0"/>
            </a:p>
          </p:txBody>
        </p:sp>
        <p:sp>
          <p:nvSpPr>
            <p:cNvPr id="94" name="Oval 93"/>
            <p:cNvSpPr/>
            <p:nvPr/>
          </p:nvSpPr>
          <p:spPr>
            <a:xfrm>
              <a:off x="2900686" y="2625908"/>
              <a:ext cx="279660" cy="279659"/>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95" name="Oval 94"/>
            <p:cNvSpPr/>
            <p:nvPr/>
          </p:nvSpPr>
          <p:spPr>
            <a:xfrm>
              <a:off x="5509234" y="2602268"/>
              <a:ext cx="279660" cy="279659"/>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96" name="Oval 95"/>
            <p:cNvSpPr/>
            <p:nvPr/>
          </p:nvSpPr>
          <p:spPr>
            <a:xfrm>
              <a:off x="7488267" y="2765737"/>
              <a:ext cx="279659" cy="279659"/>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97" name="Rectangle 96"/>
            <p:cNvSpPr/>
            <p:nvPr/>
          </p:nvSpPr>
          <p:spPr bwMode="auto">
            <a:xfrm>
              <a:off x="4483287" y="3233489"/>
              <a:ext cx="1420544" cy="357021"/>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600" dirty="0" smtClean="0"/>
                <a:t>Risk,</a:t>
              </a:r>
            </a:p>
            <a:p>
              <a:pPr algn="ctr"/>
              <a:r>
                <a:rPr lang="nl-NL" sz="600" dirty="0" smtClean="0"/>
                <a:t>Mitigation</a:t>
              </a:r>
              <a:endParaRPr lang="nl-NL" sz="600" dirty="0"/>
            </a:p>
          </p:txBody>
        </p:sp>
        <p:sp>
          <p:nvSpPr>
            <p:cNvPr id="98" name="Oval 97"/>
            <p:cNvSpPr/>
            <p:nvPr/>
          </p:nvSpPr>
          <p:spPr>
            <a:xfrm>
              <a:off x="5742921" y="3130813"/>
              <a:ext cx="279660" cy="279659"/>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grpSp>
      <p:grpSp>
        <p:nvGrpSpPr>
          <p:cNvPr id="99" name="Group 98"/>
          <p:cNvGrpSpPr/>
          <p:nvPr/>
        </p:nvGrpSpPr>
        <p:grpSpPr>
          <a:xfrm>
            <a:off x="395420" y="3220320"/>
            <a:ext cx="3735499" cy="2729084"/>
            <a:chOff x="687771" y="3191348"/>
            <a:chExt cx="3735499" cy="2729084"/>
          </a:xfrm>
        </p:grpSpPr>
        <p:sp>
          <p:nvSpPr>
            <p:cNvPr id="100" name="Chevron 99"/>
            <p:cNvSpPr/>
            <p:nvPr/>
          </p:nvSpPr>
          <p:spPr>
            <a:xfrm>
              <a:off x="687771" y="3191348"/>
              <a:ext cx="3735499" cy="2729084"/>
            </a:xfrm>
            <a:prstGeom prst="chevron">
              <a:avLst>
                <a:gd name="adj" fmla="val 10694"/>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1" name="Rectangle 100"/>
            <p:cNvSpPr/>
            <p:nvPr/>
          </p:nvSpPr>
          <p:spPr bwMode="auto">
            <a:xfrm>
              <a:off x="1115520" y="3361991"/>
              <a:ext cx="2952410" cy="1279931"/>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050" b="0" i="0" u="none" strike="noStrike" cap="none" normalizeH="0" baseline="0" dirty="0" smtClean="0">
                <a:ln>
                  <a:noFill/>
                </a:ln>
                <a:solidFill>
                  <a:schemeClr val="bg1"/>
                </a:solidFill>
                <a:effectLst/>
                <a:latin typeface="Verdana" pitchFamily="34" charset="0"/>
                <a:cs typeface="Arial" charset="0"/>
              </a:endParaRPr>
            </a:p>
          </p:txBody>
        </p:sp>
        <p:sp>
          <p:nvSpPr>
            <p:cNvPr id="102" name="Chevron 101"/>
            <p:cNvSpPr/>
            <p:nvPr/>
          </p:nvSpPr>
          <p:spPr>
            <a:xfrm>
              <a:off x="989004" y="5017171"/>
              <a:ext cx="3155247" cy="808747"/>
            </a:xfrm>
            <a:prstGeom prst="chevron">
              <a:avLst>
                <a:gd name="adj" fmla="val 20964"/>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aphicFrame>
          <p:nvGraphicFramePr>
            <p:cNvPr id="103" name="Diagram 102"/>
            <p:cNvGraphicFramePr/>
            <p:nvPr>
              <p:extLst>
                <p:ext uri="{D42A27DB-BD31-4B8C-83A1-F6EECF244321}">
                  <p14:modId xmlns:p14="http://schemas.microsoft.com/office/powerpoint/2010/main" val="1848748246"/>
                </p:ext>
              </p:extLst>
            </p:nvPr>
          </p:nvGraphicFramePr>
          <p:xfrm>
            <a:off x="1187530" y="5047828"/>
            <a:ext cx="2867984" cy="59106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04" name="Chevron 4"/>
            <p:cNvSpPr/>
            <p:nvPr/>
          </p:nvSpPr>
          <p:spPr>
            <a:xfrm>
              <a:off x="1776563" y="5574392"/>
              <a:ext cx="1616556" cy="27199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nl-NL" sz="900" kern="1200" dirty="0" smtClean="0"/>
                <a:t>Operational Value Chain</a:t>
              </a:r>
              <a:endParaRPr lang="nl-NL" sz="900" kern="1200" dirty="0"/>
            </a:p>
          </p:txBody>
        </p:sp>
        <p:sp>
          <p:nvSpPr>
            <p:cNvPr id="105" name="Chevron 4"/>
            <p:cNvSpPr/>
            <p:nvPr/>
          </p:nvSpPr>
          <p:spPr>
            <a:xfrm>
              <a:off x="1724191" y="3277382"/>
              <a:ext cx="1658340" cy="35455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nl-NL" sz="900" kern="1200" dirty="0" smtClean="0"/>
                <a:t>Control structure</a:t>
              </a:r>
              <a:endParaRPr lang="nl-NL" sz="900" kern="1200" dirty="0"/>
            </a:p>
          </p:txBody>
        </p:sp>
        <p:sp>
          <p:nvSpPr>
            <p:cNvPr id="106" name="Rectangle 105"/>
            <p:cNvSpPr/>
            <p:nvPr/>
          </p:nvSpPr>
          <p:spPr bwMode="auto">
            <a:xfrm>
              <a:off x="3203810" y="4181436"/>
              <a:ext cx="741801" cy="271733"/>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600" dirty="0" smtClean="0">
                  <a:latin typeface="Verdana" pitchFamily="34" charset="0"/>
                </a:rPr>
                <a:t>Contracts, Commitments </a:t>
              </a:r>
            </a:p>
          </p:txBody>
        </p:sp>
        <p:sp>
          <p:nvSpPr>
            <p:cNvPr id="107" name="Rectangle 106"/>
            <p:cNvSpPr/>
            <p:nvPr/>
          </p:nvSpPr>
          <p:spPr bwMode="auto">
            <a:xfrm>
              <a:off x="1187530" y="4057308"/>
              <a:ext cx="730005" cy="277655"/>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600" dirty="0" smtClean="0">
                  <a:latin typeface="Verdana" pitchFamily="34" charset="0"/>
                </a:rPr>
                <a:t>Organisation, Teams, Actions</a:t>
              </a:r>
              <a:endParaRPr lang="nl-NL" sz="600" dirty="0">
                <a:latin typeface="Verdana" pitchFamily="34" charset="0"/>
              </a:endParaRPr>
            </a:p>
          </p:txBody>
        </p:sp>
        <p:sp>
          <p:nvSpPr>
            <p:cNvPr id="108" name="Rectangle 107"/>
            <p:cNvSpPr/>
            <p:nvPr/>
          </p:nvSpPr>
          <p:spPr bwMode="auto">
            <a:xfrm>
              <a:off x="1951820" y="4016849"/>
              <a:ext cx="561442" cy="271733"/>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600" dirty="0" smtClean="0">
                  <a:latin typeface="Verdana" pitchFamily="34" charset="0"/>
                </a:rPr>
                <a:t>Budgets, </a:t>
              </a:r>
            </a:p>
            <a:p>
              <a:pPr algn="ctr"/>
              <a:r>
                <a:rPr lang="nl-NL" sz="600" dirty="0" smtClean="0">
                  <a:latin typeface="Verdana" pitchFamily="34" charset="0"/>
                </a:rPr>
                <a:t>Actuals, Targets </a:t>
              </a:r>
              <a:endParaRPr lang="nl-NL" sz="600" dirty="0">
                <a:latin typeface="Verdana" pitchFamily="34" charset="0"/>
              </a:endParaRPr>
            </a:p>
          </p:txBody>
        </p:sp>
        <p:sp>
          <p:nvSpPr>
            <p:cNvPr id="109" name="Rectangle 108"/>
            <p:cNvSpPr/>
            <p:nvPr/>
          </p:nvSpPr>
          <p:spPr bwMode="auto">
            <a:xfrm>
              <a:off x="2553361" y="4044564"/>
              <a:ext cx="446081" cy="192462"/>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600" dirty="0" smtClean="0">
                  <a:latin typeface="Verdana" pitchFamily="34" charset="0"/>
                </a:rPr>
                <a:t>Policy</a:t>
              </a:r>
              <a:endParaRPr lang="nl-NL" sz="600" dirty="0">
                <a:latin typeface="Verdana" pitchFamily="34" charset="0"/>
              </a:endParaRPr>
            </a:p>
          </p:txBody>
        </p:sp>
        <p:sp>
          <p:nvSpPr>
            <p:cNvPr id="110" name="Rectangle 109"/>
            <p:cNvSpPr/>
            <p:nvPr/>
          </p:nvSpPr>
          <p:spPr bwMode="auto">
            <a:xfrm>
              <a:off x="1669006" y="3554295"/>
              <a:ext cx="497055" cy="349371"/>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nl-NL" sz="700" dirty="0" smtClean="0">
                  <a:solidFill>
                    <a:schemeClr val="bg1"/>
                  </a:solidFill>
                  <a:latin typeface="Verdana" pitchFamily="34" charset="0"/>
                  <a:cs typeface="Arial" charset="0"/>
                </a:rPr>
                <a:t>Ops</a:t>
              </a:r>
              <a:endParaRPr kumimoji="0" lang="en-GB" sz="700" b="0" i="0" u="none" strike="noStrike" cap="none" normalizeH="0" baseline="0" dirty="0" smtClean="0">
                <a:ln>
                  <a:noFill/>
                </a:ln>
                <a:solidFill>
                  <a:schemeClr val="bg1"/>
                </a:solidFill>
                <a:effectLst/>
                <a:latin typeface="Verdana" pitchFamily="34" charset="0"/>
                <a:cs typeface="Arial" charset="0"/>
              </a:endParaRPr>
            </a:p>
          </p:txBody>
        </p:sp>
        <p:sp>
          <p:nvSpPr>
            <p:cNvPr id="111" name="Rectangle 110"/>
            <p:cNvSpPr/>
            <p:nvPr/>
          </p:nvSpPr>
          <p:spPr bwMode="auto">
            <a:xfrm>
              <a:off x="2874901" y="3554295"/>
              <a:ext cx="507629" cy="349371"/>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nl-NL" sz="700" dirty="0" smtClean="0">
                  <a:solidFill>
                    <a:schemeClr val="bg1"/>
                  </a:solidFill>
                  <a:latin typeface="Verdana" pitchFamily="34" charset="0"/>
                  <a:cs typeface="Arial" charset="0"/>
                </a:rPr>
                <a:t>Legal</a:t>
              </a:r>
              <a:endParaRPr lang="en-GB" sz="700" dirty="0">
                <a:solidFill>
                  <a:schemeClr val="bg1"/>
                </a:solidFill>
                <a:latin typeface="Verdana" pitchFamily="34" charset="0"/>
                <a:cs typeface="Arial" charset="0"/>
              </a:endParaRPr>
            </a:p>
          </p:txBody>
        </p:sp>
        <p:sp>
          <p:nvSpPr>
            <p:cNvPr id="112" name="Rectangle 111"/>
            <p:cNvSpPr/>
            <p:nvPr/>
          </p:nvSpPr>
          <p:spPr bwMode="auto">
            <a:xfrm>
              <a:off x="2232542" y="3554295"/>
              <a:ext cx="573388" cy="349371"/>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nl-NL" sz="700" dirty="0" smtClean="0">
                  <a:solidFill>
                    <a:schemeClr val="bg1"/>
                  </a:solidFill>
                  <a:latin typeface="Verdana" pitchFamily="34" charset="0"/>
                  <a:cs typeface="Arial" charset="0"/>
                </a:rPr>
                <a:t>Finance</a:t>
              </a:r>
              <a:endParaRPr lang="en-GB" sz="700" dirty="0">
                <a:solidFill>
                  <a:schemeClr val="bg1"/>
                </a:solidFill>
                <a:latin typeface="Verdana" pitchFamily="34" charset="0"/>
                <a:cs typeface="Arial" charset="0"/>
              </a:endParaRPr>
            </a:p>
          </p:txBody>
        </p:sp>
        <p:sp>
          <p:nvSpPr>
            <p:cNvPr id="113" name="Right Arrow 112"/>
            <p:cNvSpPr/>
            <p:nvPr/>
          </p:nvSpPr>
          <p:spPr bwMode="auto">
            <a:xfrm rot="16200000" flipV="1">
              <a:off x="1559559" y="4736695"/>
              <a:ext cx="420233" cy="142122"/>
            </a:xfrm>
            <a:prstGeom prst="rightArrow">
              <a:avLst/>
            </a:prstGeom>
            <a:noFill/>
            <a:ln w="28575">
              <a:solidFill>
                <a:srgbClr val="1F3EA1"/>
              </a:solidFill>
              <a:miter lim="800000"/>
              <a:headEnd/>
              <a:tailEnd/>
            </a:ln>
            <a:scene3d>
              <a:camera prst="orthographicFront"/>
              <a:lightRig rig="threePt" dir="t"/>
            </a:scene3d>
            <a:sp3d/>
          </p:spPr>
          <p:txBody>
            <a:bodyPr vert="horz" wrap="square" lIns="36000" tIns="36000" rIns="36000" bIns="36000" numCol="1" anchor="ctr" anchorCtr="0" compatLnSpc="1">
              <a:prstTxWarp prst="textNoShape">
                <a:avLst/>
              </a:prstTxWarp>
              <a:normAutofit fontScale="25000" lnSpcReduction="20000"/>
              <a:flatTx/>
            </a:bodyPr>
            <a:lstStyle/>
            <a:p>
              <a:pPr eaLnBrk="0" hangingPunct="0">
                <a:spcBef>
                  <a:spcPts val="0"/>
                </a:spcBef>
                <a:spcAft>
                  <a:spcPts val="0"/>
                </a:spcAft>
              </a:pPr>
              <a:endParaRPr lang="nl-NL" sz="200" dirty="0">
                <a:solidFill>
                  <a:srgbClr val="FF0000"/>
                </a:solidFill>
                <a:latin typeface="Calibri" pitchFamily="34" charset="0"/>
                <a:cs typeface="Calibri" pitchFamily="34" charset="0"/>
              </a:endParaRPr>
            </a:p>
          </p:txBody>
        </p:sp>
        <p:sp>
          <p:nvSpPr>
            <p:cNvPr id="114" name="TextBox 113"/>
            <p:cNvSpPr txBox="1"/>
            <p:nvPr/>
          </p:nvSpPr>
          <p:spPr>
            <a:xfrm>
              <a:off x="1475570" y="4733093"/>
              <a:ext cx="581515" cy="169277"/>
            </a:xfrm>
            <a:prstGeom prst="rect">
              <a:avLst/>
            </a:prstGeom>
            <a:noFill/>
          </p:spPr>
          <p:txBody>
            <a:bodyPr wrap="square" rtlCol="0">
              <a:spAutoFit/>
            </a:bodyPr>
            <a:lstStyle/>
            <a:p>
              <a:pPr algn="ctr"/>
              <a:r>
                <a:rPr lang="nl-NL" sz="500" dirty="0" smtClean="0">
                  <a:solidFill>
                    <a:srgbClr val="FF0000"/>
                  </a:solidFill>
                  <a:latin typeface="Calibri" pitchFamily="34" charset="0"/>
                  <a:cs typeface="Calibri" pitchFamily="34" charset="0"/>
                </a:rPr>
                <a:t>Measurements</a:t>
              </a:r>
              <a:endParaRPr lang="en-GB" sz="300" dirty="0"/>
            </a:p>
          </p:txBody>
        </p:sp>
        <p:sp>
          <p:nvSpPr>
            <p:cNvPr id="115" name="Right Arrow 114"/>
            <p:cNvSpPr/>
            <p:nvPr/>
          </p:nvSpPr>
          <p:spPr bwMode="auto">
            <a:xfrm rot="5400000" flipV="1">
              <a:off x="2890038" y="4757599"/>
              <a:ext cx="420233" cy="142122"/>
            </a:xfrm>
            <a:prstGeom prst="rightArrow">
              <a:avLst/>
            </a:prstGeom>
            <a:noFill/>
            <a:ln w="28575">
              <a:solidFill>
                <a:srgbClr val="1F3EA1"/>
              </a:solidFill>
              <a:miter lim="800000"/>
              <a:headEnd/>
              <a:tailEnd/>
            </a:ln>
            <a:scene3d>
              <a:camera prst="orthographicFront"/>
              <a:lightRig rig="threePt" dir="t"/>
            </a:scene3d>
            <a:sp3d/>
          </p:spPr>
          <p:txBody>
            <a:bodyPr vert="horz" wrap="square" lIns="36000" tIns="36000" rIns="36000" bIns="36000" numCol="1" anchor="ctr" anchorCtr="0" compatLnSpc="1">
              <a:prstTxWarp prst="textNoShape">
                <a:avLst/>
              </a:prstTxWarp>
              <a:normAutofit fontScale="25000" lnSpcReduction="20000"/>
              <a:flatTx/>
            </a:bodyPr>
            <a:lstStyle/>
            <a:p>
              <a:pPr eaLnBrk="0" hangingPunct="0">
                <a:spcBef>
                  <a:spcPts val="0"/>
                </a:spcBef>
                <a:spcAft>
                  <a:spcPts val="0"/>
                </a:spcAft>
              </a:pPr>
              <a:endParaRPr lang="nl-NL" sz="200" dirty="0">
                <a:solidFill>
                  <a:srgbClr val="FF0000"/>
                </a:solidFill>
                <a:latin typeface="Calibri" pitchFamily="34" charset="0"/>
                <a:cs typeface="Calibri" pitchFamily="34" charset="0"/>
              </a:endParaRPr>
            </a:p>
          </p:txBody>
        </p:sp>
        <p:sp>
          <p:nvSpPr>
            <p:cNvPr id="116" name="TextBox 115"/>
            <p:cNvSpPr txBox="1"/>
            <p:nvPr/>
          </p:nvSpPr>
          <p:spPr>
            <a:xfrm>
              <a:off x="2874901" y="4753997"/>
              <a:ext cx="453221" cy="169277"/>
            </a:xfrm>
            <a:prstGeom prst="rect">
              <a:avLst/>
            </a:prstGeom>
            <a:noFill/>
          </p:spPr>
          <p:txBody>
            <a:bodyPr wrap="square" rtlCol="0">
              <a:spAutoFit/>
            </a:bodyPr>
            <a:lstStyle/>
            <a:p>
              <a:pPr algn="ctr"/>
              <a:r>
                <a:rPr lang="nl-NL" sz="500" dirty="0" smtClean="0">
                  <a:solidFill>
                    <a:srgbClr val="FF0000"/>
                  </a:solidFill>
                  <a:latin typeface="Calibri" pitchFamily="34" charset="0"/>
                  <a:cs typeface="Calibri" pitchFamily="34" charset="0"/>
                </a:rPr>
                <a:t>Change</a:t>
              </a:r>
              <a:endParaRPr lang="en-GB" sz="300" dirty="0"/>
            </a:p>
          </p:txBody>
        </p:sp>
        <p:sp>
          <p:nvSpPr>
            <p:cNvPr id="117" name="Oval 116"/>
            <p:cNvSpPr/>
            <p:nvPr/>
          </p:nvSpPr>
          <p:spPr>
            <a:xfrm>
              <a:off x="1796013" y="4001957"/>
              <a:ext cx="121522" cy="150758"/>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118" name="Oval 117"/>
            <p:cNvSpPr/>
            <p:nvPr/>
          </p:nvSpPr>
          <p:spPr>
            <a:xfrm>
              <a:off x="2929520" y="3989214"/>
              <a:ext cx="121522" cy="150758"/>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119" name="Oval 118"/>
            <p:cNvSpPr/>
            <p:nvPr/>
          </p:nvSpPr>
          <p:spPr>
            <a:xfrm>
              <a:off x="3789481" y="4077336"/>
              <a:ext cx="121522" cy="150758"/>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120" name="Rectangle 119"/>
            <p:cNvSpPr/>
            <p:nvPr/>
          </p:nvSpPr>
          <p:spPr bwMode="auto">
            <a:xfrm>
              <a:off x="2483710" y="4329491"/>
              <a:ext cx="617277" cy="192462"/>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600" dirty="0" smtClean="0"/>
                <a:t>Risk,</a:t>
              </a:r>
            </a:p>
            <a:p>
              <a:pPr algn="ctr"/>
              <a:r>
                <a:rPr lang="nl-NL" sz="600" dirty="0" smtClean="0"/>
                <a:t>Mitigation</a:t>
              </a:r>
              <a:endParaRPr lang="nl-NL" sz="600" dirty="0"/>
            </a:p>
          </p:txBody>
        </p:sp>
        <p:sp>
          <p:nvSpPr>
            <p:cNvPr id="121" name="Oval 120"/>
            <p:cNvSpPr/>
            <p:nvPr/>
          </p:nvSpPr>
          <p:spPr>
            <a:xfrm>
              <a:off x="3031066" y="4274140"/>
              <a:ext cx="121522" cy="150758"/>
            </a:xfrm>
            <a:prstGeom prst="ellipse">
              <a:avLst/>
            </a:prstGeom>
            <a:blipFill>
              <a:blip r:embed="rId8"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grpSp>
      <p:sp>
        <p:nvSpPr>
          <p:cNvPr id="122" name="Left-Right Arrow 121"/>
          <p:cNvSpPr/>
          <p:nvPr/>
        </p:nvSpPr>
        <p:spPr bwMode="auto">
          <a:xfrm>
            <a:off x="4164404" y="4362569"/>
            <a:ext cx="1077052" cy="383574"/>
          </a:xfrm>
          <a:prstGeom prst="leftRightArrow">
            <a:avLst/>
          </a:prstGeom>
          <a:noFill/>
          <a:ln w="28575">
            <a:solidFill>
              <a:srgbClr val="1F3EA1"/>
            </a:solidFill>
            <a:miter lim="800000"/>
            <a:headEnd/>
            <a:tailEnd/>
          </a:ln>
          <a:scene3d>
            <a:camera prst="orthographicFront"/>
            <a:lightRig rig="threePt" dir="t"/>
          </a:scene3d>
          <a:sp3d/>
        </p:spPr>
        <p:txBody>
          <a:bodyPr vert="horz" wrap="square" lIns="36000" tIns="36000" rIns="36000" bIns="36000" numCol="1" anchor="ctr" anchorCtr="0" compatLnSpc="1">
            <a:prstTxWarp prst="textNoShape">
              <a:avLst/>
            </a:prstTxWarp>
            <a:normAutofit fontScale="85000" lnSpcReduction="20000"/>
            <a:flatTx/>
          </a:bodyPr>
          <a:lstStyle/>
          <a:p>
            <a:pPr algn="ctr" eaLnBrk="0" hangingPunct="0">
              <a:spcBef>
                <a:spcPts val="0"/>
              </a:spcBef>
              <a:spcAft>
                <a:spcPts val="0"/>
              </a:spcAft>
            </a:pPr>
            <a:r>
              <a:rPr lang="nl-NL" sz="1000" dirty="0" smtClean="0">
                <a:solidFill>
                  <a:srgbClr val="FF0000"/>
                </a:solidFill>
                <a:latin typeface="Calibri" pitchFamily="34" charset="0"/>
                <a:cs typeface="Calibri" pitchFamily="34" charset="0"/>
              </a:rPr>
              <a:t>Contract /SLA</a:t>
            </a:r>
            <a:endParaRPr lang="en-GB" sz="1000" dirty="0">
              <a:solidFill>
                <a:srgbClr val="FF0000"/>
              </a:solidFill>
              <a:latin typeface="Calibri" pitchFamily="34" charset="0"/>
              <a:cs typeface="Calibri" pitchFamily="34" charset="0"/>
            </a:endParaRPr>
          </a:p>
        </p:txBody>
      </p:sp>
      <p:sp>
        <p:nvSpPr>
          <p:cNvPr id="123" name="Left-Right Arrow 122"/>
          <p:cNvSpPr/>
          <p:nvPr/>
        </p:nvSpPr>
        <p:spPr bwMode="auto">
          <a:xfrm>
            <a:off x="4164404" y="3810169"/>
            <a:ext cx="1077052" cy="383574"/>
          </a:xfrm>
          <a:prstGeom prst="leftRightArrow">
            <a:avLst/>
          </a:prstGeom>
          <a:noFill/>
          <a:ln w="28575">
            <a:solidFill>
              <a:srgbClr val="1F3EA1"/>
            </a:solidFill>
            <a:miter lim="800000"/>
            <a:headEnd/>
            <a:tailEnd/>
          </a:ln>
          <a:scene3d>
            <a:camera prst="orthographicFront"/>
            <a:lightRig rig="threePt" dir="t"/>
          </a:scene3d>
          <a:sp3d/>
        </p:spPr>
        <p:txBody>
          <a:bodyPr vert="horz" wrap="square" lIns="36000" tIns="36000" rIns="36000" bIns="36000" numCol="1" anchor="ctr" anchorCtr="0" compatLnSpc="1">
            <a:prstTxWarp prst="textNoShape">
              <a:avLst/>
            </a:prstTxWarp>
            <a:normAutofit fontScale="85000" lnSpcReduction="20000"/>
            <a:flatTx/>
          </a:bodyPr>
          <a:lstStyle/>
          <a:p>
            <a:pPr algn="ctr" eaLnBrk="0" hangingPunct="0">
              <a:spcBef>
                <a:spcPts val="0"/>
              </a:spcBef>
              <a:spcAft>
                <a:spcPts val="0"/>
              </a:spcAft>
            </a:pPr>
            <a:r>
              <a:rPr lang="nl-NL" sz="1000" dirty="0" smtClean="0">
                <a:solidFill>
                  <a:srgbClr val="FF0000"/>
                </a:solidFill>
                <a:latin typeface="Calibri" pitchFamily="34" charset="0"/>
                <a:cs typeface="Calibri" pitchFamily="34" charset="0"/>
              </a:rPr>
              <a:t>Perception</a:t>
            </a:r>
            <a:endParaRPr lang="en-GB" sz="1000" dirty="0">
              <a:solidFill>
                <a:srgbClr val="FF0000"/>
              </a:solidFill>
              <a:latin typeface="Calibri" pitchFamily="34" charset="0"/>
              <a:cs typeface="Calibri" pitchFamily="34" charset="0"/>
            </a:endParaRPr>
          </a:p>
        </p:txBody>
      </p:sp>
      <p:sp>
        <p:nvSpPr>
          <p:cNvPr id="124" name="Left-Right Arrow 123"/>
          <p:cNvSpPr/>
          <p:nvPr/>
        </p:nvSpPr>
        <p:spPr bwMode="auto">
          <a:xfrm>
            <a:off x="4164404" y="4934628"/>
            <a:ext cx="1077052" cy="383574"/>
          </a:xfrm>
          <a:prstGeom prst="leftRightArrow">
            <a:avLst/>
          </a:prstGeom>
          <a:noFill/>
          <a:ln w="28575">
            <a:solidFill>
              <a:srgbClr val="1F3EA1"/>
            </a:solidFill>
            <a:miter lim="800000"/>
            <a:headEnd/>
            <a:tailEnd/>
          </a:ln>
          <a:scene3d>
            <a:camera prst="orthographicFront"/>
            <a:lightRig rig="threePt" dir="t"/>
          </a:scene3d>
          <a:sp3d/>
        </p:spPr>
        <p:txBody>
          <a:bodyPr vert="horz" wrap="square" lIns="36000" tIns="36000" rIns="36000" bIns="36000" numCol="1" anchor="ctr" anchorCtr="0" compatLnSpc="1">
            <a:prstTxWarp prst="textNoShape">
              <a:avLst/>
            </a:prstTxWarp>
            <a:normAutofit fontScale="85000" lnSpcReduction="20000"/>
            <a:flatTx/>
          </a:bodyPr>
          <a:lstStyle/>
          <a:p>
            <a:pPr algn="ctr" eaLnBrk="0" hangingPunct="0">
              <a:spcBef>
                <a:spcPts val="0"/>
              </a:spcBef>
              <a:spcAft>
                <a:spcPts val="0"/>
              </a:spcAft>
            </a:pPr>
            <a:r>
              <a:rPr lang="nl-NL" sz="1000" dirty="0" smtClean="0">
                <a:solidFill>
                  <a:srgbClr val="FF0000"/>
                </a:solidFill>
                <a:latin typeface="Calibri" pitchFamily="34" charset="0"/>
                <a:cs typeface="Calibri" pitchFamily="34" charset="0"/>
              </a:rPr>
              <a:t>Performance</a:t>
            </a:r>
            <a:endParaRPr lang="en-GB" sz="1000" dirty="0">
              <a:solidFill>
                <a:srgbClr val="FF0000"/>
              </a:solidFill>
              <a:latin typeface="Calibri" pitchFamily="34" charset="0"/>
              <a:cs typeface="Calibri" pitchFamily="34" charset="0"/>
            </a:endParaRPr>
          </a:p>
        </p:txBody>
      </p:sp>
      <p:sp>
        <p:nvSpPr>
          <p:cNvPr id="125" name="Left-Right Arrow 124"/>
          <p:cNvSpPr/>
          <p:nvPr/>
        </p:nvSpPr>
        <p:spPr bwMode="auto">
          <a:xfrm>
            <a:off x="4164404" y="5486538"/>
            <a:ext cx="1077052" cy="383574"/>
          </a:xfrm>
          <a:prstGeom prst="leftRightArrow">
            <a:avLst/>
          </a:prstGeom>
          <a:noFill/>
          <a:ln w="28575">
            <a:solidFill>
              <a:srgbClr val="1F3EA1"/>
            </a:solidFill>
            <a:miter lim="800000"/>
            <a:headEnd/>
            <a:tailEnd/>
          </a:ln>
          <a:scene3d>
            <a:camera prst="orthographicFront"/>
            <a:lightRig rig="threePt" dir="t"/>
          </a:scene3d>
          <a:sp3d/>
        </p:spPr>
        <p:txBody>
          <a:bodyPr vert="horz" wrap="square" lIns="36000" tIns="36000" rIns="36000" bIns="36000" numCol="1" anchor="ctr" anchorCtr="0" compatLnSpc="1">
            <a:prstTxWarp prst="textNoShape">
              <a:avLst/>
            </a:prstTxWarp>
            <a:normAutofit fontScale="77500" lnSpcReduction="20000"/>
            <a:flatTx/>
          </a:bodyPr>
          <a:lstStyle/>
          <a:p>
            <a:pPr algn="ctr" eaLnBrk="0" hangingPunct="0">
              <a:spcBef>
                <a:spcPts val="0"/>
              </a:spcBef>
              <a:spcAft>
                <a:spcPts val="0"/>
              </a:spcAft>
            </a:pPr>
            <a:r>
              <a:rPr lang="nl-NL" sz="1000" dirty="0" smtClean="0">
                <a:solidFill>
                  <a:srgbClr val="FF0000"/>
                </a:solidFill>
                <a:latin typeface="Calibri" pitchFamily="34" charset="0"/>
                <a:cs typeface="Calibri" pitchFamily="34" charset="0"/>
              </a:rPr>
              <a:t>Reporting/Control</a:t>
            </a:r>
            <a:endParaRPr lang="en-GB" sz="1000" dirty="0">
              <a:solidFill>
                <a:srgbClr val="FF0000"/>
              </a:solidFill>
              <a:latin typeface="Calibri" pitchFamily="34" charset="0"/>
              <a:cs typeface="Calibri" pitchFamily="34" charset="0"/>
            </a:endParaRPr>
          </a:p>
        </p:txBody>
      </p:sp>
      <p:sp>
        <p:nvSpPr>
          <p:cNvPr id="126" name="Rectangle 125"/>
          <p:cNvSpPr/>
          <p:nvPr/>
        </p:nvSpPr>
        <p:spPr bwMode="auto">
          <a:xfrm>
            <a:off x="3152588" y="1397376"/>
            <a:ext cx="2952410" cy="2331604"/>
          </a:xfrm>
          <a:prstGeom prst="rect">
            <a:avLst/>
          </a:prstGeom>
          <a:solidFill>
            <a:schemeClr val="bg1"/>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050" b="0" i="0" u="none" strike="noStrike" cap="none" normalizeH="0" baseline="0" dirty="0" smtClean="0">
              <a:ln>
                <a:noFill/>
              </a:ln>
              <a:solidFill>
                <a:schemeClr val="bg1"/>
              </a:solidFill>
              <a:effectLst/>
              <a:latin typeface="Verdana" pitchFamily="34" charset="0"/>
              <a:cs typeface="Arial" charset="0"/>
            </a:endParaRPr>
          </a:p>
        </p:txBody>
      </p:sp>
      <p:sp>
        <p:nvSpPr>
          <p:cNvPr id="127" name="Rectangle 126"/>
          <p:cNvSpPr/>
          <p:nvPr/>
        </p:nvSpPr>
        <p:spPr bwMode="auto">
          <a:xfrm>
            <a:off x="3789481" y="2348850"/>
            <a:ext cx="1217677" cy="504070"/>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smtClean="0">
                <a:latin typeface="Verdana" pitchFamily="34" charset="0"/>
              </a:rPr>
              <a:t>Contracts, Commitments </a:t>
            </a:r>
          </a:p>
        </p:txBody>
      </p:sp>
      <p:sp>
        <p:nvSpPr>
          <p:cNvPr id="128" name="Oval 127"/>
          <p:cNvSpPr/>
          <p:nvPr/>
        </p:nvSpPr>
        <p:spPr>
          <a:xfrm>
            <a:off x="4867328" y="2209020"/>
            <a:ext cx="279660" cy="279659"/>
          </a:xfrm>
          <a:prstGeom prst="ellipse">
            <a:avLst/>
          </a:prstGeom>
          <a:blipFill>
            <a:blip r:embed="rId14"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129" name="Rectangle 128"/>
          <p:cNvSpPr/>
          <p:nvPr/>
        </p:nvSpPr>
        <p:spPr bwMode="auto">
          <a:xfrm>
            <a:off x="3328122" y="1685913"/>
            <a:ext cx="1234978" cy="504070"/>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smtClean="0">
                <a:latin typeface="Verdana" pitchFamily="34" charset="0"/>
              </a:rPr>
              <a:t>Business Relationship</a:t>
            </a:r>
          </a:p>
        </p:txBody>
      </p:sp>
      <p:sp>
        <p:nvSpPr>
          <p:cNvPr id="130" name="Oval 129"/>
          <p:cNvSpPr/>
          <p:nvPr/>
        </p:nvSpPr>
        <p:spPr>
          <a:xfrm>
            <a:off x="4423270" y="1546083"/>
            <a:ext cx="279660" cy="279659"/>
          </a:xfrm>
          <a:prstGeom prst="ellipse">
            <a:avLst/>
          </a:prstGeom>
          <a:blipFill>
            <a:blip r:embed="rId14"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131" name="Rectangle 130"/>
          <p:cNvSpPr/>
          <p:nvPr/>
        </p:nvSpPr>
        <p:spPr bwMode="auto">
          <a:xfrm>
            <a:off x="4423270" y="3106967"/>
            <a:ext cx="943471" cy="504070"/>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smtClean="0">
                <a:latin typeface="Verdana" pitchFamily="34" charset="0"/>
              </a:rPr>
              <a:t>Teams, Actions</a:t>
            </a:r>
          </a:p>
        </p:txBody>
      </p:sp>
      <p:sp>
        <p:nvSpPr>
          <p:cNvPr id="132" name="Oval 131"/>
          <p:cNvSpPr/>
          <p:nvPr/>
        </p:nvSpPr>
        <p:spPr>
          <a:xfrm>
            <a:off x="5226911" y="2967137"/>
            <a:ext cx="279660" cy="279659"/>
          </a:xfrm>
          <a:prstGeom prst="ellipse">
            <a:avLst/>
          </a:prstGeom>
          <a:blipFill>
            <a:blip r:embed="rId14"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133" name="Cloud Callout 132"/>
          <p:cNvSpPr/>
          <p:nvPr/>
        </p:nvSpPr>
        <p:spPr bwMode="auto">
          <a:xfrm>
            <a:off x="5205167" y="1227487"/>
            <a:ext cx="1423695" cy="1022442"/>
          </a:xfrm>
          <a:prstGeom prst="cloudCallout">
            <a:avLst>
              <a:gd name="adj1" fmla="val -54385"/>
              <a:gd name="adj2" fmla="val 101877"/>
            </a:avLst>
          </a:prstGeom>
          <a:solidFill>
            <a:schemeClr val="bg1"/>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r>
              <a:rPr lang="nl-NL" sz="1600" dirty="0" smtClean="0"/>
              <a:t>Shared</a:t>
            </a:r>
            <a:endParaRPr lang="en-GB" sz="1600" dirty="0"/>
          </a:p>
        </p:txBody>
      </p:sp>
    </p:spTree>
    <p:extLst>
      <p:ext uri="{BB962C8B-B14F-4D97-AF65-F5344CB8AC3E}">
        <p14:creationId xmlns:p14="http://schemas.microsoft.com/office/powerpoint/2010/main" val="1928821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Evaluetor at a glance..</a:t>
            </a:r>
            <a:endParaRPr lang="en-US" sz="2400" dirty="0"/>
          </a:p>
        </p:txBody>
      </p:sp>
      <p:sp>
        <p:nvSpPr>
          <p:cNvPr id="3" name="Slide Number Placeholder 2"/>
          <p:cNvSpPr>
            <a:spLocks noGrp="1"/>
          </p:cNvSpPr>
          <p:nvPr>
            <p:ph type="sldNum" sz="quarter" idx="4"/>
          </p:nvPr>
        </p:nvSpPr>
        <p:spPr/>
        <p:txBody>
          <a:bodyPr/>
          <a:lstStyle/>
          <a:p>
            <a:pPr>
              <a:defRPr/>
            </a:pPr>
            <a:fld id="{C91C9B1A-F7CA-BD4A-8FA2-BF67501BBBD4}" type="slidenum">
              <a:rPr lang="nl-NL" smtClean="0"/>
              <a:t>8</a:t>
            </a:fld>
            <a:endParaRPr lang="nl-NL" dirty="0"/>
          </a:p>
        </p:txBody>
      </p:sp>
      <p:grpSp>
        <p:nvGrpSpPr>
          <p:cNvPr id="10" name="Group 9"/>
          <p:cNvGrpSpPr/>
          <p:nvPr/>
        </p:nvGrpSpPr>
        <p:grpSpPr>
          <a:xfrm>
            <a:off x="649070" y="1052671"/>
            <a:ext cx="7845861" cy="5199310"/>
            <a:chOff x="539439" y="1052671"/>
            <a:chExt cx="7845861" cy="5199310"/>
          </a:xfrm>
        </p:grpSpPr>
        <p:pic>
          <p:nvPicPr>
            <p:cNvPr id="5" name="Picture 4"/>
            <p:cNvPicPr>
              <a:picLocks noChangeAspect="1"/>
            </p:cNvPicPr>
            <p:nvPr/>
          </p:nvPicPr>
          <p:blipFill>
            <a:blip r:embed="rId2"/>
            <a:stretch>
              <a:fillRect/>
            </a:stretch>
          </p:blipFill>
          <p:spPr>
            <a:xfrm>
              <a:off x="539439" y="1052671"/>
              <a:ext cx="3639693" cy="2729771"/>
            </a:xfrm>
            <a:prstGeom prst="rect">
              <a:avLst/>
            </a:prstGeom>
          </p:spPr>
        </p:pic>
        <p:pic>
          <p:nvPicPr>
            <p:cNvPr id="6" name="Picture 5"/>
            <p:cNvPicPr>
              <a:picLocks noChangeAspect="1"/>
            </p:cNvPicPr>
            <p:nvPr/>
          </p:nvPicPr>
          <p:blipFill>
            <a:blip r:embed="rId3"/>
            <a:stretch>
              <a:fillRect/>
            </a:stretch>
          </p:blipFill>
          <p:spPr>
            <a:xfrm>
              <a:off x="4745607" y="1071810"/>
              <a:ext cx="3639693" cy="2691492"/>
            </a:xfrm>
            <a:prstGeom prst="rect">
              <a:avLst/>
            </a:prstGeom>
          </p:spPr>
        </p:pic>
        <p:pic>
          <p:nvPicPr>
            <p:cNvPr id="8" name="Picture 7"/>
            <p:cNvPicPr>
              <a:picLocks noChangeAspect="1"/>
            </p:cNvPicPr>
            <p:nvPr/>
          </p:nvPicPr>
          <p:blipFill>
            <a:blip r:embed="rId4"/>
            <a:stretch>
              <a:fillRect/>
            </a:stretch>
          </p:blipFill>
          <p:spPr>
            <a:xfrm>
              <a:off x="539439" y="3517219"/>
              <a:ext cx="3639693" cy="2729770"/>
            </a:xfrm>
            <a:prstGeom prst="rect">
              <a:avLst/>
            </a:prstGeom>
          </p:spPr>
        </p:pic>
        <p:pic>
          <p:nvPicPr>
            <p:cNvPr id="9" name="Picture 8"/>
            <p:cNvPicPr>
              <a:picLocks noChangeAspect="1"/>
            </p:cNvPicPr>
            <p:nvPr/>
          </p:nvPicPr>
          <p:blipFill>
            <a:blip r:embed="rId5"/>
            <a:stretch>
              <a:fillRect/>
            </a:stretch>
          </p:blipFill>
          <p:spPr>
            <a:xfrm>
              <a:off x="4745607" y="3522211"/>
              <a:ext cx="3639693" cy="2729770"/>
            </a:xfrm>
            <a:prstGeom prst="rect">
              <a:avLst/>
            </a:prstGeom>
          </p:spPr>
        </p:pic>
      </p:grpSp>
    </p:spTree>
    <p:extLst>
      <p:ext uri="{BB962C8B-B14F-4D97-AF65-F5344CB8AC3E}">
        <p14:creationId xmlns:p14="http://schemas.microsoft.com/office/powerpoint/2010/main" val="19092150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bwMode="auto">
          <a:xfrm>
            <a:off x="107380" y="1628750"/>
            <a:ext cx="4248590" cy="4536630"/>
          </a:xfrm>
          <a:prstGeom prst="roundRect">
            <a:avLst/>
          </a:prstGeom>
          <a:ln>
            <a:noFill/>
            <a:headEnd type="none" w="med" len="med"/>
            <a:tailEnd type="none" w="med" len="med"/>
          </a:ln>
          <a:effectLst/>
          <a:scene3d>
            <a:camera prst="orthographicFront">
              <a:rot lat="0" lon="0" rev="0"/>
            </a:camera>
            <a:lightRig rig="chilly" dir="t">
              <a:rot lat="0" lon="0" rev="18480000"/>
            </a:lightRig>
          </a:scene3d>
          <a:sp3d prstMaterial="clear">
            <a:bevelT h="63500"/>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smtClean="0">
              <a:ln>
                <a:noFill/>
              </a:ln>
              <a:solidFill>
                <a:schemeClr val="tx2"/>
              </a:solidFill>
              <a:effectLst/>
              <a:latin typeface="Calibri" pitchFamily="34" charset="0"/>
              <a:cs typeface="Calibri" pitchFamily="34" charset="0"/>
            </a:endParaRPr>
          </a:p>
        </p:txBody>
      </p:sp>
      <p:sp>
        <p:nvSpPr>
          <p:cNvPr id="5" name="Rounded Rectangle 4"/>
          <p:cNvSpPr/>
          <p:nvPr/>
        </p:nvSpPr>
        <p:spPr bwMode="auto">
          <a:xfrm>
            <a:off x="4355970" y="1628750"/>
            <a:ext cx="4752659" cy="4536630"/>
          </a:xfrm>
          <a:prstGeom prst="roundRect">
            <a:avLst/>
          </a:prstGeom>
          <a:ln>
            <a:noFill/>
            <a:headEnd type="none" w="med" len="med"/>
            <a:tailEnd type="none" w="med" len="med"/>
          </a:ln>
          <a:effectLst/>
          <a:scene3d>
            <a:camera prst="orthographicFront">
              <a:rot lat="0" lon="0" rev="0"/>
            </a:camera>
            <a:lightRig rig="chilly" dir="t">
              <a:rot lat="0" lon="0" rev="18480000"/>
            </a:lightRig>
          </a:scene3d>
          <a:sp3d prstMaterial="clear">
            <a:bevelT h="63500"/>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smtClean="0">
              <a:ln>
                <a:noFill/>
              </a:ln>
              <a:solidFill>
                <a:schemeClr val="tx2"/>
              </a:solidFill>
              <a:effectLst/>
              <a:latin typeface="Verdana" pitchFamily="34" charset="0"/>
              <a:cs typeface="Arial" charset="0"/>
            </a:endParaRPr>
          </a:p>
        </p:txBody>
      </p:sp>
      <p:sp>
        <p:nvSpPr>
          <p:cNvPr id="3" name="Title 2"/>
          <p:cNvSpPr>
            <a:spLocks noGrp="1"/>
          </p:cNvSpPr>
          <p:nvPr>
            <p:ph type="title"/>
          </p:nvPr>
        </p:nvSpPr>
        <p:spPr>
          <a:xfrm>
            <a:off x="1681366" y="90489"/>
            <a:ext cx="5987064" cy="890172"/>
          </a:xfrm>
          <a:noFill/>
          <a:ln w="9525">
            <a:noFill/>
            <a:miter lim="800000"/>
            <a:headEnd/>
            <a:tailEnd/>
          </a:ln>
        </p:spPr>
        <p:txBody>
          <a:bodyPr vert="horz" wrap="square" lIns="91440" tIns="45720" rIns="91440" bIns="45720" numCol="1" anchor="ctr" anchorCtr="0" compatLnSpc="1">
            <a:prstTxWarp prst="textNoShape">
              <a:avLst/>
            </a:prstTxWarp>
          </a:bodyPr>
          <a:lstStyle/>
          <a:p>
            <a:r>
              <a:rPr lang="en-GB" sz="2400" dirty="0"/>
              <a:t>How the information comes together</a:t>
            </a:r>
            <a:endParaRPr lang="en-GB" sz="2400" dirty="0">
              <a:solidFill>
                <a:srgbClr val="002060"/>
              </a:solidFill>
            </a:endParaRPr>
          </a:p>
        </p:txBody>
      </p:sp>
      <p:graphicFrame>
        <p:nvGraphicFramePr>
          <p:cNvPr id="4" name="Diagram 3"/>
          <p:cNvGraphicFramePr/>
          <p:nvPr>
            <p:extLst>
              <p:ext uri="{D42A27DB-BD31-4B8C-83A1-F6EECF244321}">
                <p14:modId xmlns:p14="http://schemas.microsoft.com/office/powerpoint/2010/main" val="3677197173"/>
              </p:ext>
            </p:extLst>
          </p:nvPr>
        </p:nvGraphicFramePr>
        <p:xfrm>
          <a:off x="179390" y="764630"/>
          <a:ext cx="8754355" cy="55447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1288642" y="1628750"/>
            <a:ext cx="1267078" cy="461665"/>
          </a:xfrm>
          <a:prstGeom prst="rect">
            <a:avLst/>
          </a:prstGeom>
          <a:noFill/>
        </p:spPr>
        <p:txBody>
          <a:bodyPr wrap="none" rtlCol="0">
            <a:spAutoFit/>
          </a:bodyPr>
          <a:lstStyle/>
          <a:p>
            <a:r>
              <a:rPr lang="en-GB" sz="1200" dirty="0">
                <a:latin typeface="Calibri" pitchFamily="34" charset="0"/>
                <a:cs typeface="Calibri" pitchFamily="34" charset="0"/>
              </a:rPr>
              <a:t>Perception based</a:t>
            </a:r>
          </a:p>
          <a:p>
            <a:endParaRPr lang="en-GB" sz="1200" dirty="0"/>
          </a:p>
        </p:txBody>
      </p:sp>
      <p:sp>
        <p:nvSpPr>
          <p:cNvPr id="7" name="TextBox 6"/>
          <p:cNvSpPr txBox="1"/>
          <p:nvPr/>
        </p:nvSpPr>
        <p:spPr>
          <a:xfrm>
            <a:off x="5724160" y="1628750"/>
            <a:ext cx="849015" cy="461665"/>
          </a:xfrm>
          <a:prstGeom prst="rect">
            <a:avLst/>
          </a:prstGeom>
          <a:noFill/>
        </p:spPr>
        <p:txBody>
          <a:bodyPr wrap="none" rtlCol="0">
            <a:spAutoFit/>
          </a:bodyPr>
          <a:lstStyle/>
          <a:p>
            <a:r>
              <a:rPr lang="en-GB" sz="1200" dirty="0" smtClean="0">
                <a:latin typeface="Calibri" pitchFamily="34" charset="0"/>
                <a:cs typeface="Calibri" pitchFamily="34" charset="0"/>
              </a:rPr>
              <a:t>Fact based</a:t>
            </a:r>
            <a:endParaRPr lang="en-GB" sz="1200" dirty="0">
              <a:latin typeface="Calibri" pitchFamily="34" charset="0"/>
              <a:cs typeface="Calibri" pitchFamily="34" charset="0"/>
            </a:endParaRPr>
          </a:p>
          <a:p>
            <a:endParaRPr lang="en-GB" sz="1200" dirty="0"/>
          </a:p>
        </p:txBody>
      </p:sp>
    </p:spTree>
    <p:extLst>
      <p:ext uri="{BB962C8B-B14F-4D97-AF65-F5344CB8AC3E}">
        <p14:creationId xmlns:p14="http://schemas.microsoft.com/office/powerpoint/2010/main" val="1193457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a:off x="107380" y="1124680"/>
            <a:ext cx="6336880" cy="50407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nl-NL" sz="2400" b="0" i="0" u="none" strike="noStrike" cap="none" normalizeH="0" baseline="0" dirty="0" smtClean="0">
                <a:ln>
                  <a:noFill/>
                </a:ln>
                <a:solidFill>
                  <a:schemeClr val="tx2"/>
                </a:solidFill>
                <a:effectLst/>
                <a:latin typeface="Verdana" pitchFamily="34" charset="0"/>
                <a:cs typeface="Arial" charset="0"/>
              </a:rPr>
              <a:t>    </a:t>
            </a:r>
            <a:r>
              <a:rPr lang="nl-NL" sz="2400" i="1" dirty="0">
                <a:latin typeface="Calibri" pitchFamily="34" charset="0"/>
                <a:ea typeface="+mj-ea"/>
                <a:cs typeface="Calibri" pitchFamily="34" charset="0"/>
              </a:rPr>
              <a:t>Evaluetor</a:t>
            </a:r>
          </a:p>
        </p:txBody>
      </p:sp>
      <p:sp>
        <p:nvSpPr>
          <p:cNvPr id="2" name="Content Placeholder 1"/>
          <p:cNvSpPr>
            <a:spLocks noGrp="1"/>
          </p:cNvSpPr>
          <p:nvPr>
            <p:ph idx="1"/>
          </p:nvPr>
        </p:nvSpPr>
        <p:spPr>
          <a:xfrm>
            <a:off x="395420" y="2636890"/>
            <a:ext cx="2592360" cy="3384470"/>
          </a:xfrm>
          <a:solidFill>
            <a:schemeClr val="bg1"/>
          </a:solidFill>
          <a:ln w="28575">
            <a:solidFill>
              <a:schemeClr val="tx1">
                <a:lumMod val="50000"/>
                <a:lumOff val="50000"/>
              </a:schemeClr>
            </a:solidFill>
          </a:ln>
        </p:spPr>
        <p:txBody>
          <a:bodyPr/>
          <a:lstStyle/>
          <a:p>
            <a:pPr marL="0" indent="0">
              <a:buNone/>
            </a:pPr>
            <a:r>
              <a:rPr lang="nl-NL" dirty="0" smtClean="0"/>
              <a:t>Organisation</a:t>
            </a:r>
          </a:p>
          <a:p>
            <a:r>
              <a:rPr lang="nl-NL" sz="1800" dirty="0" smtClean="0"/>
              <a:t>Client Relationships</a:t>
            </a:r>
          </a:p>
          <a:p>
            <a:pPr lvl="1"/>
            <a:r>
              <a:rPr lang="nl-NL" dirty="0" smtClean="0"/>
              <a:t>Contracts</a:t>
            </a:r>
          </a:p>
          <a:p>
            <a:pPr lvl="2"/>
            <a:r>
              <a:rPr lang="nl-NL" dirty="0" smtClean="0"/>
              <a:t>Projects</a:t>
            </a:r>
          </a:p>
          <a:p>
            <a:pPr lvl="2"/>
            <a:r>
              <a:rPr lang="nl-NL" dirty="0" smtClean="0"/>
              <a:t>Services</a:t>
            </a:r>
          </a:p>
          <a:p>
            <a:r>
              <a:rPr lang="nl-NL" sz="1800" dirty="0" smtClean="0"/>
              <a:t>Vendor Relationships</a:t>
            </a:r>
          </a:p>
          <a:p>
            <a:pPr lvl="1"/>
            <a:r>
              <a:rPr lang="nl-NL" dirty="0" smtClean="0"/>
              <a:t>Contracts</a:t>
            </a:r>
          </a:p>
          <a:p>
            <a:pPr lvl="2"/>
            <a:r>
              <a:rPr lang="nl-NL" dirty="0" smtClean="0"/>
              <a:t>Projects</a:t>
            </a:r>
          </a:p>
          <a:p>
            <a:pPr lvl="2"/>
            <a:r>
              <a:rPr lang="nl-NL" dirty="0" smtClean="0"/>
              <a:t>Services</a:t>
            </a:r>
            <a:endParaRPr lang="nl-NL" dirty="0"/>
          </a:p>
        </p:txBody>
      </p:sp>
      <p:sp>
        <p:nvSpPr>
          <p:cNvPr id="3" name="Title 2"/>
          <p:cNvSpPr>
            <a:spLocks noGrp="1"/>
          </p:cNvSpPr>
          <p:nvPr>
            <p:ph type="title"/>
          </p:nvPr>
        </p:nvSpPr>
        <p:spPr/>
        <p:txBody>
          <a:bodyPr/>
          <a:lstStyle/>
          <a:p>
            <a:r>
              <a:rPr lang="nl-NL" sz="2800" i="1" dirty="0"/>
              <a:t>Evaluetor</a:t>
            </a:r>
            <a:r>
              <a:rPr lang="nl-NL" sz="2800" dirty="0"/>
              <a:t> </a:t>
            </a:r>
            <a:r>
              <a:rPr lang="nl-NL" sz="2800" dirty="0" smtClean="0"/>
              <a:t>Application Components</a:t>
            </a:r>
            <a:endParaRPr lang="nl-NL" sz="2800" dirty="0"/>
          </a:p>
        </p:txBody>
      </p:sp>
      <p:sp>
        <p:nvSpPr>
          <p:cNvPr id="4" name="Rectangle 3"/>
          <p:cNvSpPr/>
          <p:nvPr/>
        </p:nvSpPr>
        <p:spPr bwMode="auto">
          <a:xfrm>
            <a:off x="3609579" y="3035966"/>
            <a:ext cx="45719" cy="83431"/>
          </a:xfrm>
          <a:prstGeom prst="rect">
            <a:avLst/>
          </a:prstGeom>
          <a:noFill/>
          <a:ln w="9525" cap="flat" cmpd="sng" algn="ctr">
            <a:solidFill>
              <a:schemeClr val="tx1">
                <a:lumMod val="50000"/>
                <a:lumOff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nl-NL" sz="1100" b="0" i="0" u="none" strike="noStrike" cap="none" normalizeH="0" baseline="0" dirty="0" smtClean="0">
              <a:ln>
                <a:noFill/>
              </a:ln>
              <a:solidFill>
                <a:schemeClr val="accent6">
                  <a:lumMod val="75000"/>
                </a:schemeClr>
              </a:solidFill>
              <a:effectLst/>
              <a:latin typeface="Verdana" pitchFamily="34" charset="0"/>
              <a:cs typeface="Arial" charset="0"/>
            </a:endParaRPr>
          </a:p>
        </p:txBody>
      </p:sp>
      <p:sp>
        <p:nvSpPr>
          <p:cNvPr id="5" name="Content Placeholder 1"/>
          <p:cNvSpPr txBox="1">
            <a:spLocks/>
          </p:cNvSpPr>
          <p:nvPr/>
        </p:nvSpPr>
        <p:spPr bwMode="auto">
          <a:xfrm>
            <a:off x="395420" y="1793523"/>
            <a:ext cx="2592360" cy="753914"/>
          </a:xfrm>
          <a:prstGeom prst="rect">
            <a:avLst/>
          </a:prstGeom>
          <a:solidFill>
            <a:schemeClr val="bg1"/>
          </a:solidFill>
          <a:ln w="28575">
            <a:solidFill>
              <a:schemeClr val="tx1">
                <a:lumMod val="50000"/>
                <a:lumOff val="50000"/>
              </a:schemeClr>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8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lgn="ctr">
              <a:buNone/>
            </a:pPr>
            <a:r>
              <a:rPr lang="nl-NL" dirty="0" smtClean="0"/>
              <a:t>Business Structures</a:t>
            </a:r>
            <a:endParaRPr lang="nl-NL" dirty="0"/>
          </a:p>
        </p:txBody>
      </p:sp>
      <p:sp>
        <p:nvSpPr>
          <p:cNvPr id="6" name="Content Placeholder 1"/>
          <p:cNvSpPr txBox="1">
            <a:spLocks/>
          </p:cNvSpPr>
          <p:nvPr/>
        </p:nvSpPr>
        <p:spPr bwMode="auto">
          <a:xfrm>
            <a:off x="3105509" y="2636890"/>
            <a:ext cx="2592360" cy="3384470"/>
          </a:xfrm>
          <a:prstGeom prst="rect">
            <a:avLst/>
          </a:prstGeom>
          <a:solidFill>
            <a:schemeClr val="bg1"/>
          </a:solidFill>
          <a:ln w="28575">
            <a:solidFill>
              <a:schemeClr val="tx1">
                <a:lumMod val="50000"/>
                <a:lumOff val="50000"/>
              </a:schemeClr>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8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nl-NL" sz="1800" dirty="0" smtClean="0"/>
              <a:t>Performance Indicators</a:t>
            </a:r>
          </a:p>
          <a:p>
            <a:pPr lvl="1"/>
            <a:r>
              <a:rPr lang="nl-NL" dirty="0" smtClean="0"/>
              <a:t>Scoring Scales</a:t>
            </a:r>
          </a:p>
          <a:p>
            <a:pPr lvl="2"/>
            <a:r>
              <a:rPr lang="nl-NL" dirty="0" smtClean="0"/>
              <a:t>Score</a:t>
            </a:r>
          </a:p>
          <a:p>
            <a:r>
              <a:rPr lang="nl-NL" sz="1800" dirty="0" smtClean="0"/>
              <a:t>Commitments, Deliverables &amp; 	Risk</a:t>
            </a:r>
          </a:p>
          <a:p>
            <a:pPr marL="457200" lvl="1" indent="0">
              <a:buNone/>
            </a:pPr>
            <a:r>
              <a:rPr lang="nl-NL" dirty="0" smtClean="0"/>
              <a:t>Status</a:t>
            </a:r>
          </a:p>
          <a:p>
            <a:r>
              <a:rPr lang="nl-NL" sz="1800" dirty="0" smtClean="0"/>
              <a:t>Alert rules</a:t>
            </a:r>
          </a:p>
          <a:p>
            <a:r>
              <a:rPr lang="nl-NL" sz="1800" dirty="0" smtClean="0"/>
              <a:t>Governance</a:t>
            </a:r>
            <a:endParaRPr lang="nl-NL" sz="1800" dirty="0"/>
          </a:p>
          <a:p>
            <a:endParaRPr lang="nl-NL" dirty="0" smtClean="0"/>
          </a:p>
        </p:txBody>
      </p:sp>
      <p:sp>
        <p:nvSpPr>
          <p:cNvPr id="7" name="Content Placeholder 1"/>
          <p:cNvSpPr txBox="1">
            <a:spLocks/>
          </p:cNvSpPr>
          <p:nvPr/>
        </p:nvSpPr>
        <p:spPr bwMode="auto">
          <a:xfrm>
            <a:off x="3105509" y="1798251"/>
            <a:ext cx="2592360" cy="749186"/>
          </a:xfrm>
          <a:prstGeom prst="rect">
            <a:avLst/>
          </a:prstGeom>
          <a:solidFill>
            <a:schemeClr val="bg1"/>
          </a:solidFill>
          <a:ln w="28575">
            <a:solidFill>
              <a:schemeClr val="tx1">
                <a:lumMod val="50000"/>
                <a:lumOff val="50000"/>
              </a:schemeClr>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8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lgn="ctr">
              <a:buNone/>
            </a:pPr>
            <a:r>
              <a:rPr lang="nl-NL" dirty="0" smtClean="0"/>
              <a:t>Status and Collaboration</a:t>
            </a:r>
            <a:endParaRPr lang="nl-NL" dirty="0"/>
          </a:p>
        </p:txBody>
      </p:sp>
      <p:sp>
        <p:nvSpPr>
          <p:cNvPr id="9" name="Content Placeholder 1"/>
          <p:cNvSpPr txBox="1">
            <a:spLocks/>
          </p:cNvSpPr>
          <p:nvPr/>
        </p:nvSpPr>
        <p:spPr bwMode="auto">
          <a:xfrm>
            <a:off x="6948328" y="2636890"/>
            <a:ext cx="2088291" cy="1512210"/>
          </a:xfrm>
          <a:prstGeom prst="rect">
            <a:avLst/>
          </a:prstGeom>
          <a:ln>
            <a:solidFill>
              <a:schemeClr val="bg2"/>
            </a:solidFill>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8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None/>
            </a:pPr>
            <a:r>
              <a:rPr lang="nl-NL" sz="1800" dirty="0" smtClean="0"/>
              <a:t>Facts on operations:</a:t>
            </a:r>
          </a:p>
          <a:p>
            <a:r>
              <a:rPr lang="nl-NL" sz="1400" dirty="0" smtClean="0"/>
              <a:t>ERP</a:t>
            </a:r>
          </a:p>
          <a:p>
            <a:r>
              <a:rPr lang="nl-NL" sz="1400" dirty="0" smtClean="0"/>
              <a:t>HR</a:t>
            </a:r>
          </a:p>
          <a:p>
            <a:r>
              <a:rPr lang="nl-NL" sz="1400" dirty="0" smtClean="0"/>
              <a:t>F&amp;A</a:t>
            </a:r>
          </a:p>
          <a:p>
            <a:r>
              <a:rPr lang="nl-NL" sz="1400" dirty="0" smtClean="0"/>
              <a:t>CRM</a:t>
            </a:r>
            <a:endParaRPr lang="nl-NL" sz="1400" dirty="0"/>
          </a:p>
          <a:p>
            <a:endParaRPr lang="nl-NL" dirty="0" smtClean="0"/>
          </a:p>
        </p:txBody>
      </p:sp>
      <p:grpSp>
        <p:nvGrpSpPr>
          <p:cNvPr id="29" name="Group 28"/>
          <p:cNvGrpSpPr/>
          <p:nvPr/>
        </p:nvGrpSpPr>
        <p:grpSpPr>
          <a:xfrm>
            <a:off x="5760893" y="2636890"/>
            <a:ext cx="1150701" cy="399076"/>
            <a:chOff x="5796170" y="2636890"/>
            <a:chExt cx="1150701" cy="399076"/>
          </a:xfrm>
          <a:noFill/>
        </p:grpSpPr>
        <p:sp>
          <p:nvSpPr>
            <p:cNvPr id="11" name="Right Arrow 10"/>
            <p:cNvSpPr/>
            <p:nvPr/>
          </p:nvSpPr>
          <p:spPr bwMode="auto">
            <a:xfrm rot="10800000" flipV="1">
              <a:off x="5796170" y="2636890"/>
              <a:ext cx="1080150" cy="399076"/>
            </a:xfrm>
            <a:prstGeom prst="rightArrow">
              <a:avLst/>
            </a:prstGeom>
            <a:ln>
              <a:noFill/>
              <a:headEnd/>
              <a:tailEn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p>
              <a:pPr eaLnBrk="0" hangingPunct="0">
                <a:spcBef>
                  <a:spcPts val="0"/>
                </a:spcBef>
                <a:spcAft>
                  <a:spcPts val="0"/>
                </a:spcAft>
              </a:pPr>
              <a:endParaRPr lang="nl-NL" sz="1000" dirty="0">
                <a:solidFill>
                  <a:srgbClr val="FF0000"/>
                </a:solidFill>
              </a:endParaRPr>
            </a:p>
            <a:p>
              <a:pPr eaLnBrk="0" hangingPunct="0">
                <a:spcBef>
                  <a:spcPts val="0"/>
                </a:spcBef>
                <a:spcAft>
                  <a:spcPts val="0"/>
                </a:spcAft>
              </a:pPr>
              <a:endParaRPr lang="nl-NL" sz="1400" dirty="0">
                <a:solidFill>
                  <a:srgbClr val="FF0000"/>
                </a:solidFill>
                <a:latin typeface="Calibri" pitchFamily="34" charset="0"/>
                <a:cs typeface="Calibri" pitchFamily="34" charset="0"/>
              </a:endParaRPr>
            </a:p>
          </p:txBody>
        </p:sp>
        <p:sp>
          <p:nvSpPr>
            <p:cNvPr id="12" name="Content Placeholder 1"/>
            <p:cNvSpPr txBox="1">
              <a:spLocks/>
            </p:cNvSpPr>
            <p:nvPr/>
          </p:nvSpPr>
          <p:spPr bwMode="auto">
            <a:xfrm>
              <a:off x="5845816" y="2685058"/>
              <a:ext cx="1101055" cy="239871"/>
            </a:xfrm>
            <a:prstGeom prst="rect">
              <a:avLst/>
            </a:prstGeom>
            <a:noFill/>
            <a:ln>
              <a:noFill/>
              <a:headEnd/>
              <a:tailEn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8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None/>
              </a:pPr>
              <a:r>
                <a:rPr lang="nl-NL" sz="1200" dirty="0" smtClean="0"/>
                <a:t>Measurement</a:t>
              </a:r>
            </a:p>
            <a:p>
              <a:pPr marL="0" indent="0">
                <a:buNone/>
              </a:pPr>
              <a:r>
                <a:rPr lang="nl-NL" sz="1400" dirty="0" smtClean="0">
                  <a:solidFill>
                    <a:srgbClr val="FF0000"/>
                  </a:solidFill>
                </a:rPr>
                <a:t> </a:t>
              </a:r>
              <a:endParaRPr lang="nl-NL" sz="1400" dirty="0">
                <a:solidFill>
                  <a:srgbClr val="FF0000"/>
                </a:solidFill>
              </a:endParaRPr>
            </a:p>
          </p:txBody>
        </p:sp>
      </p:grpSp>
      <p:sp>
        <p:nvSpPr>
          <p:cNvPr id="15" name="Content Placeholder 1"/>
          <p:cNvSpPr txBox="1">
            <a:spLocks/>
          </p:cNvSpPr>
          <p:nvPr/>
        </p:nvSpPr>
        <p:spPr bwMode="auto">
          <a:xfrm>
            <a:off x="6946871" y="4284398"/>
            <a:ext cx="2088291" cy="1736962"/>
          </a:xfrm>
          <a:prstGeom prst="rect">
            <a:avLst/>
          </a:prstGeom>
          <a:ln>
            <a:solidFill>
              <a:schemeClr val="bg2"/>
            </a:solidFill>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8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lgn="ctr">
              <a:buNone/>
            </a:pPr>
            <a:r>
              <a:rPr lang="en-GB" dirty="0" smtClean="0"/>
              <a:t>Perceptions </a:t>
            </a:r>
          </a:p>
          <a:p>
            <a:pPr marL="0" indent="0" algn="ctr">
              <a:buNone/>
            </a:pPr>
            <a:r>
              <a:rPr lang="en-GB" dirty="0" smtClean="0"/>
              <a:t>of </a:t>
            </a:r>
          </a:p>
          <a:p>
            <a:pPr marL="0" indent="0" algn="ctr">
              <a:buNone/>
            </a:pPr>
            <a:r>
              <a:rPr lang="en-GB" dirty="0" smtClean="0"/>
              <a:t>involved People</a:t>
            </a:r>
          </a:p>
          <a:p>
            <a:pPr algn="ctr"/>
            <a:endParaRPr lang="en-GB" dirty="0" smtClean="0"/>
          </a:p>
        </p:txBody>
      </p:sp>
      <p:pic>
        <p:nvPicPr>
          <p:cNvPr id="37" name="Picture 3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528" y="1204904"/>
            <a:ext cx="319048" cy="276191"/>
          </a:xfrm>
          <a:prstGeom prst="rect">
            <a:avLst/>
          </a:prstGeom>
        </p:spPr>
      </p:pic>
      <p:grpSp>
        <p:nvGrpSpPr>
          <p:cNvPr id="27" name="Group 26"/>
          <p:cNvGrpSpPr/>
          <p:nvPr/>
        </p:nvGrpSpPr>
        <p:grpSpPr>
          <a:xfrm>
            <a:off x="5760893" y="3239219"/>
            <a:ext cx="1150701" cy="399076"/>
            <a:chOff x="5796170" y="2636890"/>
            <a:chExt cx="1150701" cy="399076"/>
          </a:xfrm>
          <a:noFill/>
        </p:grpSpPr>
        <p:sp>
          <p:nvSpPr>
            <p:cNvPr id="28" name="Right Arrow 27"/>
            <p:cNvSpPr/>
            <p:nvPr/>
          </p:nvSpPr>
          <p:spPr bwMode="auto">
            <a:xfrm rot="10800000" flipV="1">
              <a:off x="5796170" y="2636890"/>
              <a:ext cx="1080150" cy="399076"/>
            </a:xfrm>
            <a:prstGeom prst="rightArrow">
              <a:avLst/>
            </a:prstGeom>
            <a:ln>
              <a:noFill/>
              <a:headEnd/>
              <a:tailEn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p>
              <a:pPr eaLnBrk="0" hangingPunct="0">
                <a:spcBef>
                  <a:spcPts val="0"/>
                </a:spcBef>
                <a:spcAft>
                  <a:spcPts val="0"/>
                </a:spcAft>
              </a:pPr>
              <a:endParaRPr lang="nl-NL" sz="1000" dirty="0">
                <a:solidFill>
                  <a:srgbClr val="FF0000"/>
                </a:solidFill>
              </a:endParaRPr>
            </a:p>
            <a:p>
              <a:pPr eaLnBrk="0" hangingPunct="0">
                <a:spcBef>
                  <a:spcPts val="0"/>
                </a:spcBef>
                <a:spcAft>
                  <a:spcPts val="0"/>
                </a:spcAft>
              </a:pPr>
              <a:endParaRPr lang="nl-NL" sz="1400" dirty="0">
                <a:solidFill>
                  <a:srgbClr val="FF0000"/>
                </a:solidFill>
                <a:latin typeface="Calibri" pitchFamily="34" charset="0"/>
                <a:cs typeface="Calibri" pitchFamily="34" charset="0"/>
              </a:endParaRPr>
            </a:p>
          </p:txBody>
        </p:sp>
        <p:sp>
          <p:nvSpPr>
            <p:cNvPr id="30" name="Content Placeholder 1"/>
            <p:cNvSpPr txBox="1">
              <a:spLocks/>
            </p:cNvSpPr>
            <p:nvPr/>
          </p:nvSpPr>
          <p:spPr bwMode="auto">
            <a:xfrm>
              <a:off x="5845816" y="2685058"/>
              <a:ext cx="1101055" cy="239871"/>
            </a:xfrm>
            <a:prstGeom prst="rect">
              <a:avLst/>
            </a:prstGeom>
            <a:noFill/>
            <a:ln>
              <a:noFill/>
              <a:headEnd/>
              <a:tailEn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8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None/>
              </a:pPr>
              <a:r>
                <a:rPr lang="nl-NL" sz="1200" dirty="0" smtClean="0"/>
                <a:t>Measurement</a:t>
              </a:r>
            </a:p>
            <a:p>
              <a:pPr marL="0" indent="0">
                <a:buNone/>
              </a:pPr>
              <a:r>
                <a:rPr lang="nl-NL" sz="1400" dirty="0" smtClean="0">
                  <a:solidFill>
                    <a:srgbClr val="FF0000"/>
                  </a:solidFill>
                </a:rPr>
                <a:t> </a:t>
              </a:r>
              <a:endParaRPr lang="nl-NL" sz="1400" dirty="0">
                <a:solidFill>
                  <a:srgbClr val="FF0000"/>
                </a:solidFill>
              </a:endParaRPr>
            </a:p>
          </p:txBody>
        </p:sp>
      </p:grpSp>
      <p:grpSp>
        <p:nvGrpSpPr>
          <p:cNvPr id="38" name="Group 37"/>
          <p:cNvGrpSpPr/>
          <p:nvPr/>
        </p:nvGrpSpPr>
        <p:grpSpPr>
          <a:xfrm>
            <a:off x="5760893" y="3841548"/>
            <a:ext cx="1150701" cy="399076"/>
            <a:chOff x="5796170" y="2636890"/>
            <a:chExt cx="1150701" cy="399076"/>
          </a:xfrm>
          <a:noFill/>
        </p:grpSpPr>
        <p:sp>
          <p:nvSpPr>
            <p:cNvPr id="39" name="Right Arrow 38"/>
            <p:cNvSpPr/>
            <p:nvPr/>
          </p:nvSpPr>
          <p:spPr bwMode="auto">
            <a:xfrm rot="10800000" flipV="1">
              <a:off x="5796170" y="2636890"/>
              <a:ext cx="1080150" cy="399076"/>
            </a:xfrm>
            <a:prstGeom prst="rightArrow">
              <a:avLst/>
            </a:prstGeom>
            <a:ln>
              <a:noFill/>
              <a:headEnd/>
              <a:tailEn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p>
              <a:pPr eaLnBrk="0" hangingPunct="0">
                <a:spcBef>
                  <a:spcPts val="0"/>
                </a:spcBef>
                <a:spcAft>
                  <a:spcPts val="0"/>
                </a:spcAft>
              </a:pPr>
              <a:endParaRPr lang="nl-NL" sz="1000" dirty="0">
                <a:solidFill>
                  <a:srgbClr val="FF0000"/>
                </a:solidFill>
              </a:endParaRPr>
            </a:p>
            <a:p>
              <a:pPr eaLnBrk="0" hangingPunct="0">
                <a:spcBef>
                  <a:spcPts val="0"/>
                </a:spcBef>
                <a:spcAft>
                  <a:spcPts val="0"/>
                </a:spcAft>
              </a:pPr>
              <a:endParaRPr lang="nl-NL" sz="1400" dirty="0">
                <a:solidFill>
                  <a:srgbClr val="FF0000"/>
                </a:solidFill>
                <a:latin typeface="Calibri" pitchFamily="34" charset="0"/>
                <a:cs typeface="Calibri" pitchFamily="34" charset="0"/>
              </a:endParaRPr>
            </a:p>
          </p:txBody>
        </p:sp>
        <p:sp>
          <p:nvSpPr>
            <p:cNvPr id="46" name="Content Placeholder 1"/>
            <p:cNvSpPr txBox="1">
              <a:spLocks/>
            </p:cNvSpPr>
            <p:nvPr/>
          </p:nvSpPr>
          <p:spPr bwMode="auto">
            <a:xfrm>
              <a:off x="5845816" y="2685058"/>
              <a:ext cx="1101055" cy="239871"/>
            </a:xfrm>
            <a:prstGeom prst="rect">
              <a:avLst/>
            </a:prstGeom>
            <a:noFill/>
            <a:ln>
              <a:noFill/>
              <a:headEnd/>
              <a:tailEn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8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None/>
              </a:pPr>
              <a:r>
                <a:rPr lang="nl-NL" sz="1200" dirty="0" smtClean="0"/>
                <a:t>Measurement</a:t>
              </a:r>
            </a:p>
            <a:p>
              <a:pPr marL="0" indent="0">
                <a:buNone/>
              </a:pPr>
              <a:r>
                <a:rPr lang="nl-NL" sz="1400" dirty="0" smtClean="0">
                  <a:solidFill>
                    <a:srgbClr val="FF0000"/>
                  </a:solidFill>
                </a:rPr>
                <a:t> </a:t>
              </a:r>
              <a:endParaRPr lang="nl-NL" sz="1400" dirty="0">
                <a:solidFill>
                  <a:srgbClr val="FF0000"/>
                </a:solidFill>
              </a:endParaRPr>
            </a:p>
          </p:txBody>
        </p:sp>
      </p:grpSp>
      <p:grpSp>
        <p:nvGrpSpPr>
          <p:cNvPr id="47" name="Group 46"/>
          <p:cNvGrpSpPr/>
          <p:nvPr/>
        </p:nvGrpSpPr>
        <p:grpSpPr>
          <a:xfrm>
            <a:off x="5760893" y="4443876"/>
            <a:ext cx="1150701" cy="399076"/>
            <a:chOff x="5796170" y="2636890"/>
            <a:chExt cx="1150701" cy="399076"/>
          </a:xfrm>
          <a:noFill/>
        </p:grpSpPr>
        <p:sp>
          <p:nvSpPr>
            <p:cNvPr id="48" name="Right Arrow 47"/>
            <p:cNvSpPr/>
            <p:nvPr/>
          </p:nvSpPr>
          <p:spPr bwMode="auto">
            <a:xfrm rot="10800000" flipV="1">
              <a:off x="5796170" y="2636890"/>
              <a:ext cx="1080150" cy="399076"/>
            </a:xfrm>
            <a:prstGeom prst="rightArrow">
              <a:avLst/>
            </a:prstGeom>
            <a:ln>
              <a:noFill/>
              <a:headEnd/>
              <a:tailEn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p>
              <a:pPr eaLnBrk="0" hangingPunct="0">
                <a:spcBef>
                  <a:spcPts val="0"/>
                </a:spcBef>
                <a:spcAft>
                  <a:spcPts val="0"/>
                </a:spcAft>
              </a:pPr>
              <a:endParaRPr lang="nl-NL" sz="1000" dirty="0">
                <a:solidFill>
                  <a:srgbClr val="FF0000"/>
                </a:solidFill>
              </a:endParaRPr>
            </a:p>
            <a:p>
              <a:pPr eaLnBrk="0" hangingPunct="0">
                <a:spcBef>
                  <a:spcPts val="0"/>
                </a:spcBef>
                <a:spcAft>
                  <a:spcPts val="0"/>
                </a:spcAft>
              </a:pPr>
              <a:endParaRPr lang="nl-NL" sz="1400" dirty="0">
                <a:solidFill>
                  <a:srgbClr val="FF0000"/>
                </a:solidFill>
                <a:latin typeface="Calibri" pitchFamily="34" charset="0"/>
                <a:cs typeface="Calibri" pitchFamily="34" charset="0"/>
              </a:endParaRPr>
            </a:p>
          </p:txBody>
        </p:sp>
        <p:sp>
          <p:nvSpPr>
            <p:cNvPr id="49" name="Content Placeholder 1"/>
            <p:cNvSpPr txBox="1">
              <a:spLocks/>
            </p:cNvSpPr>
            <p:nvPr/>
          </p:nvSpPr>
          <p:spPr bwMode="auto">
            <a:xfrm>
              <a:off x="5845816" y="2685058"/>
              <a:ext cx="1101055" cy="239871"/>
            </a:xfrm>
            <a:prstGeom prst="rect">
              <a:avLst/>
            </a:prstGeom>
            <a:noFill/>
            <a:ln>
              <a:noFill/>
              <a:headEnd/>
              <a:tailEn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8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None/>
              </a:pPr>
              <a:r>
                <a:rPr lang="nl-NL" sz="1200" dirty="0" smtClean="0"/>
                <a:t>Measurement</a:t>
              </a:r>
            </a:p>
            <a:p>
              <a:pPr marL="0" indent="0">
                <a:buNone/>
              </a:pPr>
              <a:r>
                <a:rPr lang="nl-NL" sz="1400" dirty="0" smtClean="0">
                  <a:solidFill>
                    <a:srgbClr val="FF0000"/>
                  </a:solidFill>
                </a:rPr>
                <a:t> </a:t>
              </a:r>
              <a:endParaRPr lang="nl-NL" sz="1400" dirty="0">
                <a:solidFill>
                  <a:srgbClr val="FF0000"/>
                </a:solidFill>
              </a:endParaRPr>
            </a:p>
          </p:txBody>
        </p:sp>
      </p:grpSp>
      <p:grpSp>
        <p:nvGrpSpPr>
          <p:cNvPr id="50" name="Group 49"/>
          <p:cNvGrpSpPr/>
          <p:nvPr/>
        </p:nvGrpSpPr>
        <p:grpSpPr>
          <a:xfrm>
            <a:off x="5760893" y="5046204"/>
            <a:ext cx="1150701" cy="399076"/>
            <a:chOff x="5796170" y="2636890"/>
            <a:chExt cx="1150701" cy="399076"/>
          </a:xfrm>
          <a:noFill/>
        </p:grpSpPr>
        <p:sp>
          <p:nvSpPr>
            <p:cNvPr id="51" name="Right Arrow 50"/>
            <p:cNvSpPr/>
            <p:nvPr/>
          </p:nvSpPr>
          <p:spPr bwMode="auto">
            <a:xfrm rot="10800000" flipV="1">
              <a:off x="5796170" y="2636890"/>
              <a:ext cx="1080150" cy="399076"/>
            </a:xfrm>
            <a:prstGeom prst="rightArrow">
              <a:avLst/>
            </a:prstGeom>
            <a:ln>
              <a:noFill/>
              <a:headEnd/>
              <a:tailEn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p>
              <a:pPr eaLnBrk="0" hangingPunct="0">
                <a:spcBef>
                  <a:spcPts val="0"/>
                </a:spcBef>
                <a:spcAft>
                  <a:spcPts val="0"/>
                </a:spcAft>
              </a:pPr>
              <a:endParaRPr lang="nl-NL" sz="1000" dirty="0">
                <a:solidFill>
                  <a:srgbClr val="FF0000"/>
                </a:solidFill>
              </a:endParaRPr>
            </a:p>
            <a:p>
              <a:pPr eaLnBrk="0" hangingPunct="0">
                <a:spcBef>
                  <a:spcPts val="0"/>
                </a:spcBef>
                <a:spcAft>
                  <a:spcPts val="0"/>
                </a:spcAft>
              </a:pPr>
              <a:endParaRPr lang="nl-NL" sz="1400" dirty="0">
                <a:solidFill>
                  <a:srgbClr val="FF0000"/>
                </a:solidFill>
                <a:latin typeface="Calibri" pitchFamily="34" charset="0"/>
                <a:cs typeface="Calibri" pitchFamily="34" charset="0"/>
              </a:endParaRPr>
            </a:p>
          </p:txBody>
        </p:sp>
        <p:sp>
          <p:nvSpPr>
            <p:cNvPr id="52" name="Content Placeholder 1"/>
            <p:cNvSpPr txBox="1">
              <a:spLocks/>
            </p:cNvSpPr>
            <p:nvPr/>
          </p:nvSpPr>
          <p:spPr bwMode="auto">
            <a:xfrm>
              <a:off x="5845816" y="2685058"/>
              <a:ext cx="1101055" cy="239871"/>
            </a:xfrm>
            <a:prstGeom prst="rect">
              <a:avLst/>
            </a:prstGeom>
            <a:noFill/>
            <a:ln>
              <a:noFill/>
              <a:headEnd/>
              <a:tailEn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8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None/>
              </a:pPr>
              <a:r>
                <a:rPr lang="nl-NL" sz="1200" dirty="0" smtClean="0"/>
                <a:t>Measurement</a:t>
              </a:r>
            </a:p>
            <a:p>
              <a:pPr marL="0" indent="0">
                <a:buNone/>
              </a:pPr>
              <a:r>
                <a:rPr lang="nl-NL" sz="1400" dirty="0" smtClean="0">
                  <a:solidFill>
                    <a:srgbClr val="FF0000"/>
                  </a:solidFill>
                </a:rPr>
                <a:t> </a:t>
              </a:r>
              <a:endParaRPr lang="nl-NL" sz="1400" dirty="0">
                <a:solidFill>
                  <a:srgbClr val="FF0000"/>
                </a:solidFill>
              </a:endParaRPr>
            </a:p>
          </p:txBody>
        </p:sp>
      </p:grpSp>
      <p:sp>
        <p:nvSpPr>
          <p:cNvPr id="8" name="Rectangle 7"/>
          <p:cNvSpPr/>
          <p:nvPr/>
        </p:nvSpPr>
        <p:spPr>
          <a:xfrm>
            <a:off x="6946871" y="1793523"/>
            <a:ext cx="2088292" cy="788063"/>
          </a:xfrm>
          <a:prstGeom prst="rect">
            <a:avLst/>
          </a:prstGeom>
          <a:solidFill>
            <a:schemeClr val="bg1"/>
          </a:solidFill>
          <a:ln w="28575">
            <a:solidFill>
              <a:schemeClr val="tx1">
                <a:lumMod val="50000"/>
                <a:lumOff val="50000"/>
              </a:schemeClr>
            </a:solidFill>
            <a:miter lim="800000"/>
            <a:headEnd/>
            <a:tailEnd/>
          </a:ln>
        </p:spPr>
        <p:txBody>
          <a:bodyPr vert="horz" wrap="square" lIns="91440" tIns="45720" rIns="91440" bIns="45720" numCol="1" anchor="t" anchorCtr="0" compatLnSpc="1">
            <a:prstTxWarp prst="textNoShape">
              <a:avLst/>
            </a:prstTxWarp>
          </a:bodyPr>
          <a:lstStyle/>
          <a:p>
            <a:pPr algn="ctr" eaLnBrk="0" hangingPunct="0">
              <a:spcBef>
                <a:spcPct val="20000"/>
              </a:spcBef>
            </a:pPr>
            <a:r>
              <a:rPr lang="en-GB" sz="2000" dirty="0" smtClean="0">
                <a:solidFill>
                  <a:schemeClr val="tx1"/>
                </a:solidFill>
                <a:latin typeface="Calibri" pitchFamily="34" charset="0"/>
                <a:cs typeface="Calibri" pitchFamily="34" charset="0"/>
              </a:rPr>
              <a:t>For both internal &amp; external</a:t>
            </a:r>
            <a:endParaRPr lang="en-GB" sz="2000" dirty="0">
              <a:solidFill>
                <a:schemeClr val="tx1"/>
              </a:solidFill>
              <a:latin typeface="Calibri" pitchFamily="34" charset="0"/>
              <a:cs typeface="Calibri" pitchFamily="34" charset="0"/>
            </a:endParaRPr>
          </a:p>
        </p:txBody>
      </p:sp>
    </p:spTree>
    <p:extLst>
      <p:ext uri="{BB962C8B-B14F-4D97-AF65-F5344CB8AC3E}">
        <p14:creationId xmlns:p14="http://schemas.microsoft.com/office/powerpoint/2010/main" val="39978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txBox="1">
            <a:spLocks/>
          </p:cNvSpPr>
          <p:nvPr/>
        </p:nvSpPr>
        <p:spPr>
          <a:xfrm>
            <a:off x="237507" y="-27480"/>
            <a:ext cx="8443356" cy="788286"/>
          </a:xfrm>
          <a:prstGeom prst="rect">
            <a:avLst/>
          </a:prstGeom>
        </p:spPr>
        <p:txBody>
          <a:bodyPr/>
          <a:lstStyle>
            <a:lvl1pPr algn="ctr" rtl="0" eaLnBrk="0" fontAlgn="base" hangingPunct="0">
              <a:spcBef>
                <a:spcPct val="0"/>
              </a:spcBef>
              <a:spcAft>
                <a:spcPct val="0"/>
              </a:spcAft>
              <a:defRPr sz="24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pPr>
              <a:spcAft>
                <a:spcPts val="0"/>
              </a:spcAft>
            </a:pPr>
            <a:r>
              <a:rPr lang="en-GB" kern="0" dirty="0" smtClean="0"/>
              <a:t>Translate your Contract </a:t>
            </a:r>
            <a:r>
              <a:rPr lang="en-GB" kern="0" dirty="0"/>
              <a:t>D</a:t>
            </a:r>
            <a:r>
              <a:rPr lang="en-GB" kern="0" dirty="0" smtClean="0"/>
              <a:t>ocuments into </a:t>
            </a:r>
          </a:p>
          <a:p>
            <a:pPr>
              <a:spcAft>
                <a:spcPts val="0"/>
              </a:spcAft>
            </a:pPr>
            <a:r>
              <a:rPr lang="en-GB" kern="0" dirty="0" smtClean="0"/>
              <a:t>manageable Commitments, Actions and Alerts</a:t>
            </a:r>
            <a:endParaRPr lang="en-GB" kern="0" dirty="0"/>
          </a:p>
        </p:txBody>
      </p:sp>
      <p:pic>
        <p:nvPicPr>
          <p:cNvPr id="3" name="Picture 2"/>
          <p:cNvPicPr>
            <a:picLocks noChangeAspect="1"/>
          </p:cNvPicPr>
          <p:nvPr/>
        </p:nvPicPr>
        <p:blipFill>
          <a:blip r:embed="rId2"/>
          <a:stretch>
            <a:fillRect/>
          </a:stretch>
        </p:blipFill>
        <p:spPr>
          <a:xfrm>
            <a:off x="467430" y="1052670"/>
            <a:ext cx="8213433" cy="5128833"/>
          </a:xfrm>
          <a:prstGeom prst="rect">
            <a:avLst/>
          </a:prstGeom>
        </p:spPr>
      </p:pic>
      <p:pic>
        <p:nvPicPr>
          <p:cNvPr id="5" name="Afbeelding 4"/>
          <p:cNvPicPr>
            <a:picLocks noChangeAspect="1"/>
          </p:cNvPicPr>
          <p:nvPr/>
        </p:nvPicPr>
        <p:blipFill>
          <a:blip r:embed="rId3"/>
          <a:stretch>
            <a:fillRect/>
          </a:stretch>
        </p:blipFill>
        <p:spPr>
          <a:xfrm>
            <a:off x="52685" y="2708900"/>
            <a:ext cx="1782935" cy="2307860"/>
          </a:xfrm>
          <a:prstGeom prst="rect">
            <a:avLst/>
          </a:prstGeom>
        </p:spPr>
      </p:pic>
    </p:spTree>
    <p:extLst>
      <p:ext uri="{BB962C8B-B14F-4D97-AF65-F5344CB8AC3E}">
        <p14:creationId xmlns:p14="http://schemas.microsoft.com/office/powerpoint/2010/main" val="31684137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Relating business commitments, contract language, and additional considerations</a:t>
            </a:r>
            <a:endParaRPr lang="en-US" sz="2400" dirty="0"/>
          </a:p>
        </p:txBody>
      </p:sp>
      <p:sp>
        <p:nvSpPr>
          <p:cNvPr id="3" name="Slide Number Placeholder 2"/>
          <p:cNvSpPr>
            <a:spLocks noGrp="1"/>
          </p:cNvSpPr>
          <p:nvPr>
            <p:ph type="sldNum" sz="quarter" idx="4"/>
          </p:nvPr>
        </p:nvSpPr>
        <p:spPr/>
        <p:txBody>
          <a:bodyPr/>
          <a:lstStyle/>
          <a:p>
            <a:pPr>
              <a:defRPr/>
            </a:pPr>
            <a:fld id="{C91C9B1A-F7CA-BD4A-8FA2-BF67501BBBD4}" type="slidenum">
              <a:rPr lang="nl-NL" smtClean="0"/>
              <a:t>12</a:t>
            </a:fld>
            <a:endParaRPr lang="nl-NL" dirty="0"/>
          </a:p>
        </p:txBody>
      </p:sp>
      <p:pic>
        <p:nvPicPr>
          <p:cNvPr id="4" name="Picture 3"/>
          <p:cNvPicPr>
            <a:picLocks noChangeAspect="1"/>
          </p:cNvPicPr>
          <p:nvPr/>
        </p:nvPicPr>
        <p:blipFill>
          <a:blip r:embed="rId2"/>
          <a:stretch>
            <a:fillRect/>
          </a:stretch>
        </p:blipFill>
        <p:spPr>
          <a:xfrm>
            <a:off x="179390" y="1340710"/>
            <a:ext cx="8803496" cy="4120342"/>
          </a:xfrm>
          <a:prstGeom prst="rect">
            <a:avLst/>
          </a:prstGeom>
        </p:spPr>
      </p:pic>
    </p:spTree>
    <p:extLst>
      <p:ext uri="{BB962C8B-B14F-4D97-AF65-F5344CB8AC3E}">
        <p14:creationId xmlns:p14="http://schemas.microsoft.com/office/powerpoint/2010/main" val="6369962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37506" y="90489"/>
            <a:ext cx="8727103" cy="788286"/>
          </a:xfrm>
          <a:prstGeom prst="rect">
            <a:avLst/>
          </a:prstGeom>
        </p:spPr>
        <p:txBody>
          <a:bodyPr/>
          <a:lstStyle>
            <a:lvl1pPr algn="ctr" rtl="0" eaLnBrk="0" fontAlgn="base" hangingPunct="0">
              <a:spcBef>
                <a:spcPct val="0"/>
              </a:spcBef>
              <a:spcAft>
                <a:spcPct val="0"/>
              </a:spcAft>
              <a:defRPr sz="24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pPr>
              <a:lnSpc>
                <a:spcPct val="150000"/>
              </a:lnSpc>
            </a:pPr>
            <a:r>
              <a:rPr lang="en-GB" kern="0" dirty="0" smtClean="0"/>
              <a:t>Risk Register</a:t>
            </a:r>
            <a:endParaRPr lang="en-GB" kern="0" dirty="0"/>
          </a:p>
        </p:txBody>
      </p:sp>
      <p:pic>
        <p:nvPicPr>
          <p:cNvPr id="5" name="Picture 4"/>
          <p:cNvPicPr>
            <a:picLocks noChangeAspect="1"/>
          </p:cNvPicPr>
          <p:nvPr/>
        </p:nvPicPr>
        <p:blipFill>
          <a:blip r:embed="rId2"/>
          <a:stretch>
            <a:fillRect/>
          </a:stretch>
        </p:blipFill>
        <p:spPr>
          <a:xfrm>
            <a:off x="-798" y="1484730"/>
            <a:ext cx="9144798" cy="3920899"/>
          </a:xfrm>
          <a:prstGeom prst="rect">
            <a:avLst/>
          </a:prstGeom>
        </p:spPr>
      </p:pic>
    </p:spTree>
    <p:extLst>
      <p:ext uri="{BB962C8B-B14F-4D97-AF65-F5344CB8AC3E}">
        <p14:creationId xmlns:p14="http://schemas.microsoft.com/office/powerpoint/2010/main" val="22727318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nl-NL" sz="2400" dirty="0" smtClean="0"/>
              <a:t>Evaluetor Executive Monitor</a:t>
            </a:r>
            <a:endParaRPr lang="nl-NL" sz="2400" dirty="0"/>
          </a:p>
        </p:txBody>
      </p:sp>
      <p:pic>
        <p:nvPicPr>
          <p:cNvPr id="4" name="Picture 3"/>
          <p:cNvPicPr>
            <a:picLocks noChangeAspect="1"/>
          </p:cNvPicPr>
          <p:nvPr/>
        </p:nvPicPr>
        <p:blipFill>
          <a:blip r:embed="rId2"/>
          <a:stretch>
            <a:fillRect/>
          </a:stretch>
        </p:blipFill>
        <p:spPr>
          <a:xfrm>
            <a:off x="285258" y="1052670"/>
            <a:ext cx="6951112" cy="18722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530" y="2636890"/>
            <a:ext cx="4394013" cy="361539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6084210" y="4293120"/>
            <a:ext cx="2754820" cy="1169551"/>
          </a:xfrm>
          <a:prstGeom prst="rect">
            <a:avLst/>
          </a:prstGeom>
          <a:ln/>
          <a:scene3d>
            <a:camera prst="perspectiveHeroicExtremeLeftFacing"/>
            <a:lightRig rig="threePt" dir="t">
              <a:rot lat="0" lon="0" rev="1200000"/>
            </a:lightRig>
          </a:scene3d>
          <a:sp3d>
            <a:bevelT w="63500" h="25400"/>
          </a:sp3d>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US" sz="1400" i="1" dirty="0">
                <a:solidFill>
                  <a:schemeClr val="tx1">
                    <a:lumMod val="50000"/>
                    <a:lumOff val="50000"/>
                  </a:schemeClr>
                </a:solidFill>
                <a:latin typeface="+mn-lt"/>
                <a:cs typeface="+mn-cs"/>
              </a:rPr>
              <a:t>Making Business Relationships</a:t>
            </a:r>
            <a:endParaRPr lang="nl-NL" sz="1400" i="1" dirty="0">
              <a:solidFill>
                <a:schemeClr val="tx1">
                  <a:lumMod val="50000"/>
                  <a:lumOff val="50000"/>
                </a:schemeClr>
              </a:solidFill>
              <a:latin typeface="+mn-lt"/>
              <a:cs typeface="+mn-cs"/>
            </a:endParaRPr>
          </a:p>
          <a:p>
            <a:pPr algn="ctr"/>
            <a:r>
              <a:rPr lang="en-US" sz="1400" i="1" dirty="0">
                <a:solidFill>
                  <a:schemeClr val="tx1">
                    <a:lumMod val="50000"/>
                    <a:lumOff val="50000"/>
                  </a:schemeClr>
                </a:solidFill>
                <a:latin typeface="+mn-lt"/>
                <a:cs typeface="+mn-cs"/>
              </a:rPr>
              <a:t> </a:t>
            </a:r>
            <a:endParaRPr lang="nl-NL" sz="1400" i="1" dirty="0">
              <a:solidFill>
                <a:schemeClr val="tx1">
                  <a:lumMod val="50000"/>
                  <a:lumOff val="50000"/>
                </a:schemeClr>
              </a:solidFill>
              <a:latin typeface="+mn-lt"/>
              <a:cs typeface="+mn-cs"/>
            </a:endParaRPr>
          </a:p>
          <a:p>
            <a:pPr algn="ctr"/>
            <a:r>
              <a:rPr lang="en-US" sz="1400" i="1" dirty="0">
                <a:solidFill>
                  <a:schemeClr val="tx1">
                    <a:lumMod val="50000"/>
                    <a:lumOff val="50000"/>
                  </a:schemeClr>
                </a:solidFill>
                <a:latin typeface="+mn-lt"/>
                <a:cs typeface="+mn-cs"/>
              </a:rPr>
              <a:t>“Transparent, Measurable and Actionable”</a:t>
            </a:r>
            <a:endParaRPr lang="nl-NL" sz="1400" i="1" dirty="0">
              <a:solidFill>
                <a:schemeClr val="tx1">
                  <a:lumMod val="50000"/>
                  <a:lumOff val="50000"/>
                </a:schemeClr>
              </a:solidFill>
              <a:latin typeface="+mn-lt"/>
              <a:cs typeface="+mn-cs"/>
            </a:endParaRPr>
          </a:p>
        </p:txBody>
      </p:sp>
      <p:pic>
        <p:nvPicPr>
          <p:cNvPr id="6" name="Picture 5"/>
          <p:cNvPicPr>
            <a:picLocks noChangeAspect="1"/>
          </p:cNvPicPr>
          <p:nvPr/>
        </p:nvPicPr>
        <p:blipFill>
          <a:blip r:embed="rId4"/>
          <a:stretch>
            <a:fillRect/>
          </a:stretch>
        </p:blipFill>
        <p:spPr>
          <a:xfrm>
            <a:off x="7020340" y="709889"/>
            <a:ext cx="2408129" cy="2834886"/>
          </a:xfrm>
          <a:prstGeom prst="rect">
            <a:avLst/>
          </a:prstGeom>
        </p:spPr>
      </p:pic>
    </p:spTree>
    <p:extLst>
      <p:ext uri="{BB962C8B-B14F-4D97-AF65-F5344CB8AC3E}">
        <p14:creationId xmlns:p14="http://schemas.microsoft.com/office/powerpoint/2010/main" val="37623492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922456"/>
            <a:ext cx="8437418" cy="1203708"/>
          </a:xfrm>
        </p:spPr>
        <p:txBody>
          <a:bodyPr/>
          <a:lstStyle/>
          <a:p>
            <a:endParaRPr lang="nl-NL" dirty="0"/>
          </a:p>
        </p:txBody>
      </p:sp>
      <p:sp>
        <p:nvSpPr>
          <p:cNvPr id="3" name="Title 2"/>
          <p:cNvSpPr>
            <a:spLocks noGrp="1"/>
          </p:cNvSpPr>
          <p:nvPr>
            <p:ph type="title"/>
          </p:nvPr>
        </p:nvSpPr>
        <p:spPr/>
        <p:txBody>
          <a:bodyPr/>
          <a:lstStyle/>
          <a:p>
            <a:r>
              <a:rPr lang="nl-NL" sz="2400" dirty="0" smtClean="0"/>
              <a:t>Contract Managers Dashboards</a:t>
            </a:r>
            <a:endParaRPr lang="nl-NL" sz="2400" dirty="0"/>
          </a:p>
        </p:txBody>
      </p:sp>
      <p:pic>
        <p:nvPicPr>
          <p:cNvPr id="205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8394" y="1026170"/>
            <a:ext cx="3094500" cy="231889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Group 7"/>
          <p:cNvGrpSpPr/>
          <p:nvPr/>
        </p:nvGrpSpPr>
        <p:grpSpPr>
          <a:xfrm>
            <a:off x="45752" y="1040201"/>
            <a:ext cx="5585865" cy="3237762"/>
            <a:chOff x="45752" y="1040201"/>
            <a:chExt cx="5585865" cy="3237762"/>
          </a:xfrm>
          <a:scene3d>
            <a:camera prst="orthographicFront">
              <a:rot lat="0" lon="0" rev="0"/>
            </a:camera>
            <a:lightRig rig="glow" dir="t">
              <a:rot lat="0" lon="0" rev="4800000"/>
            </a:lightRig>
          </a:scene3d>
        </p:grpSpPr>
        <p:pic>
          <p:nvPicPr>
            <p:cNvPr id="4" name="Picture 3"/>
            <p:cNvPicPr>
              <a:picLocks noChangeAspect="1"/>
            </p:cNvPicPr>
            <p:nvPr/>
          </p:nvPicPr>
          <p:blipFill>
            <a:blip r:embed="rId3"/>
            <a:stretch>
              <a:fillRect/>
            </a:stretch>
          </p:blipFill>
          <p:spPr>
            <a:xfrm>
              <a:off x="45752" y="1040201"/>
              <a:ext cx="5585865" cy="1227511"/>
            </a:xfrm>
            <a:prstGeom prst="rect">
              <a:avLst/>
            </a:prstGeom>
            <a:ln>
              <a:noFill/>
            </a:ln>
            <a:effectLst>
              <a:outerShdw blurRad="190500" dist="228600" dir="2700000" algn="ctr">
                <a:srgbClr val="000000">
                  <a:alpha val="30000"/>
                </a:srgbClr>
              </a:outerShdw>
            </a:effectLst>
            <a:sp3d prstMaterial="matte">
              <a:bevelT w="127000" h="63500"/>
            </a:sp3d>
          </p:spPr>
        </p:pic>
        <p:pic>
          <p:nvPicPr>
            <p:cNvPr id="5" name="Picture 4"/>
            <p:cNvPicPr>
              <a:picLocks noChangeAspect="1"/>
            </p:cNvPicPr>
            <p:nvPr/>
          </p:nvPicPr>
          <p:blipFill>
            <a:blip r:embed="rId4"/>
            <a:stretch>
              <a:fillRect/>
            </a:stretch>
          </p:blipFill>
          <p:spPr>
            <a:xfrm>
              <a:off x="53518" y="2241801"/>
              <a:ext cx="5578099" cy="2036162"/>
            </a:xfrm>
            <a:prstGeom prst="rect">
              <a:avLst/>
            </a:prstGeom>
            <a:ln>
              <a:noFill/>
            </a:ln>
            <a:effectLst>
              <a:outerShdw blurRad="190500" dist="228600" dir="2700000" algn="ctr">
                <a:srgbClr val="000000">
                  <a:alpha val="30000"/>
                </a:srgbClr>
              </a:outerShdw>
            </a:effectLst>
            <a:sp3d prstMaterial="matte">
              <a:bevelT w="127000" h="63500"/>
            </a:sp3d>
          </p:spPr>
        </p:pic>
      </p:grpSp>
      <p:pic>
        <p:nvPicPr>
          <p:cNvPr id="7" name="Picture 6"/>
          <p:cNvPicPr>
            <a:picLocks noChangeAspect="1"/>
          </p:cNvPicPr>
          <p:nvPr/>
        </p:nvPicPr>
        <p:blipFill>
          <a:blip r:embed="rId5"/>
          <a:stretch>
            <a:fillRect/>
          </a:stretch>
        </p:blipFill>
        <p:spPr>
          <a:xfrm>
            <a:off x="3122444" y="3284980"/>
            <a:ext cx="5857227" cy="3024419"/>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67" y="3996803"/>
            <a:ext cx="3068926" cy="2297839"/>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6385972" y="5293737"/>
            <a:ext cx="2592360" cy="523220"/>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GB" sz="1400" i="1" dirty="0">
                <a:solidFill>
                  <a:schemeClr val="tx1">
                    <a:lumMod val="50000"/>
                    <a:lumOff val="50000"/>
                  </a:schemeClr>
                </a:solidFill>
              </a:rPr>
              <a:t>Maximize the return on contracts</a:t>
            </a:r>
          </a:p>
        </p:txBody>
      </p:sp>
    </p:spTree>
    <p:extLst>
      <p:ext uri="{BB962C8B-B14F-4D97-AF65-F5344CB8AC3E}">
        <p14:creationId xmlns:p14="http://schemas.microsoft.com/office/powerpoint/2010/main" val="21630601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sz="2400" dirty="0" smtClean="0"/>
              <a:t>Governance Team Collaboration (Provider &amp; Client)</a:t>
            </a:r>
            <a:endParaRPr lang="en-GB" sz="2400" dirty="0"/>
          </a:p>
        </p:txBody>
      </p:sp>
      <p:pic>
        <p:nvPicPr>
          <p:cNvPr id="5" name="Picture 4"/>
          <p:cNvPicPr>
            <a:picLocks noChangeAspect="1"/>
          </p:cNvPicPr>
          <p:nvPr/>
        </p:nvPicPr>
        <p:blipFill>
          <a:blip r:embed="rId2"/>
          <a:stretch>
            <a:fillRect/>
          </a:stretch>
        </p:blipFill>
        <p:spPr>
          <a:xfrm>
            <a:off x="323410" y="1052670"/>
            <a:ext cx="5549498" cy="524487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7" name="TextBox 6"/>
          <p:cNvSpPr txBox="1"/>
          <p:nvPr/>
        </p:nvSpPr>
        <p:spPr>
          <a:xfrm>
            <a:off x="6012200" y="1700760"/>
            <a:ext cx="2754707" cy="1169551"/>
          </a:xfrm>
          <a:prstGeom prst="rect">
            <a:avLst/>
          </a:prstGeom>
          <a:ln/>
          <a:scene3d>
            <a:camera prst="perspectiveContrastingLeftFacing"/>
            <a:lightRig rig="threePt" dir="t">
              <a:rot lat="0" lon="0" rev="1200000"/>
            </a:lightRig>
          </a:scene3d>
          <a:sp3d>
            <a:bevelT w="63500" h="25400"/>
          </a:sp3d>
        </p:spPr>
        <p:style>
          <a:lnRef idx="0">
            <a:schemeClr val="accent3"/>
          </a:lnRef>
          <a:fillRef idx="3">
            <a:schemeClr val="accent3"/>
          </a:fillRef>
          <a:effectRef idx="3">
            <a:schemeClr val="accent3"/>
          </a:effectRef>
          <a:fontRef idx="minor">
            <a:schemeClr val="lt1"/>
          </a:fontRef>
        </p:style>
        <p:txBody>
          <a:bodyPr wrap="square">
            <a:spAutoFit/>
          </a:bodyPr>
          <a:lstStyle>
            <a:defPPr>
              <a:defRPr lang="nl-NL"/>
            </a:defPPr>
            <a:lvl1pPr algn="ctr">
              <a:defRPr sz="2000" i="1">
                <a:solidFill>
                  <a:srgbClr val="1F3EA1"/>
                </a:solidFill>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US" sz="1400" dirty="0">
                <a:solidFill>
                  <a:schemeClr val="tx1">
                    <a:lumMod val="50000"/>
                    <a:lumOff val="50000"/>
                  </a:schemeClr>
                </a:solidFill>
              </a:rPr>
              <a:t>Evaluetor helps you to install a </a:t>
            </a:r>
            <a:r>
              <a:rPr lang="en-GB" sz="1400" dirty="0">
                <a:solidFill>
                  <a:schemeClr val="tx1">
                    <a:lumMod val="50000"/>
                    <a:lumOff val="50000"/>
                  </a:schemeClr>
                </a:solidFill>
              </a:rPr>
              <a:t>client driven continuous improvement process with your supplier community. </a:t>
            </a:r>
          </a:p>
        </p:txBody>
      </p:sp>
      <p:sp>
        <p:nvSpPr>
          <p:cNvPr id="6" name="Rectangle 5"/>
          <p:cNvSpPr/>
          <p:nvPr/>
        </p:nvSpPr>
        <p:spPr>
          <a:xfrm>
            <a:off x="6012200" y="4077090"/>
            <a:ext cx="2754707" cy="1169551"/>
          </a:xfrm>
          <a:prstGeom prst="rect">
            <a:avLst/>
          </a:prstGeom>
          <a:ln/>
          <a:scene3d>
            <a:camera prst="perspectiveContrastingLeftFacing"/>
            <a:lightRig rig="threePt" dir="t">
              <a:rot lat="0" lon="0" rev="1200000"/>
            </a:lightRig>
          </a:scene3d>
          <a:sp3d>
            <a:bevelT w="63500" h="25400"/>
          </a:sp3d>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GB" sz="1400" i="1" dirty="0">
                <a:solidFill>
                  <a:schemeClr val="tx1">
                    <a:lumMod val="50000"/>
                    <a:lumOff val="50000"/>
                  </a:schemeClr>
                </a:solidFill>
              </a:rPr>
              <a:t>Bringing</a:t>
            </a:r>
            <a:r>
              <a:rPr lang="en-US" sz="1400" i="1" dirty="0">
                <a:solidFill>
                  <a:schemeClr val="tx1">
                    <a:lumMod val="50000"/>
                    <a:lumOff val="50000"/>
                  </a:schemeClr>
                </a:solidFill>
              </a:rPr>
              <a:t> insight and visibility on the quality of provided services versus your business needs…….. and the perception thereof. </a:t>
            </a:r>
          </a:p>
        </p:txBody>
      </p:sp>
    </p:spTree>
    <p:extLst>
      <p:ext uri="{BB962C8B-B14F-4D97-AF65-F5344CB8AC3E}">
        <p14:creationId xmlns:p14="http://schemas.microsoft.com/office/powerpoint/2010/main" val="34713079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sz="2400" dirty="0" smtClean="0"/>
              <a:t>My Evaluetor  </a:t>
            </a:r>
            <a:endParaRPr lang="en-GB" sz="2400" dirty="0"/>
          </a:p>
        </p:txBody>
      </p:sp>
      <p:sp>
        <p:nvSpPr>
          <p:cNvPr id="7" name="TextBox 6"/>
          <p:cNvSpPr txBox="1"/>
          <p:nvPr/>
        </p:nvSpPr>
        <p:spPr>
          <a:xfrm>
            <a:off x="6588280" y="1340710"/>
            <a:ext cx="2754707" cy="1169551"/>
          </a:xfrm>
          <a:prstGeom prst="rect">
            <a:avLst/>
          </a:prstGeom>
          <a:ln/>
          <a:scene3d>
            <a:camera prst="perspectiveContrastingLeftFacing"/>
            <a:lightRig rig="threePt" dir="t">
              <a:rot lat="0" lon="0" rev="1200000"/>
            </a:lightRig>
          </a:scene3d>
          <a:sp3d>
            <a:bevelT w="63500" h="25400"/>
          </a:sp3d>
        </p:spPr>
        <p:style>
          <a:lnRef idx="0">
            <a:schemeClr val="accent3"/>
          </a:lnRef>
          <a:fillRef idx="3">
            <a:schemeClr val="accent3"/>
          </a:fillRef>
          <a:effectRef idx="3">
            <a:schemeClr val="accent3"/>
          </a:effectRef>
          <a:fontRef idx="minor">
            <a:schemeClr val="lt1"/>
          </a:fontRef>
        </p:style>
        <p:txBody>
          <a:bodyPr wrap="square">
            <a:spAutoFit/>
          </a:bodyPr>
          <a:lstStyle>
            <a:defPPr>
              <a:defRPr lang="nl-NL"/>
            </a:defPPr>
            <a:lvl1pPr algn="ctr">
              <a:defRPr sz="2000" i="1">
                <a:solidFill>
                  <a:srgbClr val="1F3EA1"/>
                </a:solidFill>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GB" sz="1400" dirty="0" smtClean="0">
                <a:solidFill>
                  <a:schemeClr val="tx1">
                    <a:lumMod val="50000"/>
                    <a:lumOff val="50000"/>
                  </a:schemeClr>
                </a:solidFill>
              </a:rPr>
              <a:t>My Evaluetor brings together all YOUR actions and alerts from your contracts, projects and teams</a:t>
            </a:r>
            <a:endParaRPr lang="en-GB" sz="1400" dirty="0">
              <a:solidFill>
                <a:schemeClr val="tx1">
                  <a:lumMod val="50000"/>
                  <a:lumOff val="50000"/>
                </a:schemeClr>
              </a:solidFill>
            </a:endParaRPr>
          </a:p>
        </p:txBody>
      </p:sp>
      <p:sp>
        <p:nvSpPr>
          <p:cNvPr id="6" name="Rectangle 5"/>
          <p:cNvSpPr/>
          <p:nvPr/>
        </p:nvSpPr>
        <p:spPr>
          <a:xfrm>
            <a:off x="1043510" y="4409011"/>
            <a:ext cx="2984055" cy="1384995"/>
          </a:xfrm>
          <a:prstGeom prst="rect">
            <a:avLst/>
          </a:prstGeom>
          <a:ln/>
          <a:scene3d>
            <a:camera prst="perspectiveContrastingRightFacing"/>
            <a:lightRig rig="threePt" dir="t">
              <a:rot lat="0" lon="0" rev="1200000"/>
            </a:lightRig>
          </a:scene3d>
          <a:sp3d>
            <a:bevelT w="63500" h="25400"/>
          </a:sp3d>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GB" sz="1400" i="1" dirty="0" smtClean="0">
                <a:solidFill>
                  <a:schemeClr val="tx1">
                    <a:lumMod val="50000"/>
                    <a:lumOff val="50000"/>
                  </a:schemeClr>
                </a:solidFill>
              </a:rPr>
              <a:t>My Teams : working together with real-time status on all agenda items with feeds from your Business Relations, Colleagues and Evaluetor provided information</a:t>
            </a:r>
            <a:endParaRPr lang="en-GB" sz="1400" i="1" dirty="0">
              <a:solidFill>
                <a:schemeClr val="tx1">
                  <a:lumMod val="50000"/>
                  <a:lumOff val="50000"/>
                </a:schemeClr>
              </a:solidFill>
            </a:endParaRPr>
          </a:p>
        </p:txBody>
      </p:sp>
      <p:pic>
        <p:nvPicPr>
          <p:cNvPr id="8" name="Picture 7"/>
          <p:cNvPicPr>
            <a:picLocks noChangeAspect="1"/>
          </p:cNvPicPr>
          <p:nvPr/>
        </p:nvPicPr>
        <p:blipFill>
          <a:blip r:embed="rId2"/>
          <a:stretch>
            <a:fillRect/>
          </a:stretch>
        </p:blipFill>
        <p:spPr>
          <a:xfrm>
            <a:off x="61436" y="1052670"/>
            <a:ext cx="6958904" cy="295241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4" name="Picture 3"/>
          <p:cNvPicPr>
            <a:picLocks noChangeAspect="1"/>
          </p:cNvPicPr>
          <p:nvPr/>
        </p:nvPicPr>
        <p:blipFill>
          <a:blip r:embed="rId3"/>
          <a:stretch>
            <a:fillRect/>
          </a:stretch>
        </p:blipFill>
        <p:spPr>
          <a:xfrm>
            <a:off x="4626705" y="3140960"/>
            <a:ext cx="4230192" cy="312898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2627863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prstGeom prst="rect">
            <a:avLst/>
          </a:prstGeom>
        </p:spPr>
        <p:txBody>
          <a:bodyPr/>
          <a:lstStyle/>
          <a:p>
            <a:pPr>
              <a:defRPr/>
            </a:pPr>
            <a:fld id="{D5F246EE-A698-40F2-9104-E597CE2CF7A1}" type="slidenum">
              <a:rPr lang="nl-NL" smtClean="0"/>
              <a:pPr>
                <a:defRPr/>
              </a:pPr>
              <a:t>18</a:t>
            </a:fld>
            <a:endParaRPr lang="nl-NL" dirty="0"/>
          </a:p>
        </p:txBody>
      </p:sp>
      <p:sp>
        <p:nvSpPr>
          <p:cNvPr id="86018" name="Rectangle 2"/>
          <p:cNvSpPr>
            <a:spLocks noGrp="1" noChangeArrowheads="1"/>
          </p:cNvSpPr>
          <p:nvPr>
            <p:ph type="title" idx="4294967295"/>
          </p:nvPr>
        </p:nvSpPr>
        <p:spPr>
          <a:xfrm>
            <a:off x="0" y="90488"/>
            <a:ext cx="8442325" cy="788987"/>
          </a:xfrm>
        </p:spPr>
        <p:txBody>
          <a:bodyPr/>
          <a:lstStyle/>
          <a:p>
            <a:r>
              <a:rPr lang="en-US" sz="2400" dirty="0" smtClean="0"/>
              <a:t>Contact</a:t>
            </a:r>
            <a:endParaRPr lang="en-US" sz="2400" dirty="0"/>
          </a:p>
        </p:txBody>
      </p:sp>
      <p:sp>
        <p:nvSpPr>
          <p:cNvPr id="6" name="TextBox 5"/>
          <p:cNvSpPr txBox="1"/>
          <p:nvPr/>
        </p:nvSpPr>
        <p:spPr>
          <a:xfrm>
            <a:off x="270777" y="2485027"/>
            <a:ext cx="184731" cy="646331"/>
          </a:xfrm>
          <a:prstGeom prst="rect">
            <a:avLst/>
          </a:prstGeom>
          <a:noFill/>
        </p:spPr>
        <p:txBody>
          <a:bodyPr wrap="none" rtlCol="0">
            <a:spAutoFit/>
          </a:bodyPr>
          <a:lstStyle/>
          <a:p>
            <a:endParaRPr lang="nl-NL" dirty="0"/>
          </a:p>
        </p:txBody>
      </p:sp>
      <p:sp>
        <p:nvSpPr>
          <p:cNvPr id="10" name="Rectangle 9"/>
          <p:cNvSpPr/>
          <p:nvPr/>
        </p:nvSpPr>
        <p:spPr bwMode="auto">
          <a:xfrm>
            <a:off x="3951514" y="1970314"/>
            <a:ext cx="914400" cy="9144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nl-NL" sz="4400" b="0" i="0" u="none" strike="noStrike" cap="none" normalizeH="0" baseline="0" dirty="0" smtClean="0">
              <a:ln>
                <a:noFill/>
              </a:ln>
              <a:solidFill>
                <a:schemeClr val="tx2"/>
              </a:solidFill>
              <a:effectLst/>
              <a:latin typeface="Verdana" pitchFamily="34" charset="0"/>
              <a:cs typeface="Arial" charset="0"/>
            </a:endParaRPr>
          </a:p>
        </p:txBody>
      </p:sp>
      <p:sp>
        <p:nvSpPr>
          <p:cNvPr id="12" name="Rectangle 11"/>
          <p:cNvSpPr/>
          <p:nvPr/>
        </p:nvSpPr>
        <p:spPr>
          <a:xfrm>
            <a:off x="445988" y="2427514"/>
            <a:ext cx="2719705" cy="2175510"/>
          </a:xfrm>
          <a:prstGeom prst="rect">
            <a:avLst/>
          </a:prstGeom>
          <a:solidFill>
            <a:sysClr val="window" lastClr="FFFFFF">
              <a:lumMod val="85000"/>
            </a:sys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a:noAutofit/>
          </a:bodyPr>
          <a:lstStyle/>
          <a:p>
            <a:pPr>
              <a:lnSpc>
                <a:spcPct val="107000"/>
              </a:lnSpc>
              <a:spcAft>
                <a:spcPts val="0"/>
              </a:spcAft>
            </a:pPr>
            <a:r>
              <a:rPr lang="en-US" sz="1400" i="1" dirty="0">
                <a:solidFill>
                  <a:srgbClr val="1F3EA1"/>
                </a:solidFill>
                <a:latin typeface="Calibri" panose="020F0502020204030204" pitchFamily="34" charset="0"/>
                <a:ea typeface="Calibri" panose="020F0502020204030204" pitchFamily="34" charset="0"/>
                <a:cs typeface="Times New Roman" panose="02020603050405020304" pitchFamily="18" charset="0"/>
              </a:rPr>
              <a:t>Steven Visser</a:t>
            </a:r>
            <a:br>
              <a:rPr lang="en-US" sz="1400" i="1" dirty="0">
                <a:solidFill>
                  <a:srgbClr val="1F3EA1"/>
                </a:solidFill>
                <a:latin typeface="Calibri" panose="020F0502020204030204" pitchFamily="34" charset="0"/>
                <a:ea typeface="Calibri" panose="020F0502020204030204" pitchFamily="34" charset="0"/>
                <a:cs typeface="Times New Roman" panose="02020603050405020304" pitchFamily="18" charset="0"/>
              </a:rPr>
            </a:br>
            <a:r>
              <a:rPr lang="en-US" sz="1400" i="1" dirty="0">
                <a:solidFill>
                  <a:srgbClr val="1F3EA1"/>
                </a:solidFill>
                <a:latin typeface="Calibri" panose="020F0502020204030204" pitchFamily="34" charset="0"/>
                <a:ea typeface="Calibri" panose="020F0502020204030204" pitchFamily="34" charset="0"/>
                <a:cs typeface="Times New Roman" panose="02020603050405020304" pitchFamily="18" charset="0"/>
              </a:rPr>
              <a:t>Managing Partner - </a:t>
            </a:r>
            <a:r>
              <a:rPr lang="en-US" sz="1400" i="1" dirty="0" smtClean="0">
                <a:solidFill>
                  <a:srgbClr val="1F3EA1"/>
                </a:solidFill>
                <a:latin typeface="Calibri" panose="020F0502020204030204" pitchFamily="34" charset="0"/>
                <a:ea typeface="Calibri" panose="020F0502020204030204" pitchFamily="34" charset="0"/>
                <a:cs typeface="Times New Roman" panose="02020603050405020304" pitchFamily="18" charset="0"/>
              </a:rPr>
              <a:t>Senority</a:t>
            </a:r>
            <a:r>
              <a:rPr lang="en-US" sz="1400" b="1"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t/>
            </a:r>
            <a:br>
              <a:rPr lang="en-US" sz="1400" b="1"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br>
            <a:r>
              <a:rPr lang="en-US" sz="1400"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t>Boompjes 680</a:t>
            </a:r>
            <a:br>
              <a:rPr lang="en-US" sz="1400"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br>
            <a:r>
              <a:rPr lang="en-US" sz="1400"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t>3011 XZ Rotterdam</a:t>
            </a:r>
            <a:endParaRPr lang="nl-NL"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pPr>
            <a:r>
              <a:rPr lang="en-US" sz="1400"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t>The Netherlands</a:t>
            </a:r>
            <a:br>
              <a:rPr lang="en-US" sz="1400"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br>
            <a:r>
              <a:rPr lang="en-US" sz="1400"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t>Tel: +31 (0) 10 217 0118</a:t>
            </a:r>
            <a:br>
              <a:rPr lang="en-US" sz="1400"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br>
            <a:r>
              <a:rPr lang="en-US" sz="1400"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t>Fax: +31 (0) 10 213 0133</a:t>
            </a:r>
            <a:br>
              <a:rPr lang="en-US" sz="1400"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br>
            <a:r>
              <a:rPr lang="en-US" sz="1400" i="1" u="sng" kern="1200" dirty="0" smtClean="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t>Steven.Visser@senority.nl</a:t>
            </a:r>
            <a:r>
              <a:rPr lang="en-US" sz="1400" i="1" kern="1200" dirty="0" smtClean="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t> </a:t>
            </a:r>
            <a:r>
              <a:rPr lang="en-US" sz="1400"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t/>
            </a:r>
            <a:br>
              <a:rPr lang="en-US" sz="1400" i="1"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br>
            <a:r>
              <a:rPr lang="en-US" sz="1400" i="1" u="sng" kern="1200" dirty="0">
                <a:solidFill>
                  <a:srgbClr val="1F3EA1"/>
                </a:solidFill>
                <a:effectLst/>
                <a:latin typeface="Calibri" panose="020F0502020204030204" pitchFamily="34" charset="0"/>
                <a:ea typeface="Calibri" panose="020F0502020204030204" pitchFamily="34" charset="0"/>
                <a:cs typeface="Times New Roman" panose="02020603050405020304" pitchFamily="18" charset="0"/>
              </a:rPr>
              <a:t>www.senority.nl</a:t>
            </a:r>
            <a:endParaRPr lang="nl-NL"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063028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8" name="Picture 19"/>
          <p:cNvPicPr>
            <a:picLocks noChangeAspect="1" noChangeArrowheads="1"/>
          </p:cNvPicPr>
          <p:nvPr/>
        </p:nvPicPr>
        <p:blipFill>
          <a:blip r:embed="rId2"/>
          <a:srcRect/>
          <a:stretch>
            <a:fillRect/>
          </a:stretch>
        </p:blipFill>
        <p:spPr bwMode="auto">
          <a:xfrm>
            <a:off x="2607077" y="1798273"/>
            <a:ext cx="1854200" cy="1763713"/>
          </a:xfrm>
          <a:prstGeom prst="rect">
            <a:avLst/>
          </a:prstGeom>
          <a:noFill/>
          <a:ln w="9525">
            <a:noFill/>
            <a:miter lim="800000"/>
            <a:headEnd/>
            <a:tailEnd/>
          </a:ln>
        </p:spPr>
      </p:pic>
      <p:sp>
        <p:nvSpPr>
          <p:cNvPr id="15385" name="Rectangle 25"/>
          <p:cNvSpPr>
            <a:spLocks noChangeArrowheads="1"/>
          </p:cNvSpPr>
          <p:nvPr/>
        </p:nvSpPr>
        <p:spPr bwMode="auto">
          <a:xfrm>
            <a:off x="368300" y="1507793"/>
            <a:ext cx="2238777" cy="2763899"/>
          </a:xfrm>
          <a:prstGeom prst="rect">
            <a:avLst/>
          </a:prstGeom>
          <a:solidFill>
            <a:srgbClr val="CCCCCC"/>
          </a:solidFill>
          <a:ln w="25400" algn="ctr">
            <a:solidFill>
              <a:srgbClr val="89A4A7"/>
            </a:solidFill>
            <a:miter lim="800000"/>
            <a:headEnd/>
            <a:tailEnd/>
          </a:ln>
          <a:effectLst/>
        </p:spPr>
        <p:txBody>
          <a:bodyPr/>
          <a:lstStyle/>
          <a:p>
            <a:pPr algn="ctr"/>
            <a:r>
              <a:rPr lang="nl-NL" sz="1200" dirty="0" smtClean="0">
                <a:solidFill>
                  <a:srgbClr val="FFFFFF"/>
                </a:solidFill>
              </a:rPr>
              <a:t>EvaluetorApps</a:t>
            </a:r>
          </a:p>
          <a:p>
            <a:pPr algn="ctr"/>
            <a:r>
              <a:rPr lang="nl-NL" sz="1200" dirty="0" smtClean="0">
                <a:solidFill>
                  <a:srgbClr val="FFFFFF"/>
                </a:solidFill>
              </a:rPr>
              <a:t>Browser</a:t>
            </a:r>
            <a:endParaRPr lang="nl-NL" sz="1200" dirty="0">
              <a:solidFill>
                <a:srgbClr val="FFFFFF"/>
              </a:solidFill>
            </a:endParaRPr>
          </a:p>
        </p:txBody>
      </p:sp>
      <p:sp>
        <p:nvSpPr>
          <p:cNvPr id="15384" name="Rectangle 24"/>
          <p:cNvSpPr>
            <a:spLocks noChangeArrowheads="1"/>
          </p:cNvSpPr>
          <p:nvPr/>
        </p:nvSpPr>
        <p:spPr bwMode="auto">
          <a:xfrm>
            <a:off x="4317894" y="1480774"/>
            <a:ext cx="4424363" cy="2763899"/>
          </a:xfrm>
          <a:prstGeom prst="rect">
            <a:avLst/>
          </a:prstGeom>
          <a:solidFill>
            <a:srgbClr val="CCCCCC"/>
          </a:solidFill>
          <a:ln w="25400" algn="ctr">
            <a:solidFill>
              <a:srgbClr val="89A4A7"/>
            </a:solidFill>
            <a:miter lim="800000"/>
            <a:headEnd/>
            <a:tailEnd/>
          </a:ln>
          <a:effectLst/>
        </p:spPr>
        <p:txBody>
          <a:bodyPr/>
          <a:lstStyle/>
          <a:p>
            <a:pPr algn="ctr"/>
            <a:r>
              <a:rPr lang="nl-NL" sz="1200">
                <a:solidFill>
                  <a:srgbClr val="FFFFFF"/>
                </a:solidFill>
              </a:rPr>
              <a:t>Evaluetor</a:t>
            </a:r>
          </a:p>
        </p:txBody>
      </p:sp>
      <p:sp>
        <p:nvSpPr>
          <p:cNvPr id="15362" name="Rectangle 3"/>
          <p:cNvSpPr>
            <a:spLocks noGrp="1" noChangeArrowheads="1"/>
          </p:cNvSpPr>
          <p:nvPr>
            <p:ph idx="1"/>
          </p:nvPr>
        </p:nvSpPr>
        <p:spPr>
          <a:xfrm>
            <a:off x="538163" y="4581401"/>
            <a:ext cx="8229600" cy="1755652"/>
          </a:xfrm>
        </p:spPr>
        <p:txBody>
          <a:bodyPr/>
          <a:lstStyle/>
          <a:p>
            <a:pPr>
              <a:lnSpc>
                <a:spcPct val="90000"/>
              </a:lnSpc>
            </a:pPr>
            <a:r>
              <a:rPr lang="en-US" dirty="0" smtClean="0"/>
              <a:t>Users interact through various devices through the internet into the website structure, where the </a:t>
            </a:r>
            <a:r>
              <a:rPr lang="en-US" dirty="0" err="1" smtClean="0"/>
              <a:t>webparts</a:t>
            </a:r>
            <a:r>
              <a:rPr lang="en-US" dirty="0" smtClean="0"/>
              <a:t> interact with the databases</a:t>
            </a:r>
          </a:p>
        </p:txBody>
      </p:sp>
      <p:sp>
        <p:nvSpPr>
          <p:cNvPr id="15361" name="Rectangle 2"/>
          <p:cNvSpPr>
            <a:spLocks noGrp="1" noChangeArrowheads="1"/>
          </p:cNvSpPr>
          <p:nvPr>
            <p:ph type="title"/>
          </p:nvPr>
        </p:nvSpPr>
        <p:spPr>
          <a:xfrm>
            <a:off x="0" y="127000"/>
            <a:ext cx="9144000" cy="657225"/>
          </a:xfrm>
        </p:spPr>
        <p:txBody>
          <a:bodyPr/>
          <a:lstStyle/>
          <a:p>
            <a:r>
              <a:rPr lang="nl-NL" sz="2800" dirty="0" smtClean="0"/>
              <a:t>How does </a:t>
            </a:r>
            <a:r>
              <a:rPr lang="nl-NL" sz="2800" dirty="0" err="1" smtClean="0"/>
              <a:t>it</a:t>
            </a:r>
            <a:r>
              <a:rPr lang="nl-NL" sz="2800" dirty="0" smtClean="0"/>
              <a:t> </a:t>
            </a:r>
            <a:r>
              <a:rPr lang="nl-NL" sz="2800" dirty="0" err="1" smtClean="0"/>
              <a:t>work</a:t>
            </a:r>
            <a:r>
              <a:rPr lang="nl-NL" sz="2800" dirty="0" smtClean="0"/>
              <a:t>?</a:t>
            </a:r>
          </a:p>
        </p:txBody>
      </p:sp>
      <p:sp>
        <p:nvSpPr>
          <p:cNvPr id="15371" name="Line 12"/>
          <p:cNvSpPr>
            <a:spLocks noChangeShapeType="1"/>
          </p:cNvSpPr>
          <p:nvPr/>
        </p:nvSpPr>
        <p:spPr bwMode="auto">
          <a:xfrm>
            <a:off x="2607078" y="2892093"/>
            <a:ext cx="2447417" cy="0"/>
          </a:xfrm>
          <a:prstGeom prst="line">
            <a:avLst/>
          </a:prstGeom>
          <a:noFill/>
          <a:ln w="57150">
            <a:solidFill>
              <a:schemeClr val="tx1"/>
            </a:solidFill>
            <a:round/>
            <a:headEnd type="triangle" w="med" len="med"/>
            <a:tailEnd type="triangle" w="med" len="med"/>
          </a:ln>
        </p:spPr>
        <p:txBody>
          <a:bodyPr/>
          <a:lstStyle/>
          <a:p>
            <a:endParaRPr lang="en-US"/>
          </a:p>
        </p:txBody>
      </p:sp>
      <p:grpSp>
        <p:nvGrpSpPr>
          <p:cNvPr id="15383" name="Group 23"/>
          <p:cNvGrpSpPr>
            <a:grpSpLocks/>
          </p:cNvGrpSpPr>
          <p:nvPr/>
        </p:nvGrpSpPr>
        <p:grpSpPr bwMode="auto">
          <a:xfrm>
            <a:off x="4303608" y="1602217"/>
            <a:ext cx="4330700" cy="2525713"/>
            <a:chOff x="3032" y="564"/>
            <a:chExt cx="2728" cy="1591"/>
          </a:xfrm>
        </p:grpSpPr>
        <p:pic>
          <p:nvPicPr>
            <p:cNvPr id="15364" name="Picture 5"/>
            <p:cNvPicPr>
              <a:picLocks noChangeAspect="1" noChangeArrowheads="1"/>
            </p:cNvPicPr>
            <p:nvPr/>
          </p:nvPicPr>
          <p:blipFill>
            <a:blip r:embed="rId3"/>
            <a:srcRect/>
            <a:stretch>
              <a:fillRect/>
            </a:stretch>
          </p:blipFill>
          <p:spPr bwMode="auto">
            <a:xfrm>
              <a:off x="3524" y="870"/>
              <a:ext cx="1361" cy="893"/>
            </a:xfrm>
            <a:prstGeom prst="rect">
              <a:avLst/>
            </a:prstGeom>
            <a:noFill/>
            <a:ln w="9525">
              <a:noFill/>
              <a:miter lim="800000"/>
              <a:headEnd/>
              <a:tailEnd/>
            </a:ln>
          </p:spPr>
        </p:pic>
        <p:pic>
          <p:nvPicPr>
            <p:cNvPr id="15366" name="Picture 11"/>
            <p:cNvPicPr>
              <a:picLocks noChangeAspect="1" noChangeArrowheads="1"/>
            </p:cNvPicPr>
            <p:nvPr/>
          </p:nvPicPr>
          <p:blipFill>
            <a:blip r:embed="rId4"/>
            <a:srcRect/>
            <a:stretch>
              <a:fillRect/>
            </a:stretch>
          </p:blipFill>
          <p:spPr bwMode="auto">
            <a:xfrm>
              <a:off x="4082" y="980"/>
              <a:ext cx="357" cy="361"/>
            </a:xfrm>
            <a:prstGeom prst="rect">
              <a:avLst/>
            </a:prstGeom>
            <a:noFill/>
            <a:ln w="9525">
              <a:noFill/>
              <a:miter lim="800000"/>
              <a:headEnd/>
              <a:tailEnd/>
            </a:ln>
          </p:spPr>
        </p:pic>
        <p:pic>
          <p:nvPicPr>
            <p:cNvPr id="15367" name="Picture 16"/>
            <p:cNvPicPr>
              <a:picLocks noChangeAspect="1" noChangeArrowheads="1"/>
            </p:cNvPicPr>
            <p:nvPr/>
          </p:nvPicPr>
          <p:blipFill>
            <a:blip r:embed="rId5"/>
            <a:srcRect/>
            <a:stretch>
              <a:fillRect/>
            </a:stretch>
          </p:blipFill>
          <p:spPr bwMode="auto">
            <a:xfrm>
              <a:off x="3338" y="564"/>
              <a:ext cx="348" cy="363"/>
            </a:xfrm>
            <a:prstGeom prst="rect">
              <a:avLst/>
            </a:prstGeom>
            <a:noFill/>
            <a:ln w="9525">
              <a:noFill/>
              <a:miter lim="800000"/>
              <a:headEnd/>
              <a:tailEnd/>
            </a:ln>
          </p:spPr>
        </p:pic>
        <p:sp>
          <p:nvSpPr>
            <p:cNvPr id="15372" name="Line 13"/>
            <p:cNvSpPr>
              <a:spLocks noChangeShapeType="1"/>
            </p:cNvSpPr>
            <p:nvPr/>
          </p:nvSpPr>
          <p:spPr bwMode="auto">
            <a:xfrm flipV="1">
              <a:off x="3505" y="920"/>
              <a:ext cx="9" cy="355"/>
            </a:xfrm>
            <a:prstGeom prst="line">
              <a:avLst/>
            </a:prstGeom>
            <a:noFill/>
            <a:ln w="9525">
              <a:solidFill>
                <a:schemeClr val="tx1"/>
              </a:solidFill>
              <a:round/>
              <a:headEnd type="triangle" w="med" len="med"/>
              <a:tailEnd type="triangle" w="med" len="med"/>
            </a:ln>
          </p:spPr>
          <p:txBody>
            <a:bodyPr/>
            <a:lstStyle/>
            <a:p>
              <a:endParaRPr lang="en-US"/>
            </a:p>
          </p:txBody>
        </p:sp>
        <p:pic>
          <p:nvPicPr>
            <p:cNvPr id="15373" name="Picture 16"/>
            <p:cNvPicPr>
              <a:picLocks noChangeAspect="1" noChangeArrowheads="1"/>
            </p:cNvPicPr>
            <p:nvPr/>
          </p:nvPicPr>
          <p:blipFill>
            <a:blip r:embed="rId5"/>
            <a:srcRect/>
            <a:stretch>
              <a:fillRect/>
            </a:stretch>
          </p:blipFill>
          <p:spPr bwMode="auto">
            <a:xfrm>
              <a:off x="5247" y="1530"/>
              <a:ext cx="513" cy="535"/>
            </a:xfrm>
            <a:prstGeom prst="rect">
              <a:avLst/>
            </a:prstGeom>
            <a:noFill/>
            <a:ln w="9525">
              <a:noFill/>
              <a:miter lim="800000"/>
              <a:headEnd/>
              <a:tailEnd/>
            </a:ln>
          </p:spPr>
        </p:pic>
        <p:sp>
          <p:nvSpPr>
            <p:cNvPr id="15374" name="Line 13"/>
            <p:cNvSpPr>
              <a:spLocks noChangeShapeType="1"/>
            </p:cNvSpPr>
            <p:nvPr/>
          </p:nvSpPr>
          <p:spPr bwMode="auto">
            <a:xfrm>
              <a:off x="4421" y="1368"/>
              <a:ext cx="871" cy="376"/>
            </a:xfrm>
            <a:prstGeom prst="line">
              <a:avLst/>
            </a:prstGeom>
            <a:noFill/>
            <a:ln w="9525">
              <a:solidFill>
                <a:schemeClr val="tx1"/>
              </a:solidFill>
              <a:round/>
              <a:headEnd type="triangle" w="med" len="med"/>
              <a:tailEnd type="triangle" w="med" len="med"/>
            </a:ln>
          </p:spPr>
          <p:txBody>
            <a:bodyPr/>
            <a:lstStyle/>
            <a:p>
              <a:endParaRPr lang="en-US"/>
            </a:p>
          </p:txBody>
        </p:sp>
        <p:sp>
          <p:nvSpPr>
            <p:cNvPr id="15375" name="Text Box 16"/>
            <p:cNvSpPr txBox="1">
              <a:spLocks noChangeArrowheads="1"/>
            </p:cNvSpPr>
            <p:nvPr/>
          </p:nvSpPr>
          <p:spPr bwMode="auto">
            <a:xfrm>
              <a:off x="3032" y="938"/>
              <a:ext cx="823" cy="148"/>
            </a:xfrm>
            <a:prstGeom prst="rect">
              <a:avLst/>
            </a:prstGeom>
            <a:noFill/>
            <a:ln w="9525" algn="ctr">
              <a:noFill/>
              <a:miter lim="800000"/>
              <a:headEnd/>
              <a:tailEnd/>
            </a:ln>
            <a:effectLst/>
          </p:spPr>
          <p:txBody>
            <a:bodyPr wrap="none" lIns="18000" tIns="10800" rIns="18000" bIns="10800">
              <a:spAutoFit/>
            </a:bodyPr>
            <a:lstStyle/>
            <a:p>
              <a:pPr>
                <a:spcBef>
                  <a:spcPct val="50000"/>
                </a:spcBef>
              </a:pPr>
              <a:r>
                <a:rPr lang="nl-NL" sz="1400" b="1" dirty="0"/>
                <a:t>Authorisation DB</a:t>
              </a:r>
            </a:p>
          </p:txBody>
        </p:sp>
        <p:sp>
          <p:nvSpPr>
            <p:cNvPr id="15376" name="Text Box 17"/>
            <p:cNvSpPr txBox="1">
              <a:spLocks noChangeArrowheads="1"/>
            </p:cNvSpPr>
            <p:nvPr/>
          </p:nvSpPr>
          <p:spPr bwMode="auto">
            <a:xfrm>
              <a:off x="5124" y="2007"/>
              <a:ext cx="627" cy="148"/>
            </a:xfrm>
            <a:prstGeom prst="rect">
              <a:avLst/>
            </a:prstGeom>
            <a:noFill/>
            <a:ln w="9525" algn="ctr">
              <a:noFill/>
              <a:miter lim="800000"/>
              <a:headEnd/>
              <a:tailEnd/>
            </a:ln>
            <a:effectLst/>
          </p:spPr>
          <p:txBody>
            <a:bodyPr wrap="none" lIns="18000" tIns="10800" rIns="18000" bIns="10800">
              <a:spAutoFit/>
            </a:bodyPr>
            <a:lstStyle/>
            <a:p>
              <a:pPr>
                <a:spcBef>
                  <a:spcPct val="50000"/>
                </a:spcBef>
              </a:pPr>
              <a:r>
                <a:rPr lang="nl-NL" sz="1400" b="1"/>
                <a:t>Evaluetor DB</a:t>
              </a:r>
            </a:p>
          </p:txBody>
        </p:sp>
        <p:pic>
          <p:nvPicPr>
            <p:cNvPr id="15377" name="Picture 16"/>
            <p:cNvPicPr>
              <a:picLocks noChangeAspect="1" noChangeArrowheads="1"/>
            </p:cNvPicPr>
            <p:nvPr/>
          </p:nvPicPr>
          <p:blipFill>
            <a:blip r:embed="rId5"/>
            <a:srcRect/>
            <a:stretch>
              <a:fillRect/>
            </a:stretch>
          </p:blipFill>
          <p:spPr bwMode="auto">
            <a:xfrm>
              <a:off x="5247" y="656"/>
              <a:ext cx="513" cy="535"/>
            </a:xfrm>
            <a:prstGeom prst="rect">
              <a:avLst/>
            </a:prstGeom>
            <a:noFill/>
            <a:ln w="9525">
              <a:noFill/>
              <a:miter lim="800000"/>
              <a:headEnd/>
              <a:tailEnd/>
            </a:ln>
          </p:spPr>
        </p:pic>
        <p:sp>
          <p:nvSpPr>
            <p:cNvPr id="15378" name="Line 13"/>
            <p:cNvSpPr>
              <a:spLocks noChangeShapeType="1"/>
            </p:cNvSpPr>
            <p:nvPr/>
          </p:nvSpPr>
          <p:spPr bwMode="auto">
            <a:xfrm flipV="1">
              <a:off x="4616" y="901"/>
              <a:ext cx="727" cy="76"/>
            </a:xfrm>
            <a:prstGeom prst="line">
              <a:avLst/>
            </a:prstGeom>
            <a:noFill/>
            <a:ln w="9525">
              <a:solidFill>
                <a:schemeClr val="tx1"/>
              </a:solidFill>
              <a:round/>
              <a:headEnd type="triangle" w="med" len="med"/>
              <a:tailEnd type="triangle" w="med" len="med"/>
            </a:ln>
          </p:spPr>
          <p:txBody>
            <a:bodyPr/>
            <a:lstStyle/>
            <a:p>
              <a:endParaRPr lang="en-US"/>
            </a:p>
          </p:txBody>
        </p:sp>
        <p:sp>
          <p:nvSpPr>
            <p:cNvPr id="15379" name="Text Box 20"/>
            <p:cNvSpPr txBox="1">
              <a:spLocks noChangeArrowheads="1"/>
            </p:cNvSpPr>
            <p:nvPr/>
          </p:nvSpPr>
          <p:spPr bwMode="auto">
            <a:xfrm>
              <a:off x="5068" y="1169"/>
              <a:ext cx="692" cy="148"/>
            </a:xfrm>
            <a:prstGeom prst="rect">
              <a:avLst/>
            </a:prstGeom>
            <a:noFill/>
            <a:ln w="9525" algn="ctr">
              <a:noFill/>
              <a:miter lim="800000"/>
              <a:headEnd/>
              <a:tailEnd/>
            </a:ln>
            <a:effectLst/>
          </p:spPr>
          <p:txBody>
            <a:bodyPr wrap="none" lIns="18000" tIns="10800" rIns="18000" bIns="10800">
              <a:spAutoFit/>
            </a:bodyPr>
            <a:lstStyle/>
            <a:p>
              <a:pPr>
                <a:spcBef>
                  <a:spcPct val="50000"/>
                </a:spcBef>
              </a:pPr>
              <a:r>
                <a:rPr lang="nl-NL" sz="1400" b="1"/>
                <a:t>Sharepoint DB</a:t>
              </a:r>
            </a:p>
          </p:txBody>
        </p:sp>
        <p:pic>
          <p:nvPicPr>
            <p:cNvPr id="15380" name="Picture 11"/>
            <p:cNvPicPr>
              <a:picLocks noChangeAspect="1" noChangeArrowheads="1"/>
            </p:cNvPicPr>
            <p:nvPr/>
          </p:nvPicPr>
          <p:blipFill>
            <a:blip r:embed="rId4"/>
            <a:srcRect/>
            <a:stretch>
              <a:fillRect/>
            </a:stretch>
          </p:blipFill>
          <p:spPr bwMode="auto">
            <a:xfrm>
              <a:off x="4113" y="1402"/>
              <a:ext cx="357" cy="361"/>
            </a:xfrm>
            <a:prstGeom prst="rect">
              <a:avLst/>
            </a:prstGeom>
            <a:noFill/>
            <a:ln w="9525">
              <a:noFill/>
              <a:miter lim="800000"/>
              <a:headEnd/>
              <a:tailEnd/>
            </a:ln>
          </p:spPr>
        </p:pic>
        <p:pic>
          <p:nvPicPr>
            <p:cNvPr id="15381" name="Picture 11"/>
            <p:cNvPicPr>
              <a:picLocks noChangeAspect="1" noChangeArrowheads="1"/>
            </p:cNvPicPr>
            <p:nvPr/>
          </p:nvPicPr>
          <p:blipFill>
            <a:blip r:embed="rId4"/>
            <a:srcRect/>
            <a:stretch>
              <a:fillRect/>
            </a:stretch>
          </p:blipFill>
          <p:spPr bwMode="auto">
            <a:xfrm>
              <a:off x="3733" y="1257"/>
              <a:ext cx="357" cy="361"/>
            </a:xfrm>
            <a:prstGeom prst="rect">
              <a:avLst/>
            </a:prstGeom>
            <a:noFill/>
            <a:ln w="9525">
              <a:noFill/>
              <a:miter lim="800000"/>
              <a:headEnd/>
              <a:tailEnd/>
            </a:ln>
          </p:spPr>
        </p:pic>
        <p:pic>
          <p:nvPicPr>
            <p:cNvPr id="35" name="Picture 11"/>
            <p:cNvPicPr>
              <a:picLocks noChangeAspect="1" noChangeArrowheads="1"/>
            </p:cNvPicPr>
            <p:nvPr/>
          </p:nvPicPr>
          <p:blipFill>
            <a:blip r:embed="rId4"/>
            <a:srcRect/>
            <a:stretch>
              <a:fillRect/>
            </a:stretch>
          </p:blipFill>
          <p:spPr bwMode="auto">
            <a:xfrm>
              <a:off x="5265" y="1530"/>
              <a:ext cx="172" cy="174"/>
            </a:xfrm>
            <a:prstGeom prst="rect">
              <a:avLst/>
            </a:prstGeom>
            <a:noFill/>
            <a:ln w="9525">
              <a:noFill/>
              <a:miter lim="800000"/>
              <a:headEnd/>
              <a:tailEnd/>
            </a:ln>
          </p:spPr>
        </p:pic>
      </p:grpSp>
      <p:sp>
        <p:nvSpPr>
          <p:cNvPr id="2" name="AutoShape 2" descr="data:image/jpeg;base64,/9j/4AAQSkZJRgABAQAAAQABAAD/2wCEAAkGBhQSERUUExQVFRUUFhgaGBUYGBcYGBoYGhcVGxkaHBwYHCYfGhojGxcVIC8iJScpLC8sGB8xNTAsNicrLCwBCQoKDgwOGg8PGjAkHiI0LDQ1MjU1LTA2NTAtLCosLTAzNC81MS0uKiwsLCwsNC8pKjQpLCwsLDAvLTI0LCksL//AABEIANAA8wMBIgACEQEDEQH/xAAcAAEAAgMBAQEAAAAAAAAAAAAABgcDBAUCCAH/xABAEAABAgMFBQYCCgICAQUBAAABAgMAESEEBRIxQQYiUWFxBxMygZGhQlIUI2JygpKxwdHwM+FDwvFjc7LS4lP/xAAaAQEAAgMBAAAAAAAAAAAAAAAAAgQBAwUG/8QAMxEAAgECBAIJAgUFAAAAAAAAAAECAxEEEiExQVEFEyJhcYGRwfChsRQy0eHxFSRCUoL/2gAMAwEAAhEDEQA/ALxhCEAIQhACEIQAhCEAIQhACEI8OvJSJqISBqSAPUwB7hHBc29u9KsJttmCpyl3yM/WOxZbYh1OJtaVpPxJUFD1EAZoQhACEIQAhCEAIQhACEIQAhCEAIQhACEIQAhCEAIQhACEIQAhCNe3Xi0ykrdcQ2kfEtQSPeANiEV1fnbnYGZhnHaVD/8AmJI/OqQPlOK8vztut78w1gsyT8gxr/MqgPQQB9AW28G2UlTriG0j4lKCR7xBb77b7vYmGiu0qGjQ3fzqkn0nFDWwvPq7x9a1n53lk+mLLyEYVBtOairpuj1OflAFgX326252YYQ3Zk1rLvHPVW6D+ExBb1vu0WkztDzr3JaiU/l8I9I57zmGRKVSOUwQDlkSK5j1jXVaSeXSANoJyHHIanoNY7F03va7tKX2SpoLqPCptY5oBy50jis3062ytlK8LbikrUMKMRUmWE4ynGJSpIiOhd+xFutCcbdmdUPmVJE+neEFQ6RGdSnTV5u3i0iLbuXzsP2w2e2YW35MPmkidxZ+yr9jFhAx8XPNLaWpC0qQtJ3kKBBB5g1Bixdhe2G0WPC2/ifYykr/ACJH2VHxDln1iSd9USPoyEcnZ3amz25oOWdwLGqclJPBQzBjrQAhCEAIQhACEIQAhCEAIQhACEIQAhCEAIQhACIhtn2n2W7jgXidelPuW5TA4qJMkjrEvj5t7TNl3W7S7aJlaVKOM6pI3Z/dMq8CeBnAG9f3bnbnphhKLMkzqN9zlVW6D5GIHeF4uvqxvuLdVxWoq9AaDyjUW4BLMz4RuKDbK0d6pLiVIJWhpU1Nr0So5K08JBzrSuVqYbsrmsY8ot+AzSTPKn8n9ow3g8hbhU2koQckqUVEcamsuRJ6x+WOwuPKwtIUs8EgmXXQecZytuy1MZko5paGwxb0FRLoWrKQSRUfFMmo0kQRlHt681YQkNoaSrCQspOIpEwleKUzKpxAEzTSojLeWzlps7QU6zhQVA491RBIkEkgmSeWU407stqW3UqWgOJFCk1pynSY00/WEoSi7SViVGVOq1aSs+O/2MrdhdeWZYnhWTiSpKSeILicp5iQPSPy8LreYSA6jClSpgyBBUAR4hUUJpPyi07ivyzBTbiCnBqspxYKZ4K76TlMZyMpRo3ztMm1KUlCO8TVJkCrHI1U4SSkKMxSYlMDnEnGJ6OfRWHhTu6nC+Z2t6fo79xHezfayzWJ0/SWUqCzS0BOJbdMpZ4Nd2vXS8l7YWZtrvAprCRNLhUCmR1nP9I+fbPdRVNSGFyBPhSpwCROa0ginWMKFpJmBnkqQr+8cjEdHRq1Oti7PwT9L7eR5iUU27MsHb6+GLUjF3BUtJkh5Q7vDXIY5LcEp0AI1mM4gztnMt5JkeIpEnuJNnVJbhJlRQJJVkZVzwzllHVvW9bIhpUu7nKgAn+bFuj99I9PgugqdOilGbd+O69volYqfiHF2t67kAu+2P2RwO2dxSFDUZ9CPiHvnFy7D9tjT+Fq2SacyDg/xqM5fhPLnFNXi6CgraBCJyxyOAGehIloeQpxAjiKtJOcj5CvXjHPqQ6ubg2nblqi7GWZXPtBDgUAQQQciKgx6j5j2I7VLTYSEzLrM6tLMyPuKP6H2EX5srtvZrwRiZWMQ8TZotJ6RrJEghCEAIQhACEIQAhCEAIQhACEIQAhCMTy5CAPSnJRAtq7U2LV3KxIPJBSo+ErmoKT1oDzxS6yK2XhKIbtrYhaWpHSctJHSulaT0mDpAFZba7EGzkuNCbJqpI+DmPsf/HplB3GcPSLX2a2vJWbHbDJwUQ4qmMaBXBcvI1847tXsmlGJ2zELZnvpSZ92eIl8PL4emQESup9tDyFOt942DvIGZH7yzlrF43RarIG0KbkWimYCBh5YZS3VA6EUkQYpBhkAmdZ+HSZ4T0jesnepJ3ilJHhQtQE6VMpV5xcw2J6m6a0fqc7G4FYm0r6rzXoWtfe19nSnupDemJHeWsHTu0znTrrxior7vJBcUGQUIn4SCCCMxI1AnOhixdiNkWn2cfflQKjjQ2rCUrpRaxv4tcxQ0zrYV37NWdhH1YSlMpnCgeZVXGepEcnG9NqbyU6d8u+tvq/ZWOhgeiOpWaU9+72Xu7nzMF1nQ/p7Ra3ZzY7JaGEhai46gbzTp3QAc0I8JSCRWRMzGLtI2FYAdtLBS2pAKnEg/Vr1JT8qjwyJ4GK9sF8KawlMwpBmlSTIj+16gxnD4iGIhmj5+JDHYOUo9Xma7182PosLZbQTiSTIBKRiFZjOgEgJxWm2d2WUrK2glFoVm02JlyZqcAqDmcQzrOcRsbcPPHAsq3pBISpLc1Gm8oCYGXhlkeNJFddwurmmaW0FJKkomBKmIrc8a5mXM0zic6sKW5V6K6BxM554tJLe23m37JkSSmRmCoHqYxtvgOhKsFRRx0FQSeQJwz6ilPOxLdsO0EkEgHAVhSQapBE1pV4VpqNfKIDf93FpJCiCD4VDIy0loeX6xOhik3lfpz9DvYjo+eHtUdpR5q/8kwuTY0POpC1FazPBjKZqNKIxEJTSZoMky4Rt7ddnbTCEd4pGNWRQoBwdUHxJ51z0iuLBtM60kIJxpT4ZkgpllJXCOrdjrtuWoJDzrpqUJISJTliW8okyy0BzoZV9FPpHDKneVlHjG3vp67h4ill10XK3v8AGRu32MtLKCQqVZjgcqaHlGS770cZWFoWpC05LSZKH8jkYtS7+ygOSNpwJE5hphOGWY3nCMS57ugqmOZtd2PKaBXY1YwM2FKGLmUK16H10jyj6Qw86jUNF9PC5ynXg5abEo2H7cQQlq3yGgfHh/GPh6+8W7ZrUlxIWhQUk5EGYj4xIUhRBBSoGRSQQQeBByiVbG9odpsCh3SptzE2VHcI+z8p/vOLhtPqmERPY7tIs14JASru3QKtKofLiP7WJZACEIQAhCEAIQhACEIQAjC+iYjNGtbLThQoipAJA5gUgCG7V34xZBN9xKJ5J+I9BmYqjaDtRccmmzJDaD8axNR8sgPeI7tW+65bHlvklwrMp/JPcw/ZIAy1nHJIgCR28fTrN3oH17PiAzUny+IfqPtRi2a2mKVgKICzTEfA4OC+CuCh/wCebcF5lh9KskqBzmAvQgUlUe4Gsoz7U3MG3MSP8bu8gjIHMp/cdeRgDrbRbMApL9nH1ZqtrVB1Il8OstNKZRr6cpIkRi+1OsvSpiRbObQLbSFCoBwrSdDw6HMHy65L/wBnkOINpsomj/kaAqg6kDhxHmIC5H9ntoXbE93jRNaLbIOFY4KHGtDmPaJe92oWh4JShktgq8RJdlPMpRJMz/ZRBW3ChQVMlPrSOnZb1ShQWlQBSZif8HOK9TCUKs1KpG/z6+ZsVapCLUH89jvPXI9ax9bjM8nX1VBkKoZaOBNcpqJznOM1p7KgGzgcUHJAjvMOAzAInITAIIrXOJLs/tqgt42sIXKS0mspEGmuEy/YjSMd6be4Ud2MO8hKSkJxLJCQJpAymEiQkZETEo9NSwmGhSvBLLzbt+yPOTxOKnUtJvNyS+XKjt1gWystupKVDQ6jiDkRzESXZ3bxxkBDhJSPC4KqH2VfMmX+56Y9o1uvhONKWsMyhCzN5eQKQlIJT0OoGWcRt+yrRLGhaJ5YklM+kxWOHiaNNycYu65npMFiK9JKolZ8eK8yb2ntALgDKFhDZmZqTgbBzO6gTMyAZUE5Ro2i4H7YpPdlxSazW6kNt6SKEjePxZjhWODcd5CzvodUgOJTmk5yOqZ0xDT+mLqui+7O4yHGsLgJrPQSE0EHwq969I5Vb+3tkXm9Ts0qrxt+tl/ytPPv+5V979ndoZRjRJ5I8QSkhQ5ymcQ6V5RxLkv16yuh1heFWuqVCfhUNR78JR9A3rtXYm7OQlqpG8pasOA/fnMy4CkUvtEyi1L7yzN0AUXXqNtKI5qkCrOZ514jbRqup2J9rv4efAo4vDwSzRWXuft+5ZWz3a0w8gd5hYcEsSFKklWVUKOYPDMcDnGnenaIlasFnSX1DMoEm00FVuZS1194plQ4y9iPUUMdppi1PoSlS1JbApi3QRQeESKzkJq45xD+nU77u3L5qcf8PFvuM+0VqQ6tbr7oU+QAEMAFtAE5Y1K8XkZ+0cux3S47UDCn51UEs6aqyOUTPZ7YVKgF5ifiUJ5E+FOQyFTM1MT+7NhklIm3u0+scnwFQTU0E5jhnHbpYKWRPSMeBVq9IUqcurgnJrguBUK7qWzhU24SpEzMbqgR8suiqE1l5RYuxHbWtqTNumtIp3oG+n74/f8AQRpbV7Drs5xNErSZyQc5CQOFR8UiBMHeEznOUQK1pCjWYUJieRnwI9KH5o0zpyg9S5SrQqq8fTij6xu282rQ2HGVpWgihBnG1Hyfs5tdaLA5iYckJ1Qf8aqzqPhJn7ic4vbYrtXs9tkhwhl75FGQPNJ4f2mUazcTqEIQAhCEAIQhAH4Y5t4AyjpxheZnAFS7UbLt2qaFjC4jwrGYnkeYPDIy4iKfv243GFlt0SNcKh4VDiP3GYj6cva5gscCMlDMfyOUQu/LjQ8ksvprmD/2SeXqMjSAKVcX3oBUZ4QBhyCRoABQCJDcsrUwqzLICxVsnRQr71P5uMcvaDZx2yOSVMpnuOAUPJXA8sjmOWnYLaUOBQ3VA6fqOkWU4zjl2ZpacXfgfjL6mHDiBEpocSeANfQz8o7133oqzuBSDQ6ZhQ4H9j/T72osgfaTbGx4pIeSNFCgV+g6FJ4xxboczbOYBwjinUdR+nSKzZttrc7t+3Ah1BtNlExm6yM0nUpA9SBnmNREMdZlUVES667xUy4FNqr8pyUPlPA8D/Tnvy4UvINpsqf/AHWJbwOZUkD1IGeYrMFcyQhh8oMwYluy9rNomyFho1M0hIcWDmkLInIZ8aiRpEVeZlUZf32jG24UkKSSlSTMEUIIyIjMWk7s20ZxhNSmrrkXVcGyTSSqSTilOlXXDMTGJUyTIlWpoacPe0N3WctBtxs705trIxplKSxIApmSoCYB3TmIhd2dpCgEqcUpDyMlonWkpiXhMsxl6yGs9tC5aca0uNtIxHG64oFcyc8E5zJJPORi46sbdx6V46go3zLL/qvtbYj9/XN9HcACsSFTKT8VJTCudRXXllGtYLydZJLSygnOUpHhMEEGM96vtKKQ2XHFg1eUSMfINnKuXpXOMlj2eWqRWQ2nn4jplpXjXlFKSUtLaHmqk453KnouBnTtCkYXFpW88JSLpHdoIlVCU0MyCRQZy5n0LBarWoBeIA1SgJ5GWFtOskyBVLICcdOx2FpqWBNT8aqqrhy4UXpLKLB7OdobOPqXAlt5RmHDL6zEAZE6KmSJZGVKzEU8XWlh6LnThmtw9/DwMR7cu0zj3B2RrAxKwtq0Usd4rM1wggJFBrORM45+0twv2NcnE7qvC6JlKjkBPRe63Q56TlF4pUka1Gc5cRQe/pHMvi1tLbUlwJKCDjxyKSOYIy5mOBDpatTeerJNP/FL7Pe/joWHRi9EUndO0q7MrckpGrZyIyFfhoUV9jE/snasCyQktzMiS5ILTQUUCZKkJAKqOsVdtAhlL7n0QqWwnCAveUEqIqnHqBNEia9ZTjjLdn0/Y/6UfSPY4fFPKm1db2fD9PA5FbCRlJyi8sua4/Oe5Prx2udtCiGUqdIH+RW60lIMqEyEgdBwMohl7EBZJeS6tROPAkhIP2VGixmKD4OcawtDhR3eJQQTMpmZVqacJkmWUzPOPxDfmfeM1sROt+bblwJUMLTofl3fF7mPCTyjIBKXKUjkQRkQdDHfuXZF1813EipnnL9B5xo33ZWW3cLDodTKqhUBXAKyUMqj1jQWmrE02K7Yn7LJu0zeZyxfGkfuOnoc4u+47/YtbYcYWFpPDMdY+TIkWwm07litjakE4HFpStGhxEJB6zkJ8OgkMH1FCPDLoUlKhkoAjoROPcAIQhACEIQBidanHFvW6UrEiOYIzB4jnHfjG41OAKxvi5woFp5IUlUwFSof4OsvMRUm0+yS7KokTU3mFap68ufka5/SV5XYFpIUJg/3yPOIdet14dxwYkKoFddDwPsfaAKj2OvkBamHpFt0YVTyM6T5ZyPWekcy+brXZny3PeQQpCuKa4SesiDzBjr7WbHKsy+8aE0TmBw4gcuWmlI6dts/0+wIdQJvMjzUJbyetPzJ5weo2ODMOoDiRU+JPAjON6574U2sGe9lPRQ+U/33iP2C192uc9xcp8jor9vSOrabNPeHmP3EYtY2LU6l/wCz6Xkm02YVzdZGc9VJHHMkDPMVmDCHmNU5RL7nvdTagQd7LkocDG5ftwJtCTaLMN/N1oZk6qHPXn1mDkg1Yr5KSSAASTkAJk9AI6tk2bWd5w4BWlCrJXkPCRqeULDbCyVECaVAhQAGIUzH8R2xagreBmFGh4jGrU/ey9IGCQXFsOlMiEyJ/EszyE+dKCk9Imtk2SU2QkNVM8pKNJAzIJypOfKIZsrtmG8LbxpTA4Z7pCUkYiaynPeMpa0rE1d2ndBmVgiRBCgCkgisxrp6R53FOalbEN91tvn1PSYXq8t8Ol333+fQi21mxRQVKZBSuU1MmgO7QoOhoKZU0yMAecmSDxIINJVUCCDrvSrw0ie3zt0X14WUd+pCQkJbAS0hIqBiyAkSc9DWkQK/WlpcKnFtKccxKUGyThImiRpSrYHGhmDmengpVWmprs8L7nKxqpXTg+1xtsSK7e1G0st4FBLwA3VLKgsUyJHipOU60zMaV87QJeku0PrtBzDCAWmUHSYM8RCk6zzOYlOL55f3P+Y9BvjWN0MJQhN1IwSk+PzbyKTnJqzZu2++3XkhG6htMwlCBhSBkBKdRIDPUdJaYbArrxjpXZcbr53EmXzHL/cSsXFZLvAVa1zdlNLIAU6eBCMkD7SiBzMWSJGrq2ZefySQnjIk+QzMd15qxWHNXfvS/wAaCM/tuVDYyoJq5Rz7623eeBQyPo7OWFB31D7blD+FOEVM5xHAJRhq5lNrVHUvfaN60DCohDWjLdEfi1Weap8gI5cI6tx7NP2pQDaDKdVnwj+TyHtGTDdzlgROtiOzx111DrowJSQoJIqSPCTwkZGWcwMomey/Z0zZZLXvucTp04eVecTW5E94oFKfq0/HKSVHQI+YcVCmkyZyA7tnZCEJSMkgAdAJRkhCAEIQgBCEIAQhCAPC25xyrxsAUCCAQcwY7EYnm5iAK1vewBsEKGJo8alPXWQ+bMa8YjNguv6I6ooM2Xjp8KufCfpMDKsWZe1lziF26wFuZR4dU5yHIap5aacIArbbW4u4exJH1T0yOAVmpPn4h1PCNS5rUVAoPiR7p0PXQxYd4WBNqYU0qkxNCvlIqCOh9QTFVuJWy5lJxpRBT0zHQ6HoYGU7HXtdk+IeY/cRtXRfCm1CslDI6KHAxrC8MQCkCh4xpmzYliZoTXry4RGXZ1NqWbQkl9XIm1JNoswk4P8AI1xPEfa/XrEOadKDMZTqnhUEkcDSoiS2G1LZWFJNRroRwPHL+mN2+rjTa0G0WcSeH+Rr5uY+1wOutckZKSuiE4ODsyIG0TAlqP8AqofsP5gu8FmQxKKQQcClKKKFKpFM5SzpSkYO7rMUrUHiPcGAa41jNrkLm/aNoHVoDbYS02EywNggEykTMkmZzoeRnKcaCWQP7SPcomGzmyDa2RaX3EIaGalqCUJ4A8VcvKUZBGbFdrjp3E0+Y0HrEvsGyDNnQHrY4EI+HFOauSECalnoPSMd4bassjBYW8SsvpDqKCn/ABNHX7TgOXh1iI2y2LeWXHVqccVmtZKldK5DkKDQQI6klt23y0gt2NPconR1QSXyJClJobrOoxGUt6cRVRJJJJJUZkkkkk5kk1J5mPyP1KSTIVgSPyM1ksa3VBLaSpR0H9oIlWz3Z068O8ePctDMqoffL3PKJN9PYsaCiyoSJZvLFeoBy6qmeQgDl3H2eNt4V25xKZ1Dc8+up9h1iaubVWCyNgBxAnIJQnxqNAABwqOAGsVFfO2RWpXdErUc3VTI8p+LqadY4SLKpZKnCSTmTmf4EAT6/e1C0m04Q0lDbSqsLrj4YyKEESMpEV1i6tjdrG7wsyXW905KRqk8PY/2sfOe07Y7qxO/G4wQs/N3ZThJ5kLPtE97BFLDr0vArP7wSJ/9IAu2EIQAhCEAIQhACEIQAgYQgDnXjZpiIjb7PIxO3UTERy97HAELtNhIOJvOcyn9xz4jX9YXt7ckwLUgcEujlklXUeE8pHSLFdRIxzrXZwZpUAUOAgg5TIkR0IgCmrE9gXhPhWaclcPOOsbNqI0r+uY2d1TRnLNCuKD4TPiMjzHMRvXLbcaZK8aaKH6HoYEos2njiQDqPEP+w5foY83bfJS4MKpLGuihwP8AeecZnWOGUcW3WxKBJJHMJG90nFeFLLJtMsVKmaNmSe+rjTbEl+zgB4f5G/n/AP1wOuR5QqXlKhBoQRmCDkeUdC5tpFhwEKwrTlwUNQePMeYiS3hdLdvHeslLdolvNqoFypP9N4A0oRlKwVSFR57sTnIT4yrG9brpeZMnG1JlqRu/mFPeNQCcAfkI7F0bJ2i0KAQ2qupBA/k+UWbs52YssSW+e8WPhpIfsPc9IArvZ7Yi0WsjCkpT8xGnEcudBzix7u2Vsl3pClAOu861/vCQ4kxt7T7asWJGGaUnRCc/QVJ/tIqG/Ns7Ra1EJm2g6z3yOEx4RyHrAEr2t7QEzwzxKT4WkeFPWVB/aaxALZbHrSrfO7ogUSOvHqYzXdcalqCUpUtR+FImr/XUxPbk7LX3AC6Qyj5QZq81ZemLygCBWewgECWJRySBP21iX3B2dWi0kKcSW29Z0J5cv15RZVz7JWWyjcQFK1Wr/f7mXKNgX53qsFn+sUKFf/Egdfi+6n1EAV1fuyi7Vb02doSZsraG5gSGIgKXh8igT0wcaRbuxmzrdlbwtpAAEqep96k6mMd03TKaUVJM3HTmSanqo5y0zOgMkZZCEhIyEAe4QhACEIQAhCEAIQhACEIQAjRt9nmI3o8OJmIAgt42aRjmOtYgQYlt72OIy83IwBENrrkNoYJA+uZmRxV8yfxATHMCK1szxSoLSdPIg8f1i7LSmRxeSunHyitNtrj7h7vEj6t4k0yC8yOivEPxQBw37YtfiUZcBQegz85xrqRHqEAdJrYG0ODElPOQnMa56GPK75CcDa1AKbnvjjTOWShL14R4tl+2l1oNLfdU0nJvFJB+8BLGeapxx3bODl6fxwgCxbo2sdGHGoOopPEAoy+8N4+ZMWHd7TC0haENmfIGUfOSWlI8KlJ6Ej9M437HeNrybeeA+y44B7LAgD6Ltl8NWZsrdcbaR+FAPkMzFYbT9rq3CW7CmQNO+UN7XwI00qr0EcG6dgLZbFhSwtX2llRMvOZlzy5xPbo2FsFkraFh5Y/40zKQeCsOfmYAra6NlrRbHCoJW8oneVmAftLNB0n5RY9ydkITJVqcl/6bdPIqlP0CesSC17atMI3EBptNBMpbA6SnLoAIg189sSqpsyAo/MQcPv4vQQBZtksVnsjZDaENJFSoyHmZ/qZnnERv7tfszZKWAq0ucU0bB+8c/wAM4rK0v2y8HEh1xx0qMkNDwzn8KEyTMTqdBmYtDY3svRZpOP4S5mEioT56nmPKANW5rptt5HvLasts0IYRNKfxar6Hz4RZF0XQAkIbGBtNCoanUDieeQ/TPYLv7wA+FvSVCocuCeeZ0pU9xCAAAAABQAUAEAeWmgkBKRIDSPcIQAhCEAIQhACEIQAhCEAIQhACEIQBp21iYiJXnZZGJutM44l62KcAQ9SdI5F5XMLQ04wrhNJ1FZhQ5pP7xI3rGQY8fRSN4CZA0zlT+IAoi33e4wstuJwqHoofMk6j+mNeLytd0MWpEnEhQOssjqeIV0IMR5/soZJmhxYHyzBA/MmfuYAq+M1mu1bpkhClHkJxat3dldnSZuLUvlSXtKJfYbrYYTJttIlqZGXtIdZQBVdy9l7qhjfUGm9SSAPU09JxLrBYrFZBJtvv1j41TCQeU6nyAjnbb7esIUEd53qkzJSjerOSa5CgPrFfW/bK0PTDcmk8qq/Mf2gCxr82yCEyddS2nRtFJ/hTVXnEGvDb5at2zty+2up8kjLzjiWa5VrOJUyTmpRP71PtHXZuttsTVWXGg9P5nAHH+iPWhWJxSnDxJoP2HlHcuHZRb7ndspxq+JVQ2gcVqzPTM8I69w7PPW1QCAUNaqyJGsp0A5/+Ite5rmbsraW2k10CdTrKeZ4qPsIA1Nmtk2bCim86RJbpEifspHwI4JHnMxKbFdhVvOCQ0Qdeav8A6+vAZrBdeEha5Feg+FPTirn6SrPowAhCEAIQhACEIQAhCEAIQhACEIQAhCEAIQhACMTrM4ywgDkWi7RGmqxSiQlMYl2cQBELbs+FKK21KacOakyKVffSaK60PONUXfbU5JYd541tH0KVD3iaGyR6RZoAh6LBbTmhhvnjW6fyhKR7xy71uhUz9IUp1s8aITyUgUI4KM+fE2QWI07Rd4OkAVFevZyzaDNJDaxQKwzEuCkiWIdDOOA9sPaWFbtnD0vjaWlUvwrktJ5YfOLXt+zzrRxMJ7xOrUwFD7hVQj7KiORyEc5V8too7iaI0eQpHoVDCeoJEAVwm5bWcrK6meRWMA98/KJHcfZm4tQXayABUIkQPQ1PsOcSqz7SsGiH0K+yhWM+iJkx2rtszj1QhbTfzrGFZ+6g1HVYHQwB+WKyBMmmUCgE+AGhWR7D0Gcu9YbuS3XxLOaj+g4J5eszWM1msqW04UiQ9yeJJqTzMZYAQhCAEIQgBCEIAQhCAEIQgBCEIAQhCAEIQgBCEIAQhCAEIQgBCEIAR+ER+wgDwW4FuPcIA8IaAyAHQR7hCAEIQgBCEIAQhCAEIQgBCEIAQhCAP//Z"/>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l-NL"/>
          </a:p>
        </p:txBody>
      </p:sp>
      <p:sp>
        <p:nvSpPr>
          <p:cNvPr id="3" name="AutoShape 4" descr="data:image/jpeg;base64,/9j/4AAQSkZJRgABAQAAAQABAAD/2wCEAAkGBhQSERUUExQVFRUUFhgaGBUYGBcYGBoYGhcVGxkaHBwYHCYfGhojGxcVIC8iJScpLC8sGB8xNTAsNicrLCwBCQoKDgwOGg8PGjAkHiI0LDQ1MjU1LTA2NTAtLCosLTAzNC81MS0uKiwsLCwsNC8pKjQpLCwsLDAvLTI0LCksL//AABEIANAA8wMBIgACEQEDEQH/xAAcAAEAAgMBAQEAAAAAAAAAAAAABgcDBAUCCAH/xABAEAABAgMFBQYCCgICAQUBAAABAgMAESEEBRIxQQYiUWFxBxMygZGhQlIUI2JygpKxwdHwM+FDwvFjc7LS4lP/xAAaAQEAAgMBAAAAAAAAAAAAAAAAAgQBAwUG/8QAMxEAAgECBAIJAgUFAAAAAAAAAAECAxEEEiExQVEFEyJhcYGRwfChsRQy0eHxFSRCUoL/2gAMAwEAAhEDEQA/ALxhCEAIQhACEIQAhCEAIQhACEI8OvJSJqISBqSAPUwB7hHBc29u9KsJttmCpyl3yM/WOxZbYh1OJtaVpPxJUFD1EAZoQhACEIQAhCEAIQhACEIQAhCEAIQhACEIQAhCEAIQhACEIQAhCNe3Xi0ykrdcQ2kfEtQSPeANiEV1fnbnYGZhnHaVD/8AmJI/OqQPlOK8vztut78w1gsyT8gxr/MqgPQQB9AW28G2UlTriG0j4lKCR7xBb77b7vYmGiu0qGjQ3fzqkn0nFDWwvPq7x9a1n53lk+mLLyEYVBtOairpuj1OflAFgX326252YYQ3Zk1rLvHPVW6D+ExBb1vu0WkztDzr3JaiU/l8I9I57zmGRKVSOUwQDlkSK5j1jXVaSeXSANoJyHHIanoNY7F03va7tKX2SpoLqPCptY5oBy50jis3062ytlK8LbikrUMKMRUmWE4ynGJSpIiOhd+xFutCcbdmdUPmVJE+neEFQ6RGdSnTV5u3i0iLbuXzsP2w2e2YW35MPmkidxZ+yr9jFhAx8XPNLaWpC0qQtJ3kKBBB5g1Bixdhe2G0WPC2/ifYykr/ACJH2VHxDln1iSd9USPoyEcnZ3amz25oOWdwLGqclJPBQzBjrQAhCEAIQhACEIQAhCEAIQhACEIQAhCEAIQhACIhtn2n2W7jgXidelPuW5TA4qJMkjrEvj5t7TNl3W7S7aJlaVKOM6pI3Z/dMq8CeBnAG9f3bnbnphhKLMkzqN9zlVW6D5GIHeF4uvqxvuLdVxWoq9AaDyjUW4BLMz4RuKDbK0d6pLiVIJWhpU1Nr0So5K08JBzrSuVqYbsrmsY8ot+AzSTPKn8n9ow3g8hbhU2koQckqUVEcamsuRJ6x+WOwuPKwtIUs8EgmXXQecZytuy1MZko5paGwxb0FRLoWrKQSRUfFMmo0kQRlHt681YQkNoaSrCQspOIpEwleKUzKpxAEzTSojLeWzlps7QU6zhQVA491RBIkEkgmSeWU407stqW3UqWgOJFCk1pynSY00/WEoSi7SViVGVOq1aSs+O/2MrdhdeWZYnhWTiSpKSeILicp5iQPSPy8LreYSA6jClSpgyBBUAR4hUUJpPyi07ivyzBTbiCnBqspxYKZ4K76TlMZyMpRo3ztMm1KUlCO8TVJkCrHI1U4SSkKMxSYlMDnEnGJ6OfRWHhTu6nC+Z2t6fo79xHezfayzWJ0/SWUqCzS0BOJbdMpZ4Nd2vXS8l7YWZtrvAprCRNLhUCmR1nP9I+fbPdRVNSGFyBPhSpwCROa0ginWMKFpJmBnkqQr+8cjEdHRq1Oti7PwT9L7eR5iUU27MsHb6+GLUjF3BUtJkh5Q7vDXIY5LcEp0AI1mM4gztnMt5JkeIpEnuJNnVJbhJlRQJJVkZVzwzllHVvW9bIhpUu7nKgAn+bFuj99I9PgugqdOilGbd+O69volYqfiHF2t67kAu+2P2RwO2dxSFDUZ9CPiHvnFy7D9tjT+Fq2SacyDg/xqM5fhPLnFNXi6CgraBCJyxyOAGehIloeQpxAjiKtJOcj5CvXjHPqQ6ubg2nblqi7GWZXPtBDgUAQQQciKgx6j5j2I7VLTYSEzLrM6tLMyPuKP6H2EX5srtvZrwRiZWMQ8TZotJ6RrJEghCEAIQhACEIQAhCEAIQhACEIQAhCMTy5CAPSnJRAtq7U2LV3KxIPJBSo+ErmoKT1oDzxS6yK2XhKIbtrYhaWpHSctJHSulaT0mDpAFZba7EGzkuNCbJqpI+DmPsf/HplB3GcPSLX2a2vJWbHbDJwUQ4qmMaBXBcvI1847tXsmlGJ2zELZnvpSZ92eIl8PL4emQESup9tDyFOt942DvIGZH7yzlrF43RarIG0KbkWimYCBh5YZS3VA6EUkQYpBhkAmdZ+HSZ4T0jesnepJ3ilJHhQtQE6VMpV5xcw2J6m6a0fqc7G4FYm0r6rzXoWtfe19nSnupDemJHeWsHTu0znTrrxior7vJBcUGQUIn4SCCCMxI1AnOhixdiNkWn2cfflQKjjQ2rCUrpRaxv4tcxQ0zrYV37NWdhH1YSlMpnCgeZVXGepEcnG9NqbyU6d8u+tvq/ZWOhgeiOpWaU9+72Xu7nzMF1nQ/p7Ra3ZzY7JaGEhai46gbzTp3QAc0I8JSCRWRMzGLtI2FYAdtLBS2pAKnEg/Vr1JT8qjwyJ4GK9sF8KawlMwpBmlSTIj+16gxnD4iGIhmj5+JDHYOUo9Xma7182PosLZbQTiSTIBKRiFZjOgEgJxWm2d2WUrK2glFoVm02JlyZqcAqDmcQzrOcRsbcPPHAsq3pBISpLc1Gm8oCYGXhlkeNJFddwurmmaW0FJKkomBKmIrc8a5mXM0zic6sKW5V6K6BxM554tJLe23m37JkSSmRmCoHqYxtvgOhKsFRRx0FQSeQJwz6ilPOxLdsO0EkEgHAVhSQapBE1pV4VpqNfKIDf93FpJCiCD4VDIy0loeX6xOhik3lfpz9DvYjo+eHtUdpR5q/8kwuTY0POpC1FazPBjKZqNKIxEJTSZoMky4Rt7ddnbTCEd4pGNWRQoBwdUHxJ51z0iuLBtM60kIJxpT4ZkgpllJXCOrdjrtuWoJDzrpqUJISJTliW8okyy0BzoZV9FPpHDKneVlHjG3vp67h4ill10XK3v8AGRu32MtLKCQqVZjgcqaHlGS770cZWFoWpC05LSZKH8jkYtS7+ygOSNpwJE5hphOGWY3nCMS57ugqmOZtd2PKaBXY1YwM2FKGLmUK16H10jyj6Qw86jUNF9PC5ynXg5abEo2H7cQQlq3yGgfHh/GPh6+8W7ZrUlxIWhQUk5EGYj4xIUhRBBSoGRSQQQeBByiVbG9odpsCh3SptzE2VHcI+z8p/vOLhtPqmERPY7tIs14JASru3QKtKofLiP7WJZACEIQAhCEAIQhACEIQAjC+iYjNGtbLThQoipAJA5gUgCG7V34xZBN9xKJ5J+I9BmYqjaDtRccmmzJDaD8axNR8sgPeI7tW+65bHlvklwrMp/JPcw/ZIAy1nHJIgCR28fTrN3oH17PiAzUny+IfqPtRi2a2mKVgKICzTEfA4OC+CuCh/wCebcF5lh9KskqBzmAvQgUlUe4Gsoz7U3MG3MSP8bu8gjIHMp/cdeRgDrbRbMApL9nH1ZqtrVB1Il8OstNKZRr6cpIkRi+1OsvSpiRbObQLbSFCoBwrSdDw6HMHy65L/wBnkOINpsomj/kaAqg6kDhxHmIC5H9ntoXbE93jRNaLbIOFY4KHGtDmPaJe92oWh4JShktgq8RJdlPMpRJMz/ZRBW3ChQVMlPrSOnZb1ShQWlQBSZif8HOK9TCUKs1KpG/z6+ZsVapCLUH89jvPXI9ax9bjM8nX1VBkKoZaOBNcpqJznOM1p7KgGzgcUHJAjvMOAzAInITAIIrXOJLs/tqgt42sIXKS0mspEGmuEy/YjSMd6be4Ud2MO8hKSkJxLJCQJpAymEiQkZETEo9NSwmGhSvBLLzbt+yPOTxOKnUtJvNyS+XKjt1gWystupKVDQ6jiDkRzESXZ3bxxkBDhJSPC4KqH2VfMmX+56Y9o1uvhONKWsMyhCzN5eQKQlIJT0OoGWcRt+yrRLGhaJ5YklM+kxWOHiaNNycYu65npMFiK9JKolZ8eK8yb2ntALgDKFhDZmZqTgbBzO6gTMyAZUE5Ro2i4H7YpPdlxSazW6kNt6SKEjePxZjhWODcd5CzvodUgOJTmk5yOqZ0xDT+mLqui+7O4yHGsLgJrPQSE0EHwq969I5Vb+3tkXm9Ts0qrxt+tl/ytPPv+5V979ndoZRjRJ5I8QSkhQ5ymcQ6V5RxLkv16yuh1heFWuqVCfhUNR78JR9A3rtXYm7OQlqpG8pasOA/fnMy4CkUvtEyi1L7yzN0AUXXqNtKI5qkCrOZ514jbRqup2J9rv4efAo4vDwSzRWXuft+5ZWz3a0w8gd5hYcEsSFKklWVUKOYPDMcDnGnenaIlasFnSX1DMoEm00FVuZS1194plQ4y9iPUUMdppi1PoSlS1JbApi3QRQeESKzkJq45xD+nU77u3L5qcf8PFvuM+0VqQ6tbr7oU+QAEMAFtAE5Y1K8XkZ+0cux3S47UDCn51UEs6aqyOUTPZ7YVKgF5ifiUJ5E+FOQyFTM1MT+7NhklIm3u0+scnwFQTU0E5jhnHbpYKWRPSMeBVq9IUqcurgnJrguBUK7qWzhU24SpEzMbqgR8suiqE1l5RYuxHbWtqTNumtIp3oG+n74/f8AQRpbV7Drs5xNErSZyQc5CQOFR8UiBMHeEznOUQK1pCjWYUJieRnwI9KH5o0zpyg9S5SrQqq8fTij6xu282rQ2HGVpWgihBnG1Hyfs5tdaLA5iYckJ1Qf8aqzqPhJn7ic4vbYrtXs9tkhwhl75FGQPNJ4f2mUazcTqEIQAhCEAIQhAH4Y5t4AyjpxheZnAFS7UbLt2qaFjC4jwrGYnkeYPDIy4iKfv243GFlt0SNcKh4VDiP3GYj6cva5gscCMlDMfyOUQu/LjQ8ksvprmD/2SeXqMjSAKVcX3oBUZ4QBhyCRoABQCJDcsrUwqzLICxVsnRQr71P5uMcvaDZx2yOSVMpnuOAUPJXA8sjmOWnYLaUOBQ3VA6fqOkWU4zjl2ZpacXfgfjL6mHDiBEpocSeANfQz8o7133oqzuBSDQ6ZhQ4H9j/T72osgfaTbGx4pIeSNFCgV+g6FJ4xxboczbOYBwjinUdR+nSKzZttrc7t+3Ah1BtNlExm6yM0nUpA9SBnmNREMdZlUVES667xUy4FNqr8pyUPlPA8D/Tnvy4UvINpsqf/AHWJbwOZUkD1IGeYrMFcyQhh8oMwYluy9rNomyFho1M0hIcWDmkLInIZ8aiRpEVeZlUZf32jG24UkKSSlSTMEUIIyIjMWk7s20ZxhNSmrrkXVcGyTSSqSTilOlXXDMTGJUyTIlWpoacPe0N3WctBtxs705trIxplKSxIApmSoCYB3TmIhd2dpCgEqcUpDyMlonWkpiXhMsxl6yGs9tC5aca0uNtIxHG64oFcyc8E5zJJPORi46sbdx6V46go3zLL/qvtbYj9/XN9HcACsSFTKT8VJTCudRXXllGtYLydZJLSygnOUpHhMEEGM96vtKKQ2XHFg1eUSMfINnKuXpXOMlj2eWqRWQ2nn4jplpXjXlFKSUtLaHmqk453KnouBnTtCkYXFpW88JSLpHdoIlVCU0MyCRQZy5n0LBarWoBeIA1SgJ5GWFtOskyBVLICcdOx2FpqWBNT8aqqrhy4UXpLKLB7OdobOPqXAlt5RmHDL6zEAZE6KmSJZGVKzEU8XWlh6LnThmtw9/DwMR7cu0zj3B2RrAxKwtq0Usd4rM1wggJFBrORM45+0twv2NcnE7qvC6JlKjkBPRe63Q56TlF4pUka1Gc5cRQe/pHMvi1tLbUlwJKCDjxyKSOYIy5mOBDpatTeerJNP/FL7Pe/joWHRi9EUndO0q7MrckpGrZyIyFfhoUV9jE/snasCyQktzMiS5ILTQUUCZKkJAKqOsVdtAhlL7n0QqWwnCAveUEqIqnHqBNEia9ZTjjLdn0/Y/6UfSPY4fFPKm1db2fD9PA5FbCRlJyi8sua4/Oe5Prx2udtCiGUqdIH+RW60lIMqEyEgdBwMohl7EBZJeS6tROPAkhIP2VGixmKD4OcawtDhR3eJQQTMpmZVqacJkmWUzPOPxDfmfeM1sROt+bblwJUMLTofl3fF7mPCTyjIBKXKUjkQRkQdDHfuXZF1813EipnnL9B5xo33ZWW3cLDodTKqhUBXAKyUMqj1jQWmrE02K7Yn7LJu0zeZyxfGkfuOnoc4u+47/YtbYcYWFpPDMdY+TIkWwm07litjakE4HFpStGhxEJB6zkJ8OgkMH1FCPDLoUlKhkoAjoROPcAIQhACEIQBidanHFvW6UrEiOYIzB4jnHfjG41OAKxvi5woFp5IUlUwFSof4OsvMRUm0+yS7KokTU3mFap68ufka5/SV5XYFpIUJg/3yPOIdet14dxwYkKoFddDwPsfaAKj2OvkBamHpFt0YVTyM6T5ZyPWekcy+brXZny3PeQQpCuKa4SesiDzBjr7WbHKsy+8aE0TmBw4gcuWmlI6dts/0+wIdQJvMjzUJbyetPzJ5weo2ODMOoDiRU+JPAjON6574U2sGe9lPRQ+U/33iP2C192uc9xcp8jor9vSOrabNPeHmP3EYtY2LU6l/wCz6Xkm02YVzdZGc9VJHHMkDPMVmDCHmNU5RL7nvdTagQd7LkocDG5ftwJtCTaLMN/N1oZk6qHPXn1mDkg1Yr5KSSAASTkAJk9AI6tk2bWd5w4BWlCrJXkPCRqeULDbCyVECaVAhQAGIUzH8R2xagreBmFGh4jGrU/ey9IGCQXFsOlMiEyJ/EszyE+dKCk9Imtk2SU2QkNVM8pKNJAzIJypOfKIZsrtmG8LbxpTA4Z7pCUkYiaynPeMpa0rE1d2ndBmVgiRBCgCkgisxrp6R53FOalbEN91tvn1PSYXq8t8Ol333+fQi21mxRQVKZBSuU1MmgO7QoOhoKZU0yMAecmSDxIINJVUCCDrvSrw0ie3zt0X14WUd+pCQkJbAS0hIqBiyAkSc9DWkQK/WlpcKnFtKccxKUGyThImiRpSrYHGhmDmengpVWmprs8L7nKxqpXTg+1xtsSK7e1G0st4FBLwA3VLKgsUyJHipOU60zMaV87QJeku0PrtBzDCAWmUHSYM8RCk6zzOYlOL55f3P+Y9BvjWN0MJQhN1IwSk+PzbyKTnJqzZu2++3XkhG6htMwlCBhSBkBKdRIDPUdJaYbArrxjpXZcbr53EmXzHL/cSsXFZLvAVa1zdlNLIAU6eBCMkD7SiBzMWSJGrq2ZefySQnjIk+QzMd15qxWHNXfvS/wAaCM/tuVDYyoJq5Rz7623eeBQyPo7OWFB31D7blD+FOEVM5xHAJRhq5lNrVHUvfaN60DCohDWjLdEfi1Weap8gI5cI6tx7NP2pQDaDKdVnwj+TyHtGTDdzlgROtiOzx111DrowJSQoJIqSPCTwkZGWcwMomey/Z0zZZLXvucTp04eVecTW5E94oFKfq0/HKSVHQI+YcVCmkyZyA7tnZCEJSMkgAdAJRkhCAEIQgBCEIAQhCAPC25xyrxsAUCCAQcwY7EYnm5iAK1vewBsEKGJo8alPXWQ+bMa8YjNguv6I6ooM2Xjp8KufCfpMDKsWZe1lziF26wFuZR4dU5yHIap5aacIArbbW4u4exJH1T0yOAVmpPn4h1PCNS5rUVAoPiR7p0PXQxYd4WBNqYU0qkxNCvlIqCOh9QTFVuJWy5lJxpRBT0zHQ6HoYGU7HXtdk+IeY/cRtXRfCm1CslDI6KHAxrC8MQCkCh4xpmzYliZoTXry4RGXZ1NqWbQkl9XIm1JNoswk4P8AI1xPEfa/XrEOadKDMZTqnhUEkcDSoiS2G1LZWFJNRroRwPHL+mN2+rjTa0G0WcSeH+Rr5uY+1wOutckZKSuiE4ODsyIG0TAlqP8AqofsP5gu8FmQxKKQQcClKKKFKpFM5SzpSkYO7rMUrUHiPcGAa41jNrkLm/aNoHVoDbYS02EywNggEykTMkmZzoeRnKcaCWQP7SPcomGzmyDa2RaX3EIaGalqCUJ4A8VcvKUZBGbFdrjp3E0+Y0HrEvsGyDNnQHrY4EI+HFOauSECalnoPSMd4bassjBYW8SsvpDqKCn/ABNHX7TgOXh1iI2y2LeWXHVqccVmtZKldK5DkKDQQI6klt23y0gt2NPconR1QSXyJClJobrOoxGUt6cRVRJJJJJUZkkkkk5kk1J5mPyP1KSTIVgSPyM1ksa3VBLaSpR0H9oIlWz3Z068O8ePctDMqoffL3PKJN9PYsaCiyoSJZvLFeoBy6qmeQgDl3H2eNt4V25xKZ1Dc8+up9h1iaubVWCyNgBxAnIJQnxqNAABwqOAGsVFfO2RWpXdErUc3VTI8p+LqadY4SLKpZKnCSTmTmf4EAT6/e1C0m04Q0lDbSqsLrj4YyKEESMpEV1i6tjdrG7wsyXW905KRqk8PY/2sfOe07Y7qxO/G4wQs/N3ZThJ5kLPtE97BFLDr0vArP7wSJ/9IAu2EIQAhCEAIQhACEIQAgYQgDnXjZpiIjb7PIxO3UTERy97HAELtNhIOJvOcyn9xz4jX9YXt7ckwLUgcEujlklXUeE8pHSLFdRIxzrXZwZpUAUOAgg5TIkR0IgCmrE9gXhPhWaclcPOOsbNqI0r+uY2d1TRnLNCuKD4TPiMjzHMRvXLbcaZK8aaKH6HoYEos2njiQDqPEP+w5foY83bfJS4MKpLGuihwP8AeecZnWOGUcW3WxKBJJHMJG90nFeFLLJtMsVKmaNmSe+rjTbEl+zgB4f5G/n/AP1wOuR5QqXlKhBoQRmCDkeUdC5tpFhwEKwrTlwUNQePMeYiS3hdLdvHeslLdolvNqoFypP9N4A0oRlKwVSFR57sTnIT4yrG9brpeZMnG1JlqRu/mFPeNQCcAfkI7F0bJ2i0KAQ2qupBA/k+UWbs52YssSW+e8WPhpIfsPc9IArvZ7Yi0WsjCkpT8xGnEcudBzix7u2Vsl3pClAOu861/vCQ4kxt7T7asWJGGaUnRCc/QVJ/tIqG/Ns7Ra1EJm2g6z3yOEx4RyHrAEr2t7QEzwzxKT4WkeFPWVB/aaxALZbHrSrfO7ogUSOvHqYzXdcalqCUpUtR+FImr/XUxPbk7LX3AC6Qyj5QZq81ZemLygCBWewgECWJRySBP21iX3B2dWi0kKcSW29Z0J5cv15RZVz7JWWyjcQFK1Wr/f7mXKNgX53qsFn+sUKFf/Egdfi+6n1EAV1fuyi7Vb02doSZsraG5gSGIgKXh8igT0wcaRbuxmzrdlbwtpAAEqep96k6mMd03TKaUVJM3HTmSanqo5y0zOgMkZZCEhIyEAe4QhACEIQAhCEAIQhACEIQAjRt9nmI3o8OJmIAgt42aRjmOtYgQYlt72OIy83IwBENrrkNoYJA+uZmRxV8yfxATHMCK1szxSoLSdPIg8f1i7LSmRxeSunHyitNtrj7h7vEj6t4k0yC8yOivEPxQBw37YtfiUZcBQegz85xrqRHqEAdJrYG0ODElPOQnMa56GPK75CcDa1AKbnvjjTOWShL14R4tl+2l1oNLfdU0nJvFJB+8BLGeapxx3bODl6fxwgCxbo2sdGHGoOopPEAoy+8N4+ZMWHd7TC0haENmfIGUfOSWlI8KlJ6Ej9M437HeNrybeeA+y44B7LAgD6Ltl8NWZsrdcbaR+FAPkMzFYbT9rq3CW7CmQNO+UN7XwI00qr0EcG6dgLZbFhSwtX2llRMvOZlzy5xPbo2FsFkraFh5Y/40zKQeCsOfmYAra6NlrRbHCoJW8oneVmAftLNB0n5RY9ydkITJVqcl/6bdPIqlP0CesSC17atMI3EBptNBMpbA6SnLoAIg189sSqpsyAo/MQcPv4vQQBZtksVnsjZDaENJFSoyHmZ/qZnnERv7tfszZKWAq0ucU0bB+8c/wAM4rK0v2y8HEh1xx0qMkNDwzn8KEyTMTqdBmYtDY3svRZpOP4S5mEioT56nmPKANW5rptt5HvLasts0IYRNKfxar6Hz4RZF0XQAkIbGBtNCoanUDieeQ/TPYLv7wA+FvSVCocuCeeZ0pU9xCAAAAABQAUAEAeWmgkBKRIDSPcIQAhCEAIQhACEIQAhCEAIQhACEIQBp21iYiJXnZZGJutM44l62KcAQ9SdI5F5XMLQ04wrhNJ1FZhQ5pP7xI3rGQY8fRSN4CZA0zlT+IAoi33e4wstuJwqHoofMk6j+mNeLytd0MWpEnEhQOssjqeIV0IMR5/soZJmhxYHyzBA/MmfuYAq+M1mu1bpkhClHkJxat3dldnSZuLUvlSXtKJfYbrYYTJttIlqZGXtIdZQBVdy9l7qhjfUGm9SSAPU09JxLrBYrFZBJtvv1j41TCQeU6nyAjnbb7esIUEd53qkzJSjerOSa5CgPrFfW/bK0PTDcmk8qq/Mf2gCxr82yCEyddS2nRtFJ/hTVXnEGvDb5at2zty+2up8kjLzjiWa5VrOJUyTmpRP71PtHXZuttsTVWXGg9P5nAHH+iPWhWJxSnDxJoP2HlHcuHZRb7ndspxq+JVQ2gcVqzPTM8I69w7PPW1QCAUNaqyJGsp0A5/+Ite5rmbsraW2k10CdTrKeZ4qPsIA1Nmtk2bCim86RJbpEifspHwI4JHnMxKbFdhVvOCQ0Qdeav8A6+vAZrBdeEha5Feg+FPTirn6SrPowAhCEAIQhACEIQAhCEAIQhACEIQAhCEAIQhACMTrM4ywgDkWi7RGmqxSiQlMYl2cQBELbs+FKK21KacOakyKVffSaK60PONUXfbU5JYd541tH0KVD3iaGyR6RZoAh6LBbTmhhvnjW6fyhKR7xy71uhUz9IUp1s8aITyUgUI4KM+fE2QWI07Rd4OkAVFevZyzaDNJDaxQKwzEuCkiWIdDOOA9sPaWFbtnD0vjaWlUvwrktJ5YfOLXt+zzrRxMJ7xOrUwFD7hVQj7KiORyEc5V8too7iaI0eQpHoVDCeoJEAVwm5bWcrK6meRWMA98/KJHcfZm4tQXayABUIkQPQ1PsOcSqz7SsGiH0K+yhWM+iJkx2rtszj1QhbTfzrGFZ+6g1HVYHQwB+WKyBMmmUCgE+AGhWR7D0Gcu9YbuS3XxLOaj+g4J5eszWM1msqW04UiQ9yeJJqTzMZYAQhCAEIQgBCEIAQhCAEIQgBCEIAQhCAEIQgBCEIAQhCAEIQgBCEIAR+ER+wgDwW4FuPcIA8IaAyAHQR7hCAEIQgBCEIAQhCAEIQgBCEIAQhCAP//Z"/>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l-NL"/>
          </a:p>
        </p:txBody>
      </p:sp>
      <p:sp>
        <p:nvSpPr>
          <p:cNvPr id="4" name="AutoShape 7" descr="data:image/jpeg;base64,/9j/4AAQSkZJRgABAQAAAQABAAD/2wCEAAkGBhISEBQUEhQUEBUUFRQVFhUYFhcVFRQaFhcVFBUVGBYYGyYeFxojGRUWHy8gIycqLCwsFh4xNTAqNSYrLCkBCQoKDgwOGg8PGiwiHyQ0LCkpNC8sLywqLCksLCwuLCwsLCwsKSwsLCwsKSksLCwsKSksKSkpLCwsLCksLCwpLP/AABEIAMIBAwMBIgACEQEDEQH/xAAcAAEAAQUBAQAAAAAAAAAAAAAABgIDBAUHCAH/xABBEAACAQIDBAgDBAkDBAMAAAABAgADEQQSIQUxQVEGBxMiYXGBkTJCoRQjUoIIYnKSorHB0fAz4fEkQ6OyU4OT/8QAGwEBAAIDAQEAAAAAAAAAAAAAAAEDAgQFBgf/xAAvEQACAQIFAQYGAgMAAAAAAAAAAQIDEQQSITFBBRMyUWFxkSKhscHh8IHRBkJS/9oADAMBAAIRAxEAPwDuMREAREQBERAEREAREQBERAEREASJ9YvT1dl4dKnZ9vUqvkRM2QaAszFrHQAW3b2Elk8/9fO0zW2lRw6d7sKO4b89Y5iPDuJTPrCV9ECWbJ/SBwb2GIo1sOTvKlaqD1Fm/hky2T1hbOxNuyxVIk7lY9m5/LUsZ5Yr4KonxIy+Nrj3GksBuUlxcXZ6EJqSuj2erAi41HOfZ5B2Z0kxWH/0K9WlbWyuwB8xex9ZMdldeW0qVhUaniR+ugB90y/WQSejYnI9lfpC0G0xGHen402D+uU5be5kx2X1pbMr/DiUQ8ql6dvVu79YBK4lrD4lKi5kZXHNSGHuJdgCIiAIiIAiIgCIiAIiIAiIgCIiAIiIAiIgCIiAIiIAiIgCeXMVj/tu18ViLhlNSqykbsoPY0fP7tQfSehunO2fsmzcVXBCslF8hP42GSn/ABss889CsDaiz/iYKPEILf8AsW9puYKnnrR8tfY0eoVeyw8n46e/4ubcU5j4jZVJ/jpqx52sf3hr9ZtOyjsp6WUFJWkrnjY15Rd4uxGsR0Spn4GdP4l9jr9ZrcR0UrD4SlQeqn2On1k2NKUmnNSeAoy4t6G/T6riIc39f25znE7Oq0/jpuoGt7XX94XExgZ0005h4rZVKp8dNWPOwv7jWaU+l/8AEvf9+x0qXWk+/H2/r8kN2XtKtTe9Ou2HP4wxG7hoZKNldcu1KNr1hWH4aqhvdviPvMTEdE6R+EunrmH11+s1lfotVHwsr+6n21H1mlPA1ocX9Do0+o4ep/tb10/HzOnbK/SJOgxOFB01ak9tfCm1/q0mGyuuvZVawaq+GY8KqMoHm65kH7084Vtn1U+JGHpce4uJjhuU1JRcXZqxuxkpK8Xc9jbO2zh8QuahWpV1503Vx/CTMyeL6dQqwZSVYbmGhHkeEley+tXadCwXEs45PZ//AGuB6CQSepYnCdl/pDV1sMRh6dTxQlD63v8AQSXbM6+dm1LCqK2HO7vJnX3S59xAOkRNPsrphgcT/oYmjVP4Q65vVD3h7TcQBERAEREAREQBERAEREAREQBERAEREA5Z+kHtjs8BSoA2NesCw4lKIzn+M0pD9iYHs8PSS1iFBPm3eb6ky71y4z7VtqjhgbrRSmrDkah7Wr/4xTmfknZ6XT1lP+P35Hmev17KFJeb+y+5Z7OfCkv5J8KTtnlcxjlJQUmSVltlgzUjHKygrL7CUESC1SMdkllkmWyy0ywWxkYbpMLE4Cm/xIreJAv775tHSWHSYSipKzVzap1XF3TsaGt0dpn4Syetx9dfrMCt0dqD4WV/dT7a/wA5J2WWzNSeCoy4t6HSp4+tHm/r+3IfWwNRfiRh6XHuLiY95OQBxlqthKdT4kVvEgaevCaVTpv/ABL3/fsdGl1K/fj7fv3IYTcWIBHkP52ufWdP6kekOKfaSUM7vS7F86lyUCoCVYJuDZmpLcb+8Sbmc62pRRKrKmgWw3k62ubX1tqJ1n9HHY3exeKI/BQQ8dfvKg9uxnJlHLJxfB1YyzJM7fERMSRERAEREAREQBERAEREAREQBPhM+yOdYu2fsuysXVBysKTIhG8PV+6QjyZwfSAcI2Livtu1sXiycyl6joSLEB2yUha3CkpEmOWRnq8wOXDM/wD8jm37KdwfxZpLUoE8J6bAwyUFfnU+f9Yquri5Jcae2/zuWcsZJsqOzbzKXZXhNh1oo0oYSrJXsaBqctMk31bZk1uIwxEyjUUtjGdGpT7yNeactOhEmewejuaxYXBW/wDntMfpNsQU1BAvmOUDmdf955df5A5YvsoQvC9r8+vhb7HtF/jtOOD7WdTLUtmaa08cvjfj14IeRLbCZFakVJB0Ilgz1MZKSUo6pnlLNOzLTCWnWXmltxMi2LMSoJYOky6izGdZizagy3KhVA37h9JQ0wdr18tF/EZf3tP5XldSSjFyfBt0YuU1FckZxNbMWbixJ/eOgnp3qd2KMNsfD6ANWBxDW49rql+ZFPsx6TzRs7ZzYjEUaCaNWqJTGl7Z2CXt4Zr+k9kYegqIqKLKqhQOQAsB7CeTbvqesLkREgCIiAIiIAiIgCIiAIiIAiIgCck/SJ2zkwmHw4OtWq1RhzSiu4/nqIfyzrc4H1l1ftvSShhhqtDsUI4aXxNW3mmVfSSld2Ik8qbZvejmwuyw9GmRqqKD+1a7fUmSChs+ZmHws2NDDzszrZVZcHmKWETbk93qzEobPmS2BsJsEQCWcVVmp2kpM6SoxhE0uLoiRrbeNWlluCxY2AG/TUnyGnuJJ8S851i9pitiDU1yDupcEXUcRzubn1E6NCObR7HJxPw/FHgn2x9p4mnRFU01qUVAzAaVEXfmHO3H+m+bLDUVxddqo1o0R2dLkzMAaj68hZfeYOB2/mwwp0bdrUsiDfYtoWPKwufSZdFK+A7q03xWHOoy2NWmfmGX5gTr6+/Mq4enFSjGKi9UuNOf689To0a0pOLlNzjo5c2lx525e9nZ7MjvSfAik+YAEjUXFwDwMiOPA7V8rioMzEOAVzXN75SAR5SXdK+kYqoVajVQnVDUXIRbfbU3HC39pC2lnRMJOlF1JvfRLy5+Zy+qVoSqZYepbaUNK2lBnojmIsuJjVBMthMepIZfBmI80XSGr8C+bH+Q/mfab15FdsV81ZuS2X23/Umc7qE8tG3jodvp0M1W/gTHqO2R2+2Fc/Dhqb1Tppe3ZqCeGtUn8nhPS85F+jrsbJhMRiSLGtVFNf2aQuSPz1GH5J12eePQCIiAIiIAiIgCIiAIiIAiIgCIiAfHcAEnQAXJ5Wnnrq1c43a2LxrXse0cA6kdvUOQeFqaFZ1vrS2v9m2Ri3BIZqfZKQbEGsRSBB4WzE+kgPUxsvJgWqmw7aqxHPLTtTAt+0r+8toq80a+Jdqb89Do1CnMxCBMZKijdc/SfGr/AOazYleT0NOLUUX6tea/EVpTXrTWVatidTqb85dTpy8DWrV0i5XqzV4xwwINiDwO6V18TNXiMTfdOlSpnCxGJSNz0Hw1OlUdr3IuFvvF/wDbT35yZYnaNhe9ra+E5dQxjU2BUkai9uNpex3SatUQocoVtDYG9uV7zzPVukdRxWJvRqLI7X4cVzbx8UdXpvV8NQw+WcXmV/Rv90MTpBtU4iu1TcNyjko3e+p9ZqmlxpaaewpU40oKEdlojgTqSqTc5bvUoaUGVmUGWEotvMepMhpYqSC+BhV3Cgk7gCT6ayD1al733k3J8zcyWdIK2WiebEL77/oDNX0O2N9r2hhqFripWXOOGQHNU/8AGrzhdTneaj4fc9P0yFqbl4/Y9O9Xmxvsuy8LSIysKSu44h6n3tQejOR6SRQInKOqIiIAiIgCIiAIiIAiIgCImFj9tUKH+rVSn4FhmPku8+ggGbEhO1+tOhTJFGlUrsPKmo883e/hkS271m45qmSmadBTYqVCl9RezMzMo87CS01uQmnsXP0iNqHscLhluTUqPWYDlSXIoI43NS/5JB+iXWocJSp0KtBXpIMoamcrgam5VtHJJJJuu+YXT3HYnEVKVTEuxZENPOVUd0sWAstr6k6yH1QF4hv2dZMZuLujGdOM1aR6H2J0/wAFirClWVXP/bf7upuvYBvi/Leb169t88s6Hxm72R00xuGsKdZmQfJU+8TlYX1UeRE2YYhf7I0qmElb4H7nfq+KB8JpsRjdSOMguB60Vewro1I/iTvJ52+IfWSLD7VpV+9SqLUGl8puRpxG8es7OGlSn3Xf6nleoLE0+9Frz3XujKq1iZYdoZpaZhz+n+837HGSbepS7Swxl3s77iD4XsfrvlioCDYgg8joZFzYjBopJlsz6WlBMktSKTKTPpMoYyCxIoYyxUMusZYcwXwRGulFfvInIFj66D+R95NP0fNjdrtGriCARh6RA8HqnIpH5FrD1nOtr4jNWqHgDlH5dP5g+87/ANQOxuy2Wap34is7flp/cgePeRz+aeVxM89WUj2mGh2dGMfI6ZERNcvEREAREQBE1eP6T4WjcVKyAj5Qc7/urc/SR3aXWdTT/ToVGubBn+7U+OlzbzAmShJq9iMy2JtKKtZVF2IUDeSQAPUzlu2Om+PIzK9JKZNg1Gzb+DZrupHkJD8dtTFg3xCtWNtGu5IuPiysS414KWkqKavcSzLg7Lj+nWDpA/edp+wMwP59E+sjWL603qA/ZKKvYXBLZ2PDRAQD6MZzCjWzNmp1A7ZrZLGrrcWBvc3J0tp5SvaOZHJr0/sj6Zibpa/wkjkb3s1hcyLpbIiz8SQbS6b4quCHxTUGubUypphrfKuSxY799xpvMjtWq5UmoGpi5IZCGJHEn5lPg6W32JhSxH3eXEKwF3YICRoSQWbKdeCsNOcoSxbKjHOLErU+FddCAQGVfEZvXdGZk5UfRmP3l1rC1wxqZWIbipp902/WK8N+s+03LWW2cm576ijpfejsQKg36rppvldWoe0L1MzVd+emTYHdnJABsBfVwBruvKah7l3yV1J0S9jYDcdyvc/rW08ZCk0GkyzWpBlZFYEHfTazKfLeCfEe8j+0NjAm69wgAW4G2g+lh6SRWJAXOyA2th3DguxOi5GKVLgX+EMNfWWKjA5jUVqIGiqqmoDw1JOZPEsFG+17TL4X5EaohlfAOu9T5jUSxmPnJjVwtlVrrZt1nVrjge6TMHFbIB3rY8xIyPjUZ1yR0MJWjlSGUlWG4gkEeomXX2Mw+HveG4zAemynW48DMDIkOz+m2Jp2DkV1/W0b98f1BkiwPTbD1LBiaLcm+H98ae9pzsVOY/rMxsYrfEgJtbTS/LXeOHPdwm7Sx1anzdeZza/S8NW1y2flp+PkdPWsGAKkMDuIIIPkeMu0sduWoM6ctzL4q3Dy3eE5RhcbUpG9N2TyOh8xuPrN5gumbjSqocfiXut7bj9J0qfUac9JqxyKnR6tPWk8y9vwTjGUCliDmRtUcaBgN4I4MNxHDxBBOIXlrYXSPD1vuWqBFqWtn7ppv8r68Pla3AnkJ9xCMjMrDKykqRxBBsR7zfp1Iz2dzn1MPKm9VY+l5QzS2XltnlpgoFTvMTGYjIjN+FSfYS6zzUdIa9qVvxMB6DvH+Q95TXqZKcpeBu4ajnqRiRrITYC7Ekabyx5eJJ/nPYfRvZIwuDw+HGvY0qdO/MqoDH1Nz6zzN1YbG+07WwqEXVKgqt4CkDVF/Asqr+aeq55M9eIiIAiIgEV6f7Yx+HpU3wVHthdu2IGapTAAylU4i97nW1hprccrqdL6uLuHru+8FCcoHMFBYX9J36RnpN1d4LG3apT7OrwrU+5UvzJ3P+YGWQmo7owlG5yfC12pm6HLwPIjkRuIl/E7QqVDd2JmZtnq9x+DuU/6+iNboLVlF+NP5rD8NyTwE0eFx6Oct8jjejd1h4WPGbUZqWxRKFtzMw9ZkbMpykcf83zJxu06ta3aNcDcLAAeQEw3qW4H+h9ZZbEn9n/OcZVe7RKnK1kyqtgEfUix/EO63vxHgdJhdjUpk5clfQi5t2gFtTr3WN+IK2mSTffrPmWYygpCMmjDp06bsbMyPxUXpnfvKHfu3kHwMrqI9spVWS9+6Nb88h3HQagk+EyalIMLOocbxfeDzB3g+MtjDuv+m+b9SoT4WAqC598xlLpNbFqqLkx0BOlBsoGhFW+lhqLhM6k+KkeW8UEqCbIabfNVvoeQZhdfIMBxtxl+vVQkLVU02OgzaXvfRagNje24G/MSl6jgFaZNUC5KKLtp+sO4LD8QHnKWrFhZdTexAxVv1Qo9aZYqLb7luEsWWx73eNgKbKWsN5PeIYH0MvkKe7TU0H43JGYnUnKxZSddcgAlFbu90oKpv8QXM44k27zoPAG3PdIBj1KhDdo+ek5uSyZRcWOXvC54m6sgtuG+8t5qguTlqFgLsWu5vrm7pyk+ZG86S+UA1Vu0ItdSMwHLQXsP27/0lh6gzdpV+5I73yAX3Am4am3la/K0m9tg1cB0ewFy25tAgGvC7ajnutLGJwYuVOV7bxcH+Uu4ilUI74JAAA1AYHf8DagW8Bv9JTSxjZctJgiXClWOthrlOhqC/AkEajXjM89+9qYZLbGoxGxVPwkoeW8TX18A671uOYktSvTd1QhcOoGrO71b7r97Lpxtmyg+e+39mVgTTOZRbvWbIb7rMQBr423RlT7rGZrdEND+sqFQf5/eSPF7MU/EvqNP89Jqq+x2HwHN4HQzFxcdzJNPYwpmYTbFanYK5IHyt3h5a6j0mC9MroQV/wA9p8zxGbi7p2YlCMlaSuiT4bpSp0qKVPNdR7bx9Zs6OMRxdGDeR3eY3iQcMJUpINxoeY0PvOhS6jUjpLX6nOqdNpS1jp9CbM8j23616ir+Ffqx/sBLOH21UXec48d/uP63mNia5dma2rHd6WAlmKxsKtLLHfkjC4KVGpml/B139HXY+aricUR8CrRQ+LnPUHoKdP8Afnc5B+pnY32fZFEkANXLVieYY5aZ/wDzVJOJyjpiIiAIiIAiIgCaDpJ0HweOH31MZ+FVO7UH5hv8jeb+IBxfbfV1j8HdqB+30R8trVlH7PzentI5h8fSclbmk40KPoQeI1/zwnouaHpJ0HweOH39IZ+FVe7UHLvDf5G4l0azW5VKmnscYelbw/lPgJ4/7Tf7a6tMfhLthm+3UR8h0qqOVvm9PaR7C7YQnI4NFwbFHGUg8tZsRkpbFbTiX1pky4MPzl68+EzKxhcpKC2Ui43WOoMwH2aV1oOaJG4DvIN25Tqu75SBqZsZ8tMXFPclNo0tR8ilatBWv/3SzOqi/utxvzLYc5ZcBKd0rKQRcIFLhRe9wBqbg6WJHhzkKUixsASeQFzPlXo86nOoaix+ZCATcW7w+FtNO8JRKklsy6NS/BEztCmT3kemzEAM91vbk/dFjysD4S/SpVF1t2xuStvi5gDTKTfkF9Zm4mi6h+0U1r6grlBBuTZqTCxG7cb+UwalWowD0TQo2+MKWUg/rUSFCEg/L6+NLi1uWJp7FinSDOtmFO3yEWX8wO9R+rYc7y7jMG4yiomRCCUZRmU88oUi2/UqTaGx1SqT29MsdDnFmVrAWOvev6HzhcKwXOKiZSNFzhzcE3u2pXdYhhcaWmJJRROTVCrqNCHym443ZVAHmAD4iWq1ak+qI1I3Fwr9xidRlzaEGxv3m9JRVNLSy1e0uMzsQUNhplJFiNeJ5jLxl/E1qhC9q1PLqT2aop1NiSuiZiBr8N7CAVVqNSmqBxSppa96RRjbMdWW+UNbnqZ8elSqVMtHO1+JATKLE3bMRpYXvpbXQWluhhVqNbCrUqMFvZ9/mEbVQSRol/W0+4pCXtXslmAvTym24GzLx8reczU2jFxTKMTstgSpW9t44j03zUYjYynddD9Ju8JVZGJoqlW99ao1HOzG/C+8HwI0l37RTsTXYKxvlXLv46NfUcNSTu0mXwS30I+JeZEX2NV1yr2gH4dT55d9vK8+KKWW2Z0cA3BGdSRwBFil9dCD5yRFVOqZhyuLH04/QTHx5LCzItY7rkd5fHMNR6mRKm4q/BKmnoR4Pru0mbs3AtXrUqVP4qlRKakDQMxCre3iRf1mw2V0Wq1qwpJTeoza2RcwHgWOg+vjPQPQPqtw2BSlVdM+KAJZyzMqlrgZUvkDKhy5gL7+crMyZYDBrRpU6SCyU0VFHJUAUD2EvxEkgREQBERAEREAREQBERAE0nSLobhMctsRSDNwqDu1F8nGvobibuIBxvbPVhjsJdsI/wBspDXs20qqPDg3pY+EjlDa65slRWoONCrjLrx3z0PId0x6tqOOY1VbsapABNg1OpbQFl0Oa2mYEG1r3sJdGq1vqVypp7HOBLtBlB7wzDzt/wAzXbW6M43Z576kJzualA7t1S101NrMATLeG22hIWoDSbx+E+TbpepRnsUOLiS3C1ldMitl/ZAVvUcZttk7PRz3qoJGmUAAn2sCdPGQ0HiPeZdDabKde/4n4h6/3lUqXKMlOL3RNMZ0ToVBYAqee/8Atb0kJ2/0BYHNkFQLqrD4l8mFiPWw85JNldKWGl845MbMPI/8+UkGD21SrDu6Hke752vvmF2tCyyepxl6NSi3eQVrcG7rjjfQhX3W1sLGYTolV7KpNS+gAyMCbgaHhv5idvx/R+hXWzLlPMD+n9RbzkG6R9XTKLqO1XUjeSviGGq6cfrFoy8voLyXmQnENWGUVz3E0IRUV1HKzWQndc90m0sjBKpD0FYi1g1VO6x3kFH3DX4Rfhrutk1NnVKbmxD66rUPeXdorgHTwIPnPj1a2UhqgooTqFOa5G4ktZQfQyOxnfYntY+Jh49S3erZQoIsVAAFgADoAVPiB43n1Ky27iFzf49bWtuLN8Q8RffPo7O91Vqp/ExNh5M27yAtNjsvYOMxZtRpOw5qMqjzqNu9xJyRj3n7EZpS7q9zT1qbXBZhTO+y7zpuJOrDyAlFOiAdF1PE3LH+bGdV2H1JtvxNUJfelPVvVzoD6GT7Y3QrBYWxpUVzD5277+dzu9LR2iXdVjLK33mcU2H1d4zFWK02VDbvN3FI5j8X1nQdidTlFAPtDmpxyJovlci5HoJ0aJW23uZJJbGFszY1DDrlo01pjwGp8zvMzYiQSIiIAiIgCIiAIiIAiIgCIiAIiIAiIgHx0BBBAIOhB1B8JCOkXVRha4Jof9Kx+UDNRP8A9fy/lI8jJxEA8+bX6K43Z5uykJ+K5egfz2unkwEsYXbik5ag7JvH4T5GeiWUEWOoOhHOQ7b3VZg8RqgOGJ1IQA0z50zoPy2l0arW+pXKmmc3vMvDbUdSM3fHibH97+95sNp9VGLwwzYOoMUo1ai33bfkYkj3PvIziaGPJyrg61I3IIZHbibWso972Muz05LUoyTi9CV0unD0hZfvOQf5fKxJt6yL7f6xHqHK9cnMbCnT0U30t3TqPMmXtm9WO0cVY1F7JTxq9welIC9/T1ky2F1FYKkwfEs+Le+ax+7pA6ahF1J0GpOtpV2kY91e5Z2cpd5+xyBcdia9XssNRao2YAhVLkDQk6C24+YtJ3sTqdxlYq+IZcOAb949pUPIZQbAeZ9J2XA7NpUVyUaaUl5KoUfTfMmVyqSluyyMIx2RFNj9WeCoWLIcQ2+9TvDXfZPh9wZKadMKAFAUDcALAeQlUTAzEREAREQBERAEREAREQBERAEREAREQBERAEREAREQBERAEREAREQBERAEREAREQBERAEREAREQBERAEREAREQD//Z"/>
          <p:cNvSpPr>
            <a:spLocks noChangeAspect="1" noChangeArrowheads="1"/>
          </p:cNvSpPr>
          <p:nvPr/>
        </p:nvSpPr>
        <p:spPr bwMode="auto">
          <a:xfrm>
            <a:off x="368300"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l-NL"/>
          </a:p>
        </p:txBody>
      </p:sp>
      <p:pic>
        <p:nvPicPr>
          <p:cNvPr id="1036" name="Picture 12" descr="http://www.bubbleweb.eu/wp-content/uploads/2012/12/laptop.jpg">
            <a:hlinkClick r:id="rId6"/>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5755" y="2262617"/>
            <a:ext cx="2171323" cy="122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16991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sz="3200" dirty="0" smtClean="0">
                <a:solidFill>
                  <a:srgbClr val="002060"/>
                </a:solidFill>
              </a:rPr>
              <a:t>Evaluetor.. Closing the Gap</a:t>
            </a:r>
            <a:endParaRPr lang="en-GB" sz="3200" dirty="0">
              <a:solidFill>
                <a:srgbClr val="002060"/>
              </a:solidFill>
            </a:endParaRPr>
          </a:p>
        </p:txBody>
      </p:sp>
      <p:pic>
        <p:nvPicPr>
          <p:cNvPr id="8" name="Picture 7"/>
          <p:cNvPicPr>
            <a:picLocks noChangeAspect="1"/>
          </p:cNvPicPr>
          <p:nvPr/>
        </p:nvPicPr>
        <p:blipFill>
          <a:blip r:embed="rId2"/>
          <a:stretch>
            <a:fillRect/>
          </a:stretch>
        </p:blipFill>
        <p:spPr>
          <a:xfrm>
            <a:off x="1187530" y="2084580"/>
            <a:ext cx="5780270" cy="1920500"/>
          </a:xfrm>
          <a:prstGeom prst="rect">
            <a:avLst/>
          </a:prstGeom>
        </p:spPr>
      </p:pic>
    </p:spTree>
    <p:extLst>
      <p:ext uri="{BB962C8B-B14F-4D97-AF65-F5344CB8AC3E}">
        <p14:creationId xmlns:p14="http://schemas.microsoft.com/office/powerpoint/2010/main" val="10395779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ianummer 4"/>
          <p:cNvSpPr>
            <a:spLocks noGrp="1"/>
          </p:cNvSpPr>
          <p:nvPr>
            <p:ph type="sldNum" sz="quarter" idx="4294967295"/>
          </p:nvPr>
        </p:nvSpPr>
        <p:spPr>
          <a:xfrm>
            <a:off x="4116775" y="6436428"/>
            <a:ext cx="449287" cy="451262"/>
          </a:xfrm>
        </p:spPr>
        <p:txBody>
          <a:bodyPr/>
          <a:lstStyle/>
          <a:p>
            <a:fld id="{A4D095F7-83A9-4B4F-983F-FBBDF20DF49D}" type="slidenum">
              <a:rPr lang="nl-NL" smtClean="0"/>
              <a:t>21</a:t>
            </a:fld>
            <a:endParaRPr lang="nl-NL" dirty="0"/>
          </a:p>
        </p:txBody>
      </p:sp>
      <p:sp>
        <p:nvSpPr>
          <p:cNvPr id="7" name="Titel 2"/>
          <p:cNvSpPr txBox="1">
            <a:spLocks/>
          </p:cNvSpPr>
          <p:nvPr/>
        </p:nvSpPr>
        <p:spPr bwMode="auto">
          <a:xfrm>
            <a:off x="324000" y="90489"/>
            <a:ext cx="8443356" cy="788286"/>
          </a:xfrm>
          <a:prstGeom prst="rect">
            <a:avLst/>
          </a:prstGeom>
          <a:noFill/>
          <a:ln w="9525">
            <a:noFill/>
            <a:miter lim="800000"/>
            <a:headEnd/>
            <a:tailEnd/>
          </a:ln>
        </p:spPr>
        <p:txBody>
          <a:bodyPr vert="horz" wrap="square" lIns="144000" tIns="45720" rIns="91440" bIns="45720" numCol="1" anchor="ctr" anchorCtr="0" compatLnSpc="1">
            <a:prstTxWarp prst="textNoShape">
              <a:avLst/>
            </a:prstTxWarp>
          </a:bodyPr>
          <a:lstStyle>
            <a:lvl1pPr algn="ctr" rtl="0" eaLnBrk="0" fontAlgn="base" hangingPunct="0">
              <a:spcBef>
                <a:spcPct val="0"/>
              </a:spcBef>
              <a:spcAft>
                <a:spcPct val="0"/>
              </a:spcAft>
              <a:defRPr sz="2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pPr marL="396000" indent="-457200" defTabSz="876300">
              <a:buBlip>
                <a:blip r:embed="rId2"/>
              </a:buBlip>
            </a:pPr>
            <a:r>
              <a:rPr lang="en-US" i="1" dirty="0" smtClean="0"/>
              <a:t>Evaluetor</a:t>
            </a:r>
            <a:endParaRPr lang="en-US" sz="2000" i="1" dirty="0"/>
          </a:p>
        </p:txBody>
      </p:sp>
      <p:sp>
        <p:nvSpPr>
          <p:cNvPr id="11" name="Rechthoek 10"/>
          <p:cNvSpPr/>
          <p:nvPr/>
        </p:nvSpPr>
        <p:spPr bwMode="auto">
          <a:xfrm>
            <a:off x="1835620" y="1628750"/>
            <a:ext cx="1728240" cy="57608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Contract</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Management</a:t>
            </a:r>
            <a:endParaRPr kumimoji="0" lang="en-GB" sz="1400" b="0" i="0" u="none" strike="noStrike" cap="none" normalizeH="0" baseline="0" dirty="0" smtClean="0">
              <a:ln>
                <a:noFill/>
              </a:ln>
              <a:solidFill>
                <a:schemeClr val="tx1"/>
              </a:solidFill>
              <a:effectLst/>
            </a:endParaRPr>
          </a:p>
        </p:txBody>
      </p:sp>
      <p:sp>
        <p:nvSpPr>
          <p:cNvPr id="40" name="Rechthoek 39"/>
          <p:cNvSpPr/>
          <p:nvPr/>
        </p:nvSpPr>
        <p:spPr bwMode="auto">
          <a:xfrm>
            <a:off x="1835620" y="4653170"/>
            <a:ext cx="1728240" cy="57608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Service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Management</a:t>
            </a:r>
            <a:endParaRPr kumimoji="0" lang="en-GB" sz="1400" b="0" i="0" u="none" strike="noStrike" cap="none" normalizeH="0" baseline="0" dirty="0" smtClean="0">
              <a:ln>
                <a:noFill/>
              </a:ln>
              <a:solidFill>
                <a:schemeClr val="tx1"/>
              </a:solidFill>
              <a:effectLst/>
            </a:endParaRPr>
          </a:p>
        </p:txBody>
      </p:sp>
      <p:sp>
        <p:nvSpPr>
          <p:cNvPr id="49" name="Rechthoek 48"/>
          <p:cNvSpPr/>
          <p:nvPr/>
        </p:nvSpPr>
        <p:spPr bwMode="auto">
          <a:xfrm>
            <a:off x="1835620" y="3140960"/>
            <a:ext cx="1728240" cy="57608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Relationship</a:t>
            </a:r>
            <a:endParaRPr lang="en-GB" sz="1400" dirty="0">
              <a:solidFill>
                <a:schemeClr val="tx1"/>
              </a:solidFill>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Management</a:t>
            </a:r>
          </a:p>
        </p:txBody>
      </p:sp>
      <p:sp>
        <p:nvSpPr>
          <p:cNvPr id="2" name="Rechthoek 1"/>
          <p:cNvSpPr/>
          <p:nvPr/>
        </p:nvSpPr>
        <p:spPr bwMode="auto">
          <a:xfrm>
            <a:off x="4572000" y="3068950"/>
            <a:ext cx="1944270" cy="72010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Improvement</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Management</a:t>
            </a:r>
            <a:endParaRPr kumimoji="0" lang="en-GB" sz="1400" b="0" i="0" u="none" strike="noStrike" cap="none" normalizeH="0" baseline="0" dirty="0" smtClean="0">
              <a:ln>
                <a:noFill/>
              </a:ln>
              <a:solidFill>
                <a:schemeClr val="tx1"/>
              </a:solidFill>
              <a:effectLst/>
            </a:endParaRPr>
          </a:p>
        </p:txBody>
      </p:sp>
      <p:cxnSp>
        <p:nvCxnSpPr>
          <p:cNvPr id="4" name="Gebogen verbindingslijn 3"/>
          <p:cNvCxnSpPr>
            <a:stCxn id="11" idx="3"/>
            <a:endCxn id="2" idx="1"/>
          </p:cNvCxnSpPr>
          <p:nvPr/>
        </p:nvCxnSpPr>
        <p:spPr bwMode="auto">
          <a:xfrm>
            <a:off x="3563860" y="1916790"/>
            <a:ext cx="1008140" cy="151221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32" name="Gebogen verbindingslijn 31"/>
          <p:cNvCxnSpPr>
            <a:endCxn id="2" idx="1"/>
          </p:cNvCxnSpPr>
          <p:nvPr/>
        </p:nvCxnSpPr>
        <p:spPr bwMode="auto">
          <a:xfrm>
            <a:off x="3563860" y="3429000"/>
            <a:ext cx="1008140" cy="127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57" name="Gebogen verbindingslijn 56"/>
          <p:cNvCxnSpPr>
            <a:stCxn id="40" idx="3"/>
            <a:endCxn id="2" idx="1"/>
          </p:cNvCxnSpPr>
          <p:nvPr/>
        </p:nvCxnSpPr>
        <p:spPr bwMode="auto">
          <a:xfrm flipV="1">
            <a:off x="3563860" y="3429000"/>
            <a:ext cx="1008140" cy="1512210"/>
          </a:xfrm>
          <a:prstGeom prst="bentConnector3">
            <a:avLst/>
          </a:prstGeom>
          <a:noFill/>
          <a:ln w="9525" cap="flat" cmpd="sng" algn="ctr">
            <a:solidFill>
              <a:schemeClr val="bg1">
                <a:lumMod val="50000"/>
              </a:schemeClr>
            </a:solidFill>
            <a:prstDash val="solid"/>
            <a:round/>
            <a:headEnd type="none" w="med" len="med"/>
            <a:tailEnd type="arrow"/>
          </a:ln>
          <a:effectLst/>
        </p:spPr>
      </p:cxnSp>
    </p:spTree>
    <p:extLst>
      <p:ext uri="{BB962C8B-B14F-4D97-AF65-F5344CB8AC3E}">
        <p14:creationId xmlns:p14="http://schemas.microsoft.com/office/powerpoint/2010/main" val="29750104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hoek 20"/>
          <p:cNvSpPr/>
          <p:nvPr/>
        </p:nvSpPr>
        <p:spPr bwMode="auto">
          <a:xfrm>
            <a:off x="251400" y="2924930"/>
            <a:ext cx="2016280" cy="72010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2"/>
              </a:solidFill>
              <a:effectLst/>
            </a:endParaRPr>
          </a:p>
        </p:txBody>
      </p:sp>
      <p:sp>
        <p:nvSpPr>
          <p:cNvPr id="20" name="Rechthoek 19"/>
          <p:cNvSpPr/>
          <p:nvPr/>
        </p:nvSpPr>
        <p:spPr bwMode="auto">
          <a:xfrm>
            <a:off x="179390" y="2996940"/>
            <a:ext cx="2016280" cy="72010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2"/>
              </a:solidFill>
              <a:effectLst/>
            </a:endParaRPr>
          </a:p>
        </p:txBody>
      </p:sp>
      <p:sp>
        <p:nvSpPr>
          <p:cNvPr id="4" name="Titel 2"/>
          <p:cNvSpPr txBox="1">
            <a:spLocks/>
          </p:cNvSpPr>
          <p:nvPr/>
        </p:nvSpPr>
        <p:spPr bwMode="auto">
          <a:xfrm>
            <a:off x="237507" y="90489"/>
            <a:ext cx="8443356" cy="78828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r>
              <a:rPr lang="en-US" dirty="0" smtClean="0"/>
              <a:t>Contract Management</a:t>
            </a:r>
          </a:p>
        </p:txBody>
      </p:sp>
      <p:sp>
        <p:nvSpPr>
          <p:cNvPr id="19" name="Rechthoek 18"/>
          <p:cNvSpPr/>
          <p:nvPr/>
        </p:nvSpPr>
        <p:spPr bwMode="auto">
          <a:xfrm>
            <a:off x="107380" y="3068950"/>
            <a:ext cx="2016280" cy="72010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smtClean="0">
                <a:ln>
                  <a:noFill/>
                </a:ln>
                <a:solidFill>
                  <a:schemeClr val="tx2"/>
                </a:solidFill>
                <a:effectLst/>
              </a:rPr>
              <a:t>Commitments</a:t>
            </a:r>
            <a:endParaRPr kumimoji="0" lang="en-GB" sz="1400" b="0" i="0" u="none" strike="noStrike" cap="none" normalizeH="0" baseline="0" dirty="0" smtClean="0">
              <a:ln>
                <a:noFill/>
              </a:ln>
              <a:solidFill>
                <a:schemeClr val="tx2"/>
              </a:solidFill>
              <a:effectLst/>
            </a:endParaRPr>
          </a:p>
        </p:txBody>
      </p:sp>
      <p:sp>
        <p:nvSpPr>
          <p:cNvPr id="12" name="Ring 11"/>
          <p:cNvSpPr/>
          <p:nvPr/>
        </p:nvSpPr>
        <p:spPr bwMode="auto">
          <a:xfrm>
            <a:off x="3491850" y="2204830"/>
            <a:ext cx="2232310" cy="2160300"/>
          </a:xfrm>
          <a:prstGeom prst="donu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2"/>
                </a:solidFill>
                <a:effectLst/>
              </a:rPr>
              <a:t>Control</a:t>
            </a:r>
          </a:p>
          <a:p>
            <a:pPr marL="0" marR="0" indent="0" algn="ctr" defTabSz="914400" rtl="0" eaLnBrk="1" fontAlgn="base" latinLnBrk="0" hangingPunct="1">
              <a:lnSpc>
                <a:spcPct val="100000"/>
              </a:lnSpc>
              <a:spcBef>
                <a:spcPct val="0"/>
              </a:spcBef>
              <a:spcAft>
                <a:spcPct val="0"/>
              </a:spcAft>
              <a:buClrTx/>
              <a:buSzTx/>
              <a:buFontTx/>
              <a:buNone/>
              <a:tabLst/>
            </a:pPr>
            <a:r>
              <a:rPr lang="en-GB" sz="1800" dirty="0" smtClean="0">
                <a:solidFill>
                  <a:schemeClr val="tx1"/>
                </a:solidFill>
              </a:rPr>
              <a:t>Cycle</a:t>
            </a:r>
            <a:endParaRPr kumimoji="0" lang="en-GB" sz="1800" b="0" i="0" u="none" strike="noStrike" cap="none" normalizeH="0" baseline="0" dirty="0" smtClean="0">
              <a:ln>
                <a:noFill/>
              </a:ln>
              <a:solidFill>
                <a:schemeClr val="tx1"/>
              </a:solidFill>
              <a:effectLst/>
            </a:endParaRPr>
          </a:p>
        </p:txBody>
      </p:sp>
      <p:cxnSp>
        <p:nvCxnSpPr>
          <p:cNvPr id="23" name="Rechte verbindingslijn met pijl 22"/>
          <p:cNvCxnSpPr>
            <a:stCxn id="21" idx="3"/>
            <a:endCxn id="12" idx="2"/>
          </p:cNvCxnSpPr>
          <p:nvPr/>
        </p:nvCxnSpPr>
        <p:spPr bwMode="auto">
          <a:xfrm>
            <a:off x="2267680" y="3284980"/>
            <a:ext cx="1224170" cy="0"/>
          </a:xfrm>
          <a:prstGeom prst="straightConnector1">
            <a:avLst/>
          </a:prstGeom>
          <a:noFill/>
          <a:ln w="9525" cap="flat" cmpd="sng" algn="ctr">
            <a:solidFill>
              <a:schemeClr val="bg1">
                <a:lumMod val="50000"/>
              </a:schemeClr>
            </a:solidFill>
            <a:prstDash val="solid"/>
            <a:round/>
            <a:headEnd type="none" w="med" len="med"/>
            <a:tailEnd type="arrow"/>
          </a:ln>
          <a:effectLst/>
        </p:spPr>
      </p:cxnSp>
      <p:sp>
        <p:nvSpPr>
          <p:cNvPr id="26" name="Rechthoek 25"/>
          <p:cNvSpPr/>
          <p:nvPr/>
        </p:nvSpPr>
        <p:spPr bwMode="auto">
          <a:xfrm>
            <a:off x="6732300" y="2924930"/>
            <a:ext cx="2016280" cy="72010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smtClean="0">
                <a:ln>
                  <a:noFill/>
                </a:ln>
                <a:solidFill>
                  <a:schemeClr val="tx2"/>
                </a:solidFill>
                <a:effectLst/>
              </a:rPr>
              <a:t>Improvement</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smtClean="0">
                <a:ln>
                  <a:noFill/>
                </a:ln>
                <a:solidFill>
                  <a:schemeClr val="tx2"/>
                </a:solidFill>
                <a:effectLst/>
              </a:rPr>
              <a:t>Management</a:t>
            </a:r>
            <a:endParaRPr kumimoji="0" lang="en-GB" sz="1400" b="0" i="0" u="none" strike="noStrike" cap="none" normalizeH="0" baseline="0" dirty="0" smtClean="0">
              <a:ln>
                <a:noFill/>
              </a:ln>
              <a:solidFill>
                <a:schemeClr val="tx2"/>
              </a:solidFill>
              <a:effectLst/>
            </a:endParaRPr>
          </a:p>
        </p:txBody>
      </p:sp>
      <p:cxnSp>
        <p:nvCxnSpPr>
          <p:cNvPr id="28" name="Rechte verbindingslijn met pijl 27"/>
          <p:cNvCxnSpPr>
            <a:stCxn id="12" idx="6"/>
            <a:endCxn id="26" idx="1"/>
          </p:cNvCxnSpPr>
          <p:nvPr/>
        </p:nvCxnSpPr>
        <p:spPr bwMode="auto">
          <a:xfrm>
            <a:off x="5724160" y="3284980"/>
            <a:ext cx="1008140" cy="0"/>
          </a:xfrm>
          <a:prstGeom prst="straightConnector1">
            <a:avLst/>
          </a:prstGeom>
          <a:noFill/>
          <a:ln w="9525" cap="flat" cmpd="sng" algn="ctr">
            <a:solidFill>
              <a:schemeClr val="bg1">
                <a:lumMod val="50000"/>
              </a:schemeClr>
            </a:solidFill>
            <a:prstDash val="solid"/>
            <a:round/>
            <a:headEnd type="none" w="med" len="med"/>
            <a:tailEnd type="arrow"/>
          </a:ln>
          <a:effectLst/>
        </p:spPr>
      </p:cxnSp>
      <p:sp>
        <p:nvSpPr>
          <p:cNvPr id="33" name="Tekstvak 32"/>
          <p:cNvSpPr txBox="1"/>
          <p:nvPr/>
        </p:nvSpPr>
        <p:spPr>
          <a:xfrm>
            <a:off x="4095685" y="1268700"/>
            <a:ext cx="1024639" cy="584775"/>
          </a:xfrm>
          <a:prstGeom prst="rect">
            <a:avLst/>
          </a:prstGeom>
          <a:noFill/>
        </p:spPr>
        <p:txBody>
          <a:bodyPr wrap="none" rtlCol="0">
            <a:spAutoFit/>
          </a:bodyPr>
          <a:lstStyle/>
          <a:p>
            <a:pPr algn="ctr"/>
            <a:r>
              <a:rPr lang="en-GB" sz="1600" dirty="0" smtClean="0"/>
              <a:t>Status</a:t>
            </a:r>
          </a:p>
          <a:p>
            <a:pPr algn="ctr"/>
            <a:r>
              <a:rPr lang="en-GB" sz="1600" dirty="0" smtClean="0"/>
              <a:t>Updates</a:t>
            </a:r>
            <a:endParaRPr lang="en-GB" sz="1600" dirty="0"/>
          </a:p>
        </p:txBody>
      </p:sp>
      <p:sp>
        <p:nvSpPr>
          <p:cNvPr id="34" name="Tekstvak 33"/>
          <p:cNvSpPr txBox="1"/>
          <p:nvPr/>
        </p:nvSpPr>
        <p:spPr>
          <a:xfrm>
            <a:off x="3765467" y="4437140"/>
            <a:ext cx="1685077" cy="1631216"/>
          </a:xfrm>
          <a:prstGeom prst="rect">
            <a:avLst/>
          </a:prstGeom>
          <a:noFill/>
        </p:spPr>
        <p:txBody>
          <a:bodyPr wrap="none" rtlCol="0">
            <a:spAutoFit/>
          </a:bodyPr>
          <a:lstStyle/>
          <a:p>
            <a:r>
              <a:rPr lang="en-GB" sz="1600" dirty="0" smtClean="0"/>
              <a:t>Frequency:</a:t>
            </a:r>
          </a:p>
          <a:p>
            <a:pPr marL="342900" indent="-342900">
              <a:buFont typeface="Arial"/>
              <a:buChar char="•"/>
            </a:pPr>
            <a:r>
              <a:rPr lang="en-GB" sz="1600" dirty="0" smtClean="0"/>
              <a:t>Daily</a:t>
            </a:r>
          </a:p>
          <a:p>
            <a:pPr marL="342900" indent="-342900">
              <a:buFont typeface="Arial"/>
              <a:buChar char="•"/>
            </a:pPr>
            <a:r>
              <a:rPr lang="en-GB" sz="1600" dirty="0" smtClean="0"/>
              <a:t>Weekly</a:t>
            </a:r>
          </a:p>
          <a:p>
            <a:pPr marL="342900" indent="-342900">
              <a:buFont typeface="Arial"/>
              <a:buChar char="•"/>
            </a:pPr>
            <a:r>
              <a:rPr lang="en-GB" sz="1600" dirty="0" smtClean="0"/>
              <a:t>Monthly</a:t>
            </a:r>
          </a:p>
          <a:p>
            <a:pPr marL="342900" indent="-342900">
              <a:buFont typeface="Arial"/>
              <a:buChar char="•"/>
            </a:pPr>
            <a:r>
              <a:rPr lang="en-GB" sz="1600" dirty="0" smtClean="0"/>
              <a:t>Once</a:t>
            </a:r>
          </a:p>
          <a:p>
            <a:pPr marL="342900" indent="-342900">
              <a:buFont typeface="Arial"/>
              <a:buChar char="•"/>
            </a:pPr>
            <a:r>
              <a:rPr lang="en-GB" sz="1600" dirty="0" smtClean="0"/>
              <a:t>Alert based</a:t>
            </a:r>
          </a:p>
        </p:txBody>
      </p:sp>
      <p:sp>
        <p:nvSpPr>
          <p:cNvPr id="35" name="Ezelsoor 34"/>
          <p:cNvSpPr/>
          <p:nvPr/>
        </p:nvSpPr>
        <p:spPr bwMode="auto">
          <a:xfrm>
            <a:off x="467430" y="1124680"/>
            <a:ext cx="1296180" cy="1440200"/>
          </a:xfrm>
          <a:prstGeom prst="foldedCorner">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2"/>
                </a:solidFill>
                <a:effectLst/>
                <a:latin typeface="Verdana" pitchFamily="34" charset="0"/>
                <a:cs typeface="Arial" charset="0"/>
              </a:rPr>
              <a:t>Contracts</a:t>
            </a:r>
            <a:endParaRPr kumimoji="0" lang="en-GB" sz="1100" b="0" i="0" u="none" strike="noStrike" cap="none" normalizeH="0" baseline="0" dirty="0" smtClean="0">
              <a:ln>
                <a:noFill/>
              </a:ln>
              <a:solidFill>
                <a:schemeClr val="tx2"/>
              </a:solidFill>
              <a:effectLst/>
              <a:latin typeface="Verdana" pitchFamily="34" charset="0"/>
              <a:cs typeface="Arial" charset="0"/>
            </a:endParaRPr>
          </a:p>
        </p:txBody>
      </p:sp>
      <p:cxnSp>
        <p:nvCxnSpPr>
          <p:cNvPr id="37" name="Rechte verbindingslijn met pijl 36"/>
          <p:cNvCxnSpPr/>
          <p:nvPr/>
        </p:nvCxnSpPr>
        <p:spPr bwMode="auto">
          <a:xfrm>
            <a:off x="1115520" y="2564880"/>
            <a:ext cx="0" cy="360050"/>
          </a:xfrm>
          <a:prstGeom prst="straightConnector1">
            <a:avLst/>
          </a:prstGeom>
          <a:noFill/>
          <a:ln w="9525" cap="flat" cmpd="sng" algn="ctr">
            <a:solidFill>
              <a:schemeClr val="bg1">
                <a:lumMod val="50000"/>
              </a:schemeClr>
            </a:solidFill>
            <a:prstDash val="solid"/>
            <a:round/>
            <a:headEnd type="none" w="med" len="med"/>
            <a:tailEnd type="arrow"/>
          </a:ln>
          <a:effectLst/>
        </p:spPr>
      </p:cxnSp>
      <p:sp>
        <p:nvSpPr>
          <p:cNvPr id="38" name="Tekstvak 37"/>
          <p:cNvSpPr txBox="1"/>
          <p:nvPr/>
        </p:nvSpPr>
        <p:spPr>
          <a:xfrm>
            <a:off x="2411700" y="2852920"/>
            <a:ext cx="967382" cy="400110"/>
          </a:xfrm>
          <a:prstGeom prst="rect">
            <a:avLst/>
          </a:prstGeom>
          <a:noFill/>
        </p:spPr>
        <p:txBody>
          <a:bodyPr wrap="none" rtlCol="0">
            <a:spAutoFit/>
          </a:bodyPr>
          <a:lstStyle/>
          <a:p>
            <a:r>
              <a:rPr lang="en-GB" sz="2000" dirty="0" smtClean="0"/>
              <a:t>Active</a:t>
            </a:r>
            <a:endParaRPr lang="en-GB" sz="2000" dirty="0"/>
          </a:p>
        </p:txBody>
      </p:sp>
      <p:sp>
        <p:nvSpPr>
          <p:cNvPr id="3" name="Verbindingslijn naar een andere pagina 2"/>
          <p:cNvSpPr/>
          <p:nvPr/>
        </p:nvSpPr>
        <p:spPr bwMode="auto">
          <a:xfrm>
            <a:off x="395420" y="4437140"/>
            <a:ext cx="1440199" cy="1224170"/>
          </a:xfrm>
          <a:prstGeom prst="flowChartOffpageConnector">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1600" dirty="0" smtClean="0">
                <a:solidFill>
                  <a:schemeClr val="tx1"/>
                </a:solidFill>
              </a:rPr>
              <a:t>Operations</a:t>
            </a:r>
            <a:endParaRPr kumimoji="0" lang="en-GB" sz="1600" b="0" i="0" u="none" strike="noStrike" cap="none" normalizeH="0" baseline="0" dirty="0" smtClean="0">
              <a:ln>
                <a:noFill/>
              </a:ln>
              <a:solidFill>
                <a:schemeClr val="tx1"/>
              </a:solidFill>
              <a:effectLst/>
            </a:endParaRPr>
          </a:p>
        </p:txBody>
      </p:sp>
      <p:cxnSp>
        <p:nvCxnSpPr>
          <p:cNvPr id="6" name="Rechte verbindingslijn met pijl 5"/>
          <p:cNvCxnSpPr/>
          <p:nvPr/>
        </p:nvCxnSpPr>
        <p:spPr bwMode="auto">
          <a:xfrm flipV="1">
            <a:off x="1115520" y="3789050"/>
            <a:ext cx="0" cy="648090"/>
          </a:xfrm>
          <a:prstGeom prst="straightConnector1">
            <a:avLst/>
          </a:prstGeom>
          <a:noFill/>
          <a:ln w="9525" cap="flat" cmpd="sng" algn="ctr">
            <a:solidFill>
              <a:schemeClr val="bg1">
                <a:lumMod val="50000"/>
              </a:schemeClr>
            </a:solidFill>
            <a:prstDash val="solid"/>
            <a:round/>
            <a:headEnd type="none" w="med" len="med"/>
            <a:tailEnd type="arrow"/>
          </a:ln>
          <a:effectLst/>
        </p:spPr>
      </p:cxnSp>
      <p:pic>
        <p:nvPicPr>
          <p:cNvPr id="2" name="Picture 1"/>
          <p:cNvPicPr>
            <a:picLocks noChangeAspect="1"/>
          </p:cNvPicPr>
          <p:nvPr/>
        </p:nvPicPr>
        <p:blipFill>
          <a:blip r:embed="rId2"/>
          <a:stretch>
            <a:fillRect/>
          </a:stretch>
        </p:blipFill>
        <p:spPr>
          <a:xfrm>
            <a:off x="5450544" y="1261181"/>
            <a:ext cx="574065" cy="676676"/>
          </a:xfrm>
          <a:prstGeom prst="rect">
            <a:avLst/>
          </a:prstGeom>
        </p:spPr>
      </p:pic>
    </p:spTree>
    <p:extLst>
      <p:ext uri="{BB962C8B-B14F-4D97-AF65-F5344CB8AC3E}">
        <p14:creationId xmlns:p14="http://schemas.microsoft.com/office/powerpoint/2010/main" val="26760910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ianummer 4"/>
          <p:cNvSpPr>
            <a:spLocks noGrp="1"/>
          </p:cNvSpPr>
          <p:nvPr>
            <p:ph type="sldNum" sz="quarter" idx="4294967295"/>
          </p:nvPr>
        </p:nvSpPr>
        <p:spPr>
          <a:xfrm>
            <a:off x="4116775" y="6436428"/>
            <a:ext cx="449287" cy="451262"/>
          </a:xfrm>
        </p:spPr>
        <p:txBody>
          <a:bodyPr/>
          <a:lstStyle/>
          <a:p>
            <a:fld id="{A4D095F7-83A9-4B4F-983F-FBBDF20DF49D}" type="slidenum">
              <a:rPr lang="nl-NL" smtClean="0"/>
              <a:t>23</a:t>
            </a:fld>
            <a:endParaRPr lang="nl-NL" dirty="0"/>
          </a:p>
        </p:txBody>
      </p:sp>
      <p:sp>
        <p:nvSpPr>
          <p:cNvPr id="7" name="Titel 2"/>
          <p:cNvSpPr txBox="1">
            <a:spLocks/>
          </p:cNvSpPr>
          <p:nvPr/>
        </p:nvSpPr>
        <p:spPr bwMode="auto">
          <a:xfrm>
            <a:off x="237507" y="90489"/>
            <a:ext cx="8443356" cy="78828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r>
              <a:rPr lang="en-US" dirty="0" smtClean="0"/>
              <a:t>Relationship Management</a:t>
            </a:r>
            <a:endParaRPr lang="en-US" sz="2000" dirty="0"/>
          </a:p>
        </p:txBody>
      </p:sp>
      <p:grpSp>
        <p:nvGrpSpPr>
          <p:cNvPr id="18" name="Group 17"/>
          <p:cNvGrpSpPr/>
          <p:nvPr/>
        </p:nvGrpSpPr>
        <p:grpSpPr>
          <a:xfrm>
            <a:off x="1007505" y="1340710"/>
            <a:ext cx="7128990" cy="4597960"/>
            <a:chOff x="179390" y="1340710"/>
            <a:chExt cx="7128990" cy="4597960"/>
          </a:xfrm>
        </p:grpSpPr>
        <p:sp>
          <p:nvSpPr>
            <p:cNvPr id="12" name="Rechthoek 11"/>
            <p:cNvSpPr/>
            <p:nvPr/>
          </p:nvSpPr>
          <p:spPr bwMode="auto">
            <a:xfrm>
              <a:off x="3059790" y="1916790"/>
              <a:ext cx="1368190" cy="864120"/>
            </a:xfrm>
            <a:prstGeom prst="rect">
              <a:avLst/>
            </a:prstGeom>
            <a:ln>
              <a:solidFill>
                <a:schemeClr val="bg1">
                  <a:lumMod val="50000"/>
                </a:schemeClr>
              </a:solidFill>
              <a:headEnd type="none" w="med" len="med"/>
              <a:tailEnd type="none" w="med" len="med"/>
            </a:ln>
            <a:effectLst>
              <a:innerShdw blurRad="63500" dist="50800" dir="162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1"/>
                  </a:solidFill>
                  <a:effectLst/>
                </a:rPr>
                <a:t>Account Manager</a:t>
              </a:r>
            </a:p>
            <a:p>
              <a:pPr marL="0" marR="0" indent="0" algn="ctr" defTabSz="914400" rtl="0" eaLnBrk="1" fontAlgn="base" latinLnBrk="0" hangingPunct="1">
                <a:lnSpc>
                  <a:spcPct val="100000"/>
                </a:lnSpc>
                <a:spcBef>
                  <a:spcPct val="0"/>
                </a:spcBef>
                <a:spcAft>
                  <a:spcPct val="0"/>
                </a:spcAft>
                <a:buClrTx/>
                <a:buSzTx/>
                <a:buFontTx/>
                <a:buNone/>
                <a:tabLst/>
              </a:pPr>
              <a:r>
                <a:rPr lang="en-GB" sz="1200" dirty="0" smtClean="0">
                  <a:solidFill>
                    <a:schemeClr val="tx1"/>
                  </a:solidFill>
                </a:rPr>
                <a:t>Summary</a:t>
              </a:r>
              <a:endParaRPr kumimoji="0" lang="en-GB" sz="1200" b="0" i="0" u="none" strike="noStrike" cap="none" normalizeH="0" baseline="0" dirty="0" smtClean="0">
                <a:ln>
                  <a:noFill/>
                </a:ln>
                <a:solidFill>
                  <a:schemeClr val="tx1"/>
                </a:solidFill>
                <a:effectLst/>
              </a:endParaRPr>
            </a:p>
          </p:txBody>
        </p:sp>
        <p:sp>
          <p:nvSpPr>
            <p:cNvPr id="70" name="Rechthoek 69"/>
            <p:cNvSpPr/>
            <p:nvPr/>
          </p:nvSpPr>
          <p:spPr bwMode="auto">
            <a:xfrm>
              <a:off x="179390" y="3933070"/>
              <a:ext cx="2376330" cy="2005600"/>
            </a:xfrm>
            <a:prstGeom prst="rect">
              <a:avLst/>
            </a:prstGeom>
            <a:ln>
              <a:solidFill>
                <a:schemeClr val="bg1">
                  <a:lumMod val="50000"/>
                </a:schemeClr>
              </a:solidFill>
              <a:headEnd type="none" w="med" len="med"/>
              <a:tailEnd type="none" w="med" len="med"/>
            </a:ln>
            <a:effectLst>
              <a:innerShdw blurRad="63500" dist="50800" dir="162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KPI</a:t>
              </a:r>
              <a:r>
                <a:rPr kumimoji="0" lang="en-GB" sz="1400" b="0" i="0" u="none" strike="noStrike" cap="none" normalizeH="0" dirty="0" smtClean="0">
                  <a:ln>
                    <a:noFill/>
                  </a:ln>
                  <a:solidFill>
                    <a:schemeClr val="tx1"/>
                  </a:solidFill>
                  <a:effectLst/>
                </a:rPr>
                <a:t> Scoring</a:t>
              </a:r>
            </a:p>
            <a:p>
              <a:pPr marL="0" marR="0" indent="0" defTabSz="914400" rtl="0" eaLnBrk="1" fontAlgn="base" latinLnBrk="0" hangingPunct="1">
                <a:lnSpc>
                  <a:spcPct val="100000"/>
                </a:lnSpc>
                <a:spcBef>
                  <a:spcPct val="0"/>
                </a:spcBef>
                <a:spcAft>
                  <a:spcPct val="0"/>
                </a:spcAft>
                <a:buClrTx/>
                <a:buSzTx/>
                <a:buFontTx/>
                <a:buNone/>
                <a:tabLst/>
              </a:pPr>
              <a:r>
                <a:rPr lang="en-GB" sz="1400" baseline="0" dirty="0" smtClean="0">
                  <a:solidFill>
                    <a:schemeClr val="tx1"/>
                  </a:solidFill>
                </a:rPr>
                <a:t>Client </a:t>
              </a:r>
              <a:r>
                <a:rPr lang="en-GB" sz="1400" dirty="0" smtClean="0">
                  <a:solidFill>
                    <a:schemeClr val="tx1"/>
                  </a:solidFill>
                </a:rPr>
                <a:t>team</a:t>
              </a:r>
              <a:endParaRPr kumimoji="0" lang="en-GB" sz="1400" b="0" i="0" u="none" strike="noStrike" cap="none" normalizeH="0" baseline="0" dirty="0" smtClean="0">
                <a:ln>
                  <a:noFill/>
                </a:ln>
                <a:solidFill>
                  <a:schemeClr val="tx1"/>
                </a:solidFill>
                <a:effectLst/>
              </a:endParaRPr>
            </a:p>
          </p:txBody>
        </p:sp>
        <p:sp>
          <p:nvSpPr>
            <p:cNvPr id="6" name="Rechthoek 5"/>
            <p:cNvSpPr/>
            <p:nvPr/>
          </p:nvSpPr>
          <p:spPr bwMode="auto">
            <a:xfrm>
              <a:off x="179390" y="1340710"/>
              <a:ext cx="2376330" cy="2005600"/>
            </a:xfrm>
            <a:prstGeom prst="rect">
              <a:avLst/>
            </a:prstGeom>
            <a:ln>
              <a:solidFill>
                <a:schemeClr val="bg1">
                  <a:lumMod val="50000"/>
                </a:schemeClr>
              </a:solidFill>
              <a:headEnd type="none" w="med" len="med"/>
              <a:tailEnd type="none" w="med" len="med"/>
            </a:ln>
            <a:effectLst>
              <a:innerShdw blurRad="63500" dist="50800" dir="162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1"/>
                  </a:solidFill>
                  <a:effectLst/>
                </a:rPr>
                <a:t>KPI</a:t>
              </a:r>
              <a:r>
                <a:rPr kumimoji="0" lang="en-GB" sz="1200" b="0" i="0" u="none" strike="noStrike" cap="none" normalizeH="0" dirty="0" smtClean="0">
                  <a:ln>
                    <a:noFill/>
                  </a:ln>
                  <a:solidFill>
                    <a:schemeClr val="tx1"/>
                  </a:solidFill>
                  <a:effectLst/>
                </a:rPr>
                <a:t> Scoring</a:t>
              </a:r>
            </a:p>
            <a:p>
              <a:pPr marL="0" marR="0" indent="0" defTabSz="914400" rtl="0" eaLnBrk="1" fontAlgn="base" latinLnBrk="0" hangingPunct="1">
                <a:lnSpc>
                  <a:spcPct val="100000"/>
                </a:lnSpc>
                <a:spcBef>
                  <a:spcPct val="0"/>
                </a:spcBef>
                <a:spcAft>
                  <a:spcPct val="0"/>
                </a:spcAft>
                <a:buClrTx/>
                <a:buSzTx/>
                <a:buFontTx/>
                <a:buNone/>
                <a:tabLst/>
              </a:pPr>
              <a:r>
                <a:rPr lang="en-GB" sz="1200" baseline="0" dirty="0" smtClean="0">
                  <a:solidFill>
                    <a:schemeClr val="tx1"/>
                  </a:solidFill>
                </a:rPr>
                <a:t>Delivery</a:t>
              </a:r>
              <a:r>
                <a:rPr lang="en-GB" sz="1200" dirty="0" smtClean="0">
                  <a:solidFill>
                    <a:schemeClr val="tx1"/>
                  </a:solidFill>
                </a:rPr>
                <a:t> team</a:t>
              </a:r>
              <a:endParaRPr kumimoji="0" lang="en-GB" sz="1200" b="0" i="0" u="none" strike="noStrike" cap="none" normalizeH="0" baseline="0" dirty="0" smtClean="0">
                <a:ln>
                  <a:noFill/>
                </a:ln>
                <a:solidFill>
                  <a:schemeClr val="tx1"/>
                </a:solidFill>
                <a:effectLst/>
              </a:endParaRPr>
            </a:p>
          </p:txBody>
        </p:sp>
        <p:sp>
          <p:nvSpPr>
            <p:cNvPr id="61" name="Rechthoek 60"/>
            <p:cNvSpPr/>
            <p:nvPr/>
          </p:nvSpPr>
          <p:spPr bwMode="auto">
            <a:xfrm>
              <a:off x="5580140" y="3429000"/>
              <a:ext cx="1728240" cy="576080"/>
            </a:xfrm>
            <a:prstGeom prst="rect">
              <a:avLst/>
            </a:prstGeom>
            <a:ln>
              <a:solidFill>
                <a:schemeClr val="bg1">
                  <a:lumMod val="50000"/>
                </a:schemeClr>
              </a:solidFill>
              <a:headEnd type="none" w="med" len="med"/>
              <a:tailEnd type="none" w="med" len="med"/>
            </a:ln>
            <a:effectLst>
              <a:innerShdw blurRad="63500" dist="50800" dir="162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1"/>
                  </a:solidFill>
                  <a:effectLst/>
                </a:rPr>
                <a:t>Improvement</a:t>
              </a:r>
            </a:p>
            <a:p>
              <a:pPr marL="0" marR="0" indent="0" algn="ctr" defTabSz="914400" rtl="0" eaLnBrk="1" fontAlgn="base" latinLnBrk="0" hangingPunct="1">
                <a:lnSpc>
                  <a:spcPct val="100000"/>
                </a:lnSpc>
                <a:spcBef>
                  <a:spcPct val="0"/>
                </a:spcBef>
                <a:spcAft>
                  <a:spcPct val="0"/>
                </a:spcAft>
                <a:buClrTx/>
                <a:buSzTx/>
                <a:buFontTx/>
                <a:buNone/>
                <a:tabLst/>
              </a:pPr>
              <a:r>
                <a:rPr lang="en-GB" sz="1200" dirty="0" smtClean="0">
                  <a:solidFill>
                    <a:schemeClr val="tx1"/>
                  </a:solidFill>
                </a:rPr>
                <a:t>Management</a:t>
              </a:r>
              <a:endParaRPr kumimoji="0" lang="en-GB" sz="1200" b="0" i="0" u="none" strike="noStrike" cap="none" normalizeH="0" baseline="0" dirty="0" smtClean="0">
                <a:ln>
                  <a:noFill/>
                </a:ln>
                <a:solidFill>
                  <a:schemeClr val="tx1"/>
                </a:solidFill>
                <a:effectLst/>
              </a:endParaRPr>
            </a:p>
          </p:txBody>
        </p:sp>
        <p:pic>
          <p:nvPicPr>
            <p:cNvPr id="63" name="Picture 9"/>
            <p:cNvPicPr>
              <a:picLocks noChangeAspect="1" noChangeArrowheads="1"/>
            </p:cNvPicPr>
            <p:nvPr/>
          </p:nvPicPr>
          <p:blipFill>
            <a:blip r:embed="rId2" cstate="print"/>
            <a:srcRect/>
            <a:stretch>
              <a:fillRect/>
            </a:stretch>
          </p:blipFill>
          <p:spPr bwMode="auto">
            <a:xfrm>
              <a:off x="1665307" y="1409549"/>
              <a:ext cx="749297" cy="285749"/>
            </a:xfrm>
            <a:prstGeom prst="rect">
              <a:avLst/>
            </a:prstGeom>
            <a:noFill/>
            <a:ln w="9525">
              <a:noFill/>
              <a:miter lim="800000"/>
              <a:headEnd/>
              <a:tailEnd/>
            </a:ln>
          </p:spPr>
        </p:pic>
        <p:pic>
          <p:nvPicPr>
            <p:cNvPr id="64" name="Picture 9"/>
            <p:cNvPicPr>
              <a:picLocks noChangeAspect="1" noChangeArrowheads="1"/>
            </p:cNvPicPr>
            <p:nvPr/>
          </p:nvPicPr>
          <p:blipFill>
            <a:blip r:embed="rId2" cstate="print"/>
            <a:srcRect/>
            <a:stretch>
              <a:fillRect/>
            </a:stretch>
          </p:blipFill>
          <p:spPr bwMode="auto">
            <a:xfrm>
              <a:off x="1665307" y="2580500"/>
              <a:ext cx="749297" cy="285749"/>
            </a:xfrm>
            <a:prstGeom prst="rect">
              <a:avLst/>
            </a:prstGeom>
            <a:noFill/>
            <a:ln w="9525">
              <a:noFill/>
              <a:miter lim="800000"/>
              <a:headEnd/>
              <a:tailEnd/>
            </a:ln>
          </p:spPr>
        </p:pic>
        <p:pic>
          <p:nvPicPr>
            <p:cNvPr id="65" name="Picture 9"/>
            <p:cNvPicPr>
              <a:picLocks noChangeAspect="1" noChangeArrowheads="1"/>
            </p:cNvPicPr>
            <p:nvPr/>
          </p:nvPicPr>
          <p:blipFill>
            <a:blip r:embed="rId2" cstate="print"/>
            <a:srcRect/>
            <a:stretch>
              <a:fillRect/>
            </a:stretch>
          </p:blipFill>
          <p:spPr bwMode="auto">
            <a:xfrm>
              <a:off x="1665307" y="2191771"/>
              <a:ext cx="749297" cy="285749"/>
            </a:xfrm>
            <a:prstGeom prst="rect">
              <a:avLst/>
            </a:prstGeom>
            <a:noFill/>
            <a:ln w="9525">
              <a:noFill/>
              <a:miter lim="800000"/>
              <a:headEnd/>
              <a:tailEnd/>
            </a:ln>
          </p:spPr>
        </p:pic>
        <p:pic>
          <p:nvPicPr>
            <p:cNvPr id="68" name="Picture 10"/>
            <p:cNvPicPr>
              <a:picLocks noChangeAspect="1" noChangeArrowheads="1"/>
            </p:cNvPicPr>
            <p:nvPr/>
          </p:nvPicPr>
          <p:blipFill>
            <a:blip r:embed="rId3" cstate="print"/>
            <a:srcRect/>
            <a:stretch>
              <a:fillRect/>
            </a:stretch>
          </p:blipFill>
          <p:spPr bwMode="auto">
            <a:xfrm>
              <a:off x="1670498" y="1798278"/>
              <a:ext cx="738914" cy="290513"/>
            </a:xfrm>
            <a:prstGeom prst="rect">
              <a:avLst/>
            </a:prstGeom>
            <a:noFill/>
            <a:ln w="9525">
              <a:noFill/>
              <a:miter lim="800000"/>
              <a:headEnd/>
              <a:tailEnd/>
            </a:ln>
          </p:spPr>
        </p:pic>
        <p:pic>
          <p:nvPicPr>
            <p:cNvPr id="69" name="Picture 10"/>
            <p:cNvPicPr>
              <a:picLocks noChangeAspect="1" noChangeArrowheads="1"/>
            </p:cNvPicPr>
            <p:nvPr/>
          </p:nvPicPr>
          <p:blipFill>
            <a:blip r:embed="rId3" cstate="print"/>
            <a:srcRect/>
            <a:stretch>
              <a:fillRect/>
            </a:stretch>
          </p:blipFill>
          <p:spPr bwMode="auto">
            <a:xfrm>
              <a:off x="1670498" y="2969229"/>
              <a:ext cx="738914" cy="290513"/>
            </a:xfrm>
            <a:prstGeom prst="rect">
              <a:avLst/>
            </a:prstGeom>
            <a:noFill/>
            <a:ln w="9525">
              <a:noFill/>
              <a:miter lim="800000"/>
              <a:headEnd/>
              <a:tailEnd/>
            </a:ln>
          </p:spPr>
        </p:pic>
        <p:pic>
          <p:nvPicPr>
            <p:cNvPr id="72" name="Picture 2"/>
            <p:cNvPicPr>
              <a:picLocks noChangeAspect="1" noChangeArrowheads="1"/>
            </p:cNvPicPr>
            <p:nvPr/>
          </p:nvPicPr>
          <p:blipFill>
            <a:blip r:embed="rId4" cstate="print"/>
            <a:srcRect/>
            <a:stretch>
              <a:fillRect/>
            </a:stretch>
          </p:blipFill>
          <p:spPr bwMode="auto">
            <a:xfrm>
              <a:off x="4067930" y="4725180"/>
              <a:ext cx="357190" cy="408217"/>
            </a:xfrm>
            <a:prstGeom prst="rect">
              <a:avLst/>
            </a:prstGeom>
            <a:noFill/>
            <a:ln w="9525">
              <a:noFill/>
              <a:miter lim="800000"/>
              <a:headEnd/>
              <a:tailEnd/>
            </a:ln>
          </p:spPr>
        </p:pic>
        <p:sp>
          <p:nvSpPr>
            <p:cNvPr id="74" name="Rechthoek 73"/>
            <p:cNvSpPr/>
            <p:nvPr/>
          </p:nvSpPr>
          <p:spPr bwMode="auto">
            <a:xfrm>
              <a:off x="3059790" y="4509150"/>
              <a:ext cx="1368190" cy="864120"/>
            </a:xfrm>
            <a:prstGeom prst="rect">
              <a:avLst/>
            </a:prstGeom>
            <a:ln>
              <a:solidFill>
                <a:schemeClr val="bg1">
                  <a:lumMod val="50000"/>
                </a:schemeClr>
              </a:solidFill>
              <a:headEnd type="none" w="med" len="med"/>
              <a:tailEnd type="none" w="med" len="med"/>
            </a:ln>
            <a:effectLst>
              <a:innerShdw blurRad="63500" dist="50800" dir="162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1"/>
                  </a:solidFill>
                  <a:effectLst/>
                </a:rPr>
                <a:t>Contract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1"/>
                  </a:solidFill>
                  <a:effectLst/>
                </a:rPr>
                <a:t>Manager   </a:t>
              </a:r>
            </a:p>
            <a:p>
              <a:pPr marL="0" marR="0" indent="0" algn="ctr" defTabSz="914400" rtl="0" eaLnBrk="1" fontAlgn="base" latinLnBrk="0" hangingPunct="1">
                <a:lnSpc>
                  <a:spcPct val="100000"/>
                </a:lnSpc>
                <a:spcBef>
                  <a:spcPct val="0"/>
                </a:spcBef>
                <a:spcAft>
                  <a:spcPct val="0"/>
                </a:spcAft>
                <a:buClrTx/>
                <a:buSzTx/>
                <a:buFontTx/>
                <a:buNone/>
                <a:tabLst/>
              </a:pPr>
              <a:r>
                <a:rPr lang="en-GB" sz="1200" dirty="0" smtClean="0">
                  <a:solidFill>
                    <a:schemeClr val="tx1"/>
                  </a:solidFill>
                </a:rPr>
                <a:t>Summary</a:t>
              </a:r>
              <a:endParaRPr kumimoji="0" lang="en-GB" sz="1200" b="0" i="0" u="none" strike="noStrike" cap="none" normalizeH="0" baseline="0" dirty="0" smtClean="0">
                <a:ln>
                  <a:noFill/>
                </a:ln>
                <a:solidFill>
                  <a:schemeClr val="tx1"/>
                </a:solidFill>
                <a:effectLst/>
              </a:endParaRPr>
            </a:p>
          </p:txBody>
        </p:sp>
        <p:cxnSp>
          <p:nvCxnSpPr>
            <p:cNvPr id="14" name="Rechte verbindingslijn met pijl 13"/>
            <p:cNvCxnSpPr>
              <a:stCxn id="6" idx="3"/>
              <a:endCxn id="12" idx="1"/>
            </p:cNvCxnSpPr>
            <p:nvPr/>
          </p:nvCxnSpPr>
          <p:spPr bwMode="auto">
            <a:xfrm>
              <a:off x="2555720" y="2343510"/>
              <a:ext cx="504070" cy="5340"/>
            </a:xfrm>
            <a:prstGeom prst="straightConnector1">
              <a:avLst/>
            </a:prstGeom>
            <a:noFill/>
            <a:ln w="9525" cap="flat" cmpd="sng" algn="ctr">
              <a:solidFill>
                <a:schemeClr val="bg1">
                  <a:lumMod val="50000"/>
                </a:schemeClr>
              </a:solidFill>
              <a:prstDash val="solid"/>
              <a:round/>
              <a:headEnd type="none" w="med" len="med"/>
              <a:tailEnd type="arrow"/>
            </a:ln>
            <a:effectLst>
              <a:innerShdw blurRad="63500" dist="50800" dir="16200000">
                <a:prstClr val="black">
                  <a:alpha val="50000"/>
                </a:prstClr>
              </a:innerShdw>
            </a:effectLst>
          </p:spPr>
        </p:cxnSp>
        <p:cxnSp>
          <p:nvCxnSpPr>
            <p:cNvPr id="16" name="Rechte verbindingslijn met pijl 15"/>
            <p:cNvCxnSpPr>
              <a:stCxn id="70" idx="3"/>
              <a:endCxn id="74" idx="1"/>
            </p:cNvCxnSpPr>
            <p:nvPr/>
          </p:nvCxnSpPr>
          <p:spPr bwMode="auto">
            <a:xfrm>
              <a:off x="2555720" y="4935870"/>
              <a:ext cx="504070" cy="5340"/>
            </a:xfrm>
            <a:prstGeom prst="straightConnector1">
              <a:avLst/>
            </a:prstGeom>
            <a:noFill/>
            <a:ln w="9525" cap="flat" cmpd="sng" algn="ctr">
              <a:solidFill>
                <a:schemeClr val="bg1">
                  <a:lumMod val="50000"/>
                </a:schemeClr>
              </a:solidFill>
              <a:prstDash val="solid"/>
              <a:round/>
              <a:headEnd type="none" w="med" len="med"/>
              <a:tailEnd type="arrow"/>
            </a:ln>
            <a:effectLst>
              <a:innerShdw blurRad="63500" dist="50800" dir="16200000">
                <a:prstClr val="black">
                  <a:alpha val="50000"/>
                </a:prstClr>
              </a:innerShdw>
            </a:effectLst>
          </p:spPr>
        </p:cxnSp>
        <p:cxnSp>
          <p:nvCxnSpPr>
            <p:cNvPr id="22" name="Rechte verbindingslijn met pijl 21"/>
            <p:cNvCxnSpPr>
              <a:stCxn id="12" idx="3"/>
              <a:endCxn id="61" idx="1"/>
            </p:cNvCxnSpPr>
            <p:nvPr/>
          </p:nvCxnSpPr>
          <p:spPr bwMode="auto">
            <a:xfrm>
              <a:off x="4427980" y="2348850"/>
              <a:ext cx="1152160" cy="1368190"/>
            </a:xfrm>
            <a:prstGeom prst="straightConnector1">
              <a:avLst/>
            </a:prstGeom>
            <a:noFill/>
            <a:ln w="9525" cap="flat" cmpd="sng" algn="ctr">
              <a:solidFill>
                <a:schemeClr val="bg1">
                  <a:lumMod val="50000"/>
                </a:schemeClr>
              </a:solidFill>
              <a:prstDash val="solid"/>
              <a:round/>
              <a:headEnd type="none" w="med" len="med"/>
              <a:tailEnd type="arrow"/>
            </a:ln>
            <a:effectLst>
              <a:innerShdw blurRad="63500" dist="50800" dir="16200000">
                <a:prstClr val="black">
                  <a:alpha val="50000"/>
                </a:prstClr>
              </a:innerShdw>
            </a:effectLst>
          </p:spPr>
        </p:cxnSp>
        <p:cxnSp>
          <p:nvCxnSpPr>
            <p:cNvPr id="24" name="Rechte verbindingslijn met pijl 23"/>
            <p:cNvCxnSpPr>
              <a:stCxn id="72" idx="3"/>
              <a:endCxn id="61" idx="1"/>
            </p:cNvCxnSpPr>
            <p:nvPr/>
          </p:nvCxnSpPr>
          <p:spPr bwMode="auto">
            <a:xfrm flipV="1">
              <a:off x="4425120" y="3717040"/>
              <a:ext cx="1155020" cy="1212249"/>
            </a:xfrm>
            <a:prstGeom prst="straightConnector1">
              <a:avLst/>
            </a:prstGeom>
            <a:noFill/>
            <a:ln w="9525" cap="flat" cmpd="sng" algn="ctr">
              <a:solidFill>
                <a:schemeClr val="bg1">
                  <a:lumMod val="50000"/>
                </a:schemeClr>
              </a:solidFill>
              <a:prstDash val="solid"/>
              <a:round/>
              <a:headEnd type="none" w="med" len="med"/>
              <a:tailEnd type="arrow"/>
            </a:ln>
            <a:effectLst>
              <a:innerShdw blurRad="63500" dist="50800" dir="16200000">
                <a:prstClr val="black">
                  <a:alpha val="50000"/>
                </a:prstClr>
              </a:innerShdw>
            </a:effectLst>
          </p:spPr>
        </p:cxnSp>
        <p:sp>
          <p:nvSpPr>
            <p:cNvPr id="33" name="Ring 32"/>
            <p:cNvSpPr/>
            <p:nvPr/>
          </p:nvSpPr>
          <p:spPr bwMode="auto">
            <a:xfrm>
              <a:off x="2987780" y="2924930"/>
              <a:ext cx="1512210" cy="1440200"/>
            </a:xfrm>
            <a:prstGeom prst="donu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2"/>
                  </a:solidFill>
                  <a:effectLst/>
                </a:rPr>
                <a:t>Control</a:t>
              </a:r>
            </a:p>
            <a:p>
              <a:pPr marL="0" marR="0" indent="0" algn="ctr" defTabSz="914400" rtl="0" eaLnBrk="1" fontAlgn="base" latinLnBrk="0" hangingPunct="1">
                <a:lnSpc>
                  <a:spcPct val="100000"/>
                </a:lnSpc>
                <a:spcBef>
                  <a:spcPct val="0"/>
                </a:spcBef>
                <a:spcAft>
                  <a:spcPct val="0"/>
                </a:spcAft>
                <a:buClrTx/>
                <a:buSzTx/>
                <a:buFontTx/>
                <a:buNone/>
                <a:tabLst/>
              </a:pPr>
              <a:r>
                <a:rPr lang="en-GB" sz="1200" dirty="0" smtClean="0">
                  <a:solidFill>
                    <a:schemeClr val="tx1"/>
                  </a:solidFill>
                </a:rPr>
                <a:t>Cycle</a:t>
              </a:r>
              <a:endParaRPr kumimoji="0" lang="en-GB" sz="1200" b="0" i="0" u="none" strike="noStrike" cap="none" normalizeH="0" baseline="0" dirty="0" smtClean="0">
                <a:ln>
                  <a:noFill/>
                </a:ln>
                <a:solidFill>
                  <a:schemeClr val="tx1"/>
                </a:solidFill>
                <a:effectLst/>
              </a:endParaRPr>
            </a:p>
          </p:txBody>
        </p:sp>
        <p:pic>
          <p:nvPicPr>
            <p:cNvPr id="9" name="Picture 8"/>
            <p:cNvPicPr>
              <a:picLocks noChangeAspect="1"/>
            </p:cNvPicPr>
            <p:nvPr/>
          </p:nvPicPr>
          <p:blipFill>
            <a:blip r:embed="rId5"/>
            <a:stretch>
              <a:fillRect/>
            </a:stretch>
          </p:blipFill>
          <p:spPr>
            <a:xfrm flipH="1">
              <a:off x="4211950" y="4726067"/>
              <a:ext cx="152048" cy="433845"/>
            </a:xfrm>
            <a:prstGeom prst="rect">
              <a:avLst/>
            </a:prstGeom>
          </p:spPr>
        </p:pic>
        <p:pic>
          <p:nvPicPr>
            <p:cNvPr id="10" name="Picture 9"/>
            <p:cNvPicPr>
              <a:picLocks noChangeAspect="1"/>
            </p:cNvPicPr>
            <p:nvPr/>
          </p:nvPicPr>
          <p:blipFill>
            <a:blip r:embed="rId6"/>
            <a:stretch>
              <a:fillRect/>
            </a:stretch>
          </p:blipFill>
          <p:spPr>
            <a:xfrm flipH="1">
              <a:off x="4211950" y="2163923"/>
              <a:ext cx="156103" cy="443982"/>
            </a:xfrm>
            <a:prstGeom prst="rect">
              <a:avLst/>
            </a:prstGeom>
          </p:spPr>
        </p:pic>
        <p:pic>
          <p:nvPicPr>
            <p:cNvPr id="11" name="Picture 10"/>
            <p:cNvPicPr>
              <a:picLocks noChangeAspect="1"/>
            </p:cNvPicPr>
            <p:nvPr/>
          </p:nvPicPr>
          <p:blipFill>
            <a:blip r:embed="rId7"/>
            <a:stretch>
              <a:fillRect/>
            </a:stretch>
          </p:blipFill>
          <p:spPr>
            <a:xfrm flipH="1">
              <a:off x="7084305" y="3497076"/>
              <a:ext cx="162185" cy="439927"/>
            </a:xfrm>
            <a:prstGeom prst="rect">
              <a:avLst/>
            </a:prstGeom>
          </p:spPr>
        </p:pic>
        <p:pic>
          <p:nvPicPr>
            <p:cNvPr id="38" name="Picture 9"/>
            <p:cNvPicPr>
              <a:picLocks noChangeAspect="1" noChangeArrowheads="1"/>
            </p:cNvPicPr>
            <p:nvPr/>
          </p:nvPicPr>
          <p:blipFill>
            <a:blip r:embed="rId2" cstate="print"/>
            <a:srcRect/>
            <a:stretch>
              <a:fillRect/>
            </a:stretch>
          </p:blipFill>
          <p:spPr bwMode="auto">
            <a:xfrm>
              <a:off x="1635806" y="3975164"/>
              <a:ext cx="749297" cy="285749"/>
            </a:xfrm>
            <a:prstGeom prst="rect">
              <a:avLst/>
            </a:prstGeom>
            <a:noFill/>
            <a:ln w="9525">
              <a:noFill/>
              <a:miter lim="800000"/>
              <a:headEnd/>
              <a:tailEnd/>
            </a:ln>
          </p:spPr>
        </p:pic>
        <p:pic>
          <p:nvPicPr>
            <p:cNvPr id="40" name="Picture 9"/>
            <p:cNvPicPr>
              <a:picLocks noChangeAspect="1" noChangeArrowheads="1"/>
            </p:cNvPicPr>
            <p:nvPr/>
          </p:nvPicPr>
          <p:blipFill>
            <a:blip r:embed="rId2" cstate="print"/>
            <a:srcRect/>
            <a:stretch>
              <a:fillRect/>
            </a:stretch>
          </p:blipFill>
          <p:spPr bwMode="auto">
            <a:xfrm>
              <a:off x="1635806" y="5146115"/>
              <a:ext cx="749297" cy="285749"/>
            </a:xfrm>
            <a:prstGeom prst="rect">
              <a:avLst/>
            </a:prstGeom>
            <a:noFill/>
            <a:ln w="9525">
              <a:noFill/>
              <a:miter lim="800000"/>
              <a:headEnd/>
              <a:tailEnd/>
            </a:ln>
          </p:spPr>
        </p:pic>
        <p:pic>
          <p:nvPicPr>
            <p:cNvPr id="42" name="Picture 9"/>
            <p:cNvPicPr>
              <a:picLocks noChangeAspect="1" noChangeArrowheads="1"/>
            </p:cNvPicPr>
            <p:nvPr/>
          </p:nvPicPr>
          <p:blipFill>
            <a:blip r:embed="rId2" cstate="print"/>
            <a:srcRect/>
            <a:stretch>
              <a:fillRect/>
            </a:stretch>
          </p:blipFill>
          <p:spPr bwMode="auto">
            <a:xfrm>
              <a:off x="1635806" y="4757386"/>
              <a:ext cx="749297" cy="285749"/>
            </a:xfrm>
            <a:prstGeom prst="rect">
              <a:avLst/>
            </a:prstGeom>
            <a:noFill/>
            <a:ln w="9525">
              <a:noFill/>
              <a:miter lim="800000"/>
              <a:headEnd/>
              <a:tailEnd/>
            </a:ln>
          </p:spPr>
        </p:pic>
        <p:pic>
          <p:nvPicPr>
            <p:cNvPr id="43" name="Picture 10"/>
            <p:cNvPicPr>
              <a:picLocks noChangeAspect="1" noChangeArrowheads="1"/>
            </p:cNvPicPr>
            <p:nvPr/>
          </p:nvPicPr>
          <p:blipFill>
            <a:blip r:embed="rId3" cstate="print"/>
            <a:srcRect/>
            <a:stretch>
              <a:fillRect/>
            </a:stretch>
          </p:blipFill>
          <p:spPr bwMode="auto">
            <a:xfrm>
              <a:off x="1640997" y="4363893"/>
              <a:ext cx="738914" cy="290513"/>
            </a:xfrm>
            <a:prstGeom prst="rect">
              <a:avLst/>
            </a:prstGeom>
            <a:noFill/>
            <a:ln w="9525">
              <a:noFill/>
              <a:miter lim="800000"/>
              <a:headEnd/>
              <a:tailEnd/>
            </a:ln>
          </p:spPr>
        </p:pic>
        <p:pic>
          <p:nvPicPr>
            <p:cNvPr id="44" name="Picture 10"/>
            <p:cNvPicPr>
              <a:picLocks noChangeAspect="1" noChangeArrowheads="1"/>
            </p:cNvPicPr>
            <p:nvPr/>
          </p:nvPicPr>
          <p:blipFill>
            <a:blip r:embed="rId3" cstate="print"/>
            <a:srcRect/>
            <a:stretch>
              <a:fillRect/>
            </a:stretch>
          </p:blipFill>
          <p:spPr bwMode="auto">
            <a:xfrm>
              <a:off x="1640997" y="5534844"/>
              <a:ext cx="738914" cy="290513"/>
            </a:xfrm>
            <a:prstGeom prst="rect">
              <a:avLst/>
            </a:prstGeom>
            <a:noFill/>
            <a:ln w="9525">
              <a:noFill/>
              <a:miter lim="800000"/>
              <a:headEnd/>
              <a:tailEnd/>
            </a:ln>
          </p:spPr>
        </p:pic>
      </p:grpSp>
    </p:spTree>
    <p:extLst>
      <p:ext uri="{BB962C8B-B14F-4D97-AF65-F5344CB8AC3E}">
        <p14:creationId xmlns:p14="http://schemas.microsoft.com/office/powerpoint/2010/main" val="42236026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ianummer 4"/>
          <p:cNvSpPr>
            <a:spLocks noGrp="1"/>
          </p:cNvSpPr>
          <p:nvPr>
            <p:ph type="sldNum" sz="quarter" idx="4294967295"/>
          </p:nvPr>
        </p:nvSpPr>
        <p:spPr>
          <a:xfrm>
            <a:off x="3684715" y="6436428"/>
            <a:ext cx="449287" cy="451262"/>
          </a:xfrm>
        </p:spPr>
        <p:txBody>
          <a:bodyPr/>
          <a:lstStyle/>
          <a:p>
            <a:fld id="{A4D095F7-83A9-4B4F-983F-FBBDF20DF49D}" type="slidenum">
              <a:rPr lang="nl-NL" smtClean="0"/>
              <a:t>24</a:t>
            </a:fld>
            <a:endParaRPr lang="nl-NL" dirty="0"/>
          </a:p>
        </p:txBody>
      </p:sp>
      <p:sp>
        <p:nvSpPr>
          <p:cNvPr id="7" name="Titel 2"/>
          <p:cNvSpPr txBox="1">
            <a:spLocks/>
          </p:cNvSpPr>
          <p:nvPr/>
        </p:nvSpPr>
        <p:spPr bwMode="auto">
          <a:xfrm>
            <a:off x="237507" y="90489"/>
            <a:ext cx="8443356" cy="78828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r>
              <a:rPr lang="en-US" dirty="0" smtClean="0"/>
              <a:t>Improvement Management</a:t>
            </a:r>
            <a:endParaRPr lang="en-US" sz="2000" dirty="0"/>
          </a:p>
        </p:txBody>
      </p:sp>
      <p:sp>
        <p:nvSpPr>
          <p:cNvPr id="11" name="Rechthoek 10"/>
          <p:cNvSpPr/>
          <p:nvPr/>
        </p:nvSpPr>
        <p:spPr bwMode="auto">
          <a:xfrm>
            <a:off x="683460" y="126869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10" name="Rechthoek 9"/>
          <p:cNvSpPr/>
          <p:nvPr/>
        </p:nvSpPr>
        <p:spPr bwMode="auto">
          <a:xfrm>
            <a:off x="539440" y="141271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9" name="Rechthoek 8"/>
          <p:cNvSpPr/>
          <p:nvPr/>
        </p:nvSpPr>
        <p:spPr bwMode="auto">
          <a:xfrm>
            <a:off x="395420" y="155673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8" name="Rechthoek 7"/>
          <p:cNvSpPr/>
          <p:nvPr/>
        </p:nvSpPr>
        <p:spPr bwMode="auto">
          <a:xfrm>
            <a:off x="251400" y="170075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Commitment</a:t>
            </a:r>
          </a:p>
        </p:txBody>
      </p:sp>
      <p:sp>
        <p:nvSpPr>
          <p:cNvPr id="40" name="Rechthoek 39"/>
          <p:cNvSpPr/>
          <p:nvPr/>
        </p:nvSpPr>
        <p:spPr bwMode="auto">
          <a:xfrm>
            <a:off x="683460" y="486919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42" name="Rechthoek 41"/>
          <p:cNvSpPr/>
          <p:nvPr/>
        </p:nvSpPr>
        <p:spPr bwMode="auto">
          <a:xfrm>
            <a:off x="539440" y="501321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43" name="Rechthoek 42"/>
          <p:cNvSpPr/>
          <p:nvPr/>
        </p:nvSpPr>
        <p:spPr bwMode="auto">
          <a:xfrm>
            <a:off x="395420" y="515723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44" name="Rechthoek 43"/>
          <p:cNvSpPr/>
          <p:nvPr/>
        </p:nvSpPr>
        <p:spPr bwMode="auto">
          <a:xfrm>
            <a:off x="251400" y="530125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GB" sz="1400" dirty="0">
                <a:solidFill>
                  <a:schemeClr val="tx1"/>
                </a:solidFill>
              </a:rPr>
              <a:t>Improvement</a:t>
            </a:r>
          </a:p>
          <a:p>
            <a:pPr algn="ctr"/>
            <a:r>
              <a:rPr lang="en-GB" sz="1400" dirty="0">
                <a:solidFill>
                  <a:schemeClr val="tx1"/>
                </a:solidFill>
              </a:rPr>
              <a:t>Actions</a:t>
            </a:r>
          </a:p>
        </p:txBody>
      </p:sp>
      <p:sp>
        <p:nvSpPr>
          <p:cNvPr id="48" name="Rechthoek 47"/>
          <p:cNvSpPr/>
          <p:nvPr/>
        </p:nvSpPr>
        <p:spPr bwMode="auto">
          <a:xfrm>
            <a:off x="683460" y="249286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49" name="Rechthoek 48"/>
          <p:cNvSpPr/>
          <p:nvPr/>
        </p:nvSpPr>
        <p:spPr bwMode="auto">
          <a:xfrm>
            <a:off x="539440" y="263688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50" name="Rechthoek 49"/>
          <p:cNvSpPr/>
          <p:nvPr/>
        </p:nvSpPr>
        <p:spPr bwMode="auto">
          <a:xfrm>
            <a:off x="395420" y="278090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51" name="Rechthoek 50"/>
          <p:cNvSpPr/>
          <p:nvPr/>
        </p:nvSpPr>
        <p:spPr bwMode="auto">
          <a:xfrm>
            <a:off x="251400" y="292492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Relationship</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KPI’s</a:t>
            </a:r>
            <a:endParaRPr kumimoji="0" lang="en-GB" sz="1400" b="0" i="0" u="none" strike="noStrike" cap="none" normalizeH="0" baseline="0" dirty="0" smtClean="0">
              <a:ln>
                <a:noFill/>
              </a:ln>
              <a:solidFill>
                <a:schemeClr val="tx1"/>
              </a:solidFill>
              <a:effectLst/>
            </a:endParaRPr>
          </a:p>
        </p:txBody>
      </p:sp>
      <p:cxnSp>
        <p:nvCxnSpPr>
          <p:cNvPr id="4" name="Gebogen verbindingslijn 3"/>
          <p:cNvCxnSpPr>
            <a:stCxn id="11" idx="3"/>
            <a:endCxn id="37" idx="1"/>
          </p:cNvCxnSpPr>
          <p:nvPr/>
        </p:nvCxnSpPr>
        <p:spPr bwMode="auto">
          <a:xfrm>
            <a:off x="2411700" y="1556739"/>
            <a:ext cx="1008140" cy="720100"/>
          </a:xfrm>
          <a:prstGeom prst="bentConnector3">
            <a:avLst/>
          </a:prstGeom>
          <a:noFill/>
          <a:ln w="9525" cap="flat" cmpd="sng" algn="ctr">
            <a:solidFill>
              <a:schemeClr val="bg1">
                <a:lumMod val="50000"/>
              </a:schemeClr>
            </a:solidFill>
            <a:prstDash val="solid"/>
            <a:round/>
            <a:headEnd type="none" w="med" len="med"/>
            <a:tailEnd type="arrow"/>
          </a:ln>
          <a:effectLst/>
        </p:spPr>
      </p:cxnSp>
      <p:sp>
        <p:nvSpPr>
          <p:cNvPr id="58" name="Rechthoek 57"/>
          <p:cNvSpPr/>
          <p:nvPr/>
        </p:nvSpPr>
        <p:spPr bwMode="auto">
          <a:xfrm>
            <a:off x="7308380" y="2996940"/>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59" name="Rechthoek 58"/>
          <p:cNvSpPr/>
          <p:nvPr/>
        </p:nvSpPr>
        <p:spPr bwMode="auto">
          <a:xfrm>
            <a:off x="7164360" y="3140960"/>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60" name="Rechthoek 59"/>
          <p:cNvSpPr/>
          <p:nvPr/>
        </p:nvSpPr>
        <p:spPr bwMode="auto">
          <a:xfrm>
            <a:off x="7020340" y="3284980"/>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61" name="Rechthoek 60"/>
          <p:cNvSpPr/>
          <p:nvPr/>
        </p:nvSpPr>
        <p:spPr bwMode="auto">
          <a:xfrm>
            <a:off x="6876320" y="3429000"/>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Improvement</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Actions</a:t>
            </a:r>
            <a:endParaRPr kumimoji="0" lang="en-GB" sz="1400" b="0" i="0" u="none" strike="noStrike" cap="none" normalizeH="0" baseline="0" dirty="0" smtClean="0">
              <a:ln>
                <a:noFill/>
              </a:ln>
              <a:solidFill>
                <a:schemeClr val="tx1"/>
              </a:solidFill>
              <a:effectLst/>
            </a:endParaRPr>
          </a:p>
        </p:txBody>
      </p:sp>
      <p:sp>
        <p:nvSpPr>
          <p:cNvPr id="67" name="Tekstvak 66"/>
          <p:cNvSpPr txBox="1"/>
          <p:nvPr/>
        </p:nvSpPr>
        <p:spPr>
          <a:xfrm>
            <a:off x="6074824" y="3501010"/>
            <a:ext cx="775924" cy="430887"/>
          </a:xfrm>
          <a:prstGeom prst="rect">
            <a:avLst/>
          </a:prstGeom>
          <a:noFill/>
          <a:ln>
            <a:noFill/>
          </a:ln>
        </p:spPr>
        <p:txBody>
          <a:bodyPr wrap="none" rtlCol="0">
            <a:spAutoFit/>
          </a:bodyPr>
          <a:lstStyle/>
          <a:p>
            <a:pPr algn="ctr"/>
            <a:r>
              <a:rPr lang="en-GB" sz="1100" dirty="0" smtClean="0">
                <a:solidFill>
                  <a:schemeClr val="tx1"/>
                </a:solidFill>
              </a:rPr>
              <a:t>New</a:t>
            </a:r>
          </a:p>
          <a:p>
            <a:pPr algn="ctr"/>
            <a:r>
              <a:rPr lang="en-GB" sz="1100" dirty="0" smtClean="0">
                <a:solidFill>
                  <a:schemeClr val="tx1"/>
                </a:solidFill>
              </a:rPr>
              <a:t>Updated</a:t>
            </a:r>
            <a:endParaRPr lang="en-GB" sz="1100" dirty="0">
              <a:solidFill>
                <a:schemeClr val="tx1"/>
              </a:solidFill>
            </a:endParaRPr>
          </a:p>
        </p:txBody>
      </p:sp>
      <p:cxnSp>
        <p:nvCxnSpPr>
          <p:cNvPr id="6" name="Gebogen verbindingslijn 5"/>
          <p:cNvCxnSpPr>
            <a:stCxn id="61" idx="2"/>
            <a:endCxn id="44" idx="2"/>
          </p:cNvCxnSpPr>
          <p:nvPr/>
        </p:nvCxnSpPr>
        <p:spPr bwMode="auto">
          <a:xfrm rot="5400000">
            <a:off x="3491851" y="1628749"/>
            <a:ext cx="1872259" cy="6624920"/>
          </a:xfrm>
          <a:prstGeom prst="bentConnector3">
            <a:avLst>
              <a:gd name="adj1" fmla="val 112210"/>
            </a:avLst>
          </a:prstGeom>
          <a:noFill/>
          <a:ln w="9525" cap="flat" cmpd="sng" algn="ctr">
            <a:solidFill>
              <a:schemeClr val="bg1">
                <a:lumMod val="50000"/>
              </a:schemeClr>
            </a:solidFill>
            <a:prstDash val="solid"/>
            <a:round/>
            <a:headEnd type="none" w="med" len="med"/>
            <a:tailEnd type="arrow"/>
          </a:ln>
          <a:effectLst/>
        </p:spPr>
      </p:cxnSp>
      <p:sp>
        <p:nvSpPr>
          <p:cNvPr id="37" name="Rechthoek 36"/>
          <p:cNvSpPr/>
          <p:nvPr/>
        </p:nvSpPr>
        <p:spPr bwMode="auto">
          <a:xfrm>
            <a:off x="3419840" y="1988799"/>
            <a:ext cx="201628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Governance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Team A</a:t>
            </a:r>
            <a:endParaRPr kumimoji="0" lang="en-GB" sz="1400" b="0" i="0" u="none" strike="noStrike" cap="none" normalizeH="0" baseline="0" dirty="0" smtClean="0">
              <a:ln>
                <a:noFill/>
              </a:ln>
              <a:solidFill>
                <a:schemeClr val="tx1"/>
              </a:solidFill>
              <a:effectLst/>
            </a:endParaRPr>
          </a:p>
        </p:txBody>
      </p:sp>
      <p:sp>
        <p:nvSpPr>
          <p:cNvPr id="39" name="Rechthoek 38"/>
          <p:cNvSpPr/>
          <p:nvPr/>
        </p:nvSpPr>
        <p:spPr bwMode="auto">
          <a:xfrm>
            <a:off x="3419840" y="2708899"/>
            <a:ext cx="201628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Governance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Team B</a:t>
            </a:r>
            <a:endParaRPr kumimoji="0" lang="en-GB" sz="1400" b="0" i="0" u="none" strike="noStrike" cap="none" normalizeH="0" baseline="0" dirty="0" smtClean="0">
              <a:ln>
                <a:noFill/>
              </a:ln>
              <a:solidFill>
                <a:schemeClr val="tx1"/>
              </a:solidFill>
              <a:effectLst/>
            </a:endParaRPr>
          </a:p>
        </p:txBody>
      </p:sp>
      <p:sp>
        <p:nvSpPr>
          <p:cNvPr id="41" name="Rechthoek 40"/>
          <p:cNvSpPr/>
          <p:nvPr/>
        </p:nvSpPr>
        <p:spPr bwMode="auto">
          <a:xfrm>
            <a:off x="3419840" y="3428999"/>
            <a:ext cx="201628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Governance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Team C</a:t>
            </a:r>
            <a:endParaRPr kumimoji="0" lang="en-GB" sz="1400" b="0" i="0" u="none" strike="noStrike" cap="none" normalizeH="0" baseline="0" dirty="0" smtClean="0">
              <a:ln>
                <a:noFill/>
              </a:ln>
              <a:solidFill>
                <a:schemeClr val="tx1"/>
              </a:solidFill>
              <a:effectLst/>
            </a:endParaRPr>
          </a:p>
        </p:txBody>
      </p:sp>
      <p:sp>
        <p:nvSpPr>
          <p:cNvPr id="55" name="Rechthoek 54"/>
          <p:cNvSpPr/>
          <p:nvPr/>
        </p:nvSpPr>
        <p:spPr bwMode="auto">
          <a:xfrm>
            <a:off x="3419840" y="4149099"/>
            <a:ext cx="201628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Governance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Team D</a:t>
            </a:r>
            <a:endParaRPr kumimoji="0" lang="en-GB" sz="1400" b="0" i="0" u="none" strike="noStrike" cap="none" normalizeH="0" baseline="0" dirty="0" smtClean="0">
              <a:ln>
                <a:noFill/>
              </a:ln>
              <a:solidFill>
                <a:schemeClr val="tx1"/>
              </a:solidFill>
              <a:effectLst/>
            </a:endParaRPr>
          </a:p>
        </p:txBody>
      </p:sp>
      <p:sp>
        <p:nvSpPr>
          <p:cNvPr id="56" name="Rechthoek 55"/>
          <p:cNvSpPr/>
          <p:nvPr/>
        </p:nvSpPr>
        <p:spPr bwMode="auto">
          <a:xfrm>
            <a:off x="3419840" y="4869199"/>
            <a:ext cx="201628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Governance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Team E</a:t>
            </a:r>
            <a:endParaRPr kumimoji="0" lang="en-GB" sz="1400" b="0" i="0" u="none" strike="noStrike" cap="none" normalizeH="0" baseline="0" dirty="0" smtClean="0">
              <a:ln>
                <a:noFill/>
              </a:ln>
              <a:solidFill>
                <a:schemeClr val="tx1"/>
              </a:solidFill>
              <a:effectLst/>
            </a:endParaRPr>
          </a:p>
        </p:txBody>
      </p:sp>
      <p:sp>
        <p:nvSpPr>
          <p:cNvPr id="79" name="Rechthoek 78"/>
          <p:cNvSpPr/>
          <p:nvPr/>
        </p:nvSpPr>
        <p:spPr bwMode="auto">
          <a:xfrm>
            <a:off x="683460" y="371703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80" name="Rechthoek 79"/>
          <p:cNvSpPr/>
          <p:nvPr/>
        </p:nvSpPr>
        <p:spPr bwMode="auto">
          <a:xfrm>
            <a:off x="539440" y="386105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81" name="Rechthoek 80"/>
          <p:cNvSpPr/>
          <p:nvPr/>
        </p:nvSpPr>
        <p:spPr bwMode="auto">
          <a:xfrm>
            <a:off x="395420" y="400507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82" name="Rechthoek 81"/>
          <p:cNvSpPr/>
          <p:nvPr/>
        </p:nvSpPr>
        <p:spPr bwMode="auto">
          <a:xfrm>
            <a:off x="251400" y="414909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Service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KPI’s</a:t>
            </a:r>
            <a:endParaRPr kumimoji="0" lang="en-GB" sz="1400" b="0" i="0" u="none" strike="noStrike" cap="none" normalizeH="0" baseline="0" dirty="0" smtClean="0">
              <a:ln>
                <a:noFill/>
              </a:ln>
              <a:solidFill>
                <a:schemeClr val="tx1"/>
              </a:solidFill>
              <a:effectLst/>
            </a:endParaRPr>
          </a:p>
        </p:txBody>
      </p:sp>
      <p:cxnSp>
        <p:nvCxnSpPr>
          <p:cNvPr id="14" name="Gebogen verbindingslijn 13"/>
          <p:cNvCxnSpPr>
            <a:stCxn id="11" idx="3"/>
            <a:endCxn id="39" idx="1"/>
          </p:cNvCxnSpPr>
          <p:nvPr/>
        </p:nvCxnSpPr>
        <p:spPr bwMode="auto">
          <a:xfrm>
            <a:off x="2411700" y="1556739"/>
            <a:ext cx="1008140" cy="14402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16" name="Gebogen verbindingslijn 15"/>
          <p:cNvCxnSpPr>
            <a:stCxn id="11" idx="3"/>
            <a:endCxn id="41" idx="1"/>
          </p:cNvCxnSpPr>
          <p:nvPr/>
        </p:nvCxnSpPr>
        <p:spPr bwMode="auto">
          <a:xfrm>
            <a:off x="2411700" y="1556739"/>
            <a:ext cx="1008140" cy="21603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18" name="Gebogen verbindingslijn 17"/>
          <p:cNvCxnSpPr>
            <a:stCxn id="11" idx="3"/>
            <a:endCxn id="55" idx="1"/>
          </p:cNvCxnSpPr>
          <p:nvPr/>
        </p:nvCxnSpPr>
        <p:spPr bwMode="auto">
          <a:xfrm>
            <a:off x="2411700" y="1556739"/>
            <a:ext cx="1008140" cy="28804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20" name="Gebogen verbindingslijn 19"/>
          <p:cNvCxnSpPr>
            <a:stCxn id="11" idx="3"/>
            <a:endCxn id="56" idx="1"/>
          </p:cNvCxnSpPr>
          <p:nvPr/>
        </p:nvCxnSpPr>
        <p:spPr bwMode="auto">
          <a:xfrm>
            <a:off x="2411700" y="1556739"/>
            <a:ext cx="1008140" cy="36005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22" name="Gebogen verbindingslijn 21"/>
          <p:cNvCxnSpPr>
            <a:stCxn id="48" idx="3"/>
            <a:endCxn id="39" idx="1"/>
          </p:cNvCxnSpPr>
          <p:nvPr/>
        </p:nvCxnSpPr>
        <p:spPr bwMode="auto">
          <a:xfrm>
            <a:off x="2411700" y="2780909"/>
            <a:ext cx="1008140" cy="21603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24" name="Gebogen verbindingslijn 23"/>
          <p:cNvCxnSpPr>
            <a:stCxn id="79" idx="3"/>
            <a:endCxn id="41" idx="1"/>
          </p:cNvCxnSpPr>
          <p:nvPr/>
        </p:nvCxnSpPr>
        <p:spPr bwMode="auto">
          <a:xfrm flipV="1">
            <a:off x="2411700" y="3717039"/>
            <a:ext cx="1008140" cy="28804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26" name="Gebogen verbindingslijn 25"/>
          <p:cNvCxnSpPr>
            <a:stCxn id="40" idx="3"/>
            <a:endCxn id="55" idx="1"/>
          </p:cNvCxnSpPr>
          <p:nvPr/>
        </p:nvCxnSpPr>
        <p:spPr bwMode="auto">
          <a:xfrm flipV="1">
            <a:off x="2411700" y="4437139"/>
            <a:ext cx="1008140" cy="7201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28" name="Gebogen verbindingslijn 27"/>
          <p:cNvCxnSpPr>
            <a:stCxn id="37" idx="3"/>
            <a:endCxn id="61" idx="1"/>
          </p:cNvCxnSpPr>
          <p:nvPr/>
        </p:nvCxnSpPr>
        <p:spPr bwMode="auto">
          <a:xfrm>
            <a:off x="5436120" y="2276839"/>
            <a:ext cx="1440200" cy="1440201"/>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90" name="Gebogen verbindingslijn 89"/>
          <p:cNvCxnSpPr>
            <a:stCxn id="39" idx="3"/>
            <a:endCxn id="61" idx="1"/>
          </p:cNvCxnSpPr>
          <p:nvPr/>
        </p:nvCxnSpPr>
        <p:spPr bwMode="auto">
          <a:xfrm>
            <a:off x="5436120" y="2996939"/>
            <a:ext cx="1440200" cy="720101"/>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92" name="Gebogen verbindingslijn 91"/>
          <p:cNvCxnSpPr>
            <a:stCxn id="41" idx="3"/>
            <a:endCxn id="61" idx="1"/>
          </p:cNvCxnSpPr>
          <p:nvPr/>
        </p:nvCxnSpPr>
        <p:spPr bwMode="auto">
          <a:xfrm>
            <a:off x="5436120" y="3717039"/>
            <a:ext cx="1440200" cy="1"/>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94" name="Gebogen verbindingslijn 93"/>
          <p:cNvCxnSpPr>
            <a:stCxn id="55" idx="3"/>
            <a:endCxn id="61" idx="1"/>
          </p:cNvCxnSpPr>
          <p:nvPr/>
        </p:nvCxnSpPr>
        <p:spPr bwMode="auto">
          <a:xfrm flipV="1">
            <a:off x="5436120" y="3717040"/>
            <a:ext cx="1440200" cy="720099"/>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96" name="Gebogen verbindingslijn 95"/>
          <p:cNvCxnSpPr>
            <a:stCxn id="56" idx="3"/>
            <a:endCxn id="61" idx="1"/>
          </p:cNvCxnSpPr>
          <p:nvPr/>
        </p:nvCxnSpPr>
        <p:spPr bwMode="auto">
          <a:xfrm flipV="1">
            <a:off x="5436120" y="3717040"/>
            <a:ext cx="1440200" cy="1440199"/>
          </a:xfrm>
          <a:prstGeom prst="bentConnector3">
            <a:avLst/>
          </a:prstGeom>
          <a:noFill/>
          <a:ln w="9525" cap="flat" cmpd="sng" algn="ctr">
            <a:solidFill>
              <a:schemeClr val="bg1">
                <a:lumMod val="50000"/>
              </a:schemeClr>
            </a:solidFill>
            <a:prstDash val="solid"/>
            <a:round/>
            <a:headEnd type="none" w="med" len="med"/>
            <a:tailEnd type="arrow"/>
          </a:ln>
          <a:effectLst/>
        </p:spPr>
      </p:cxnSp>
      <p:pic>
        <p:nvPicPr>
          <p:cNvPr id="2" name="Picture 1"/>
          <p:cNvPicPr>
            <a:picLocks noChangeAspect="1"/>
          </p:cNvPicPr>
          <p:nvPr/>
        </p:nvPicPr>
        <p:blipFill>
          <a:blip r:embed="rId2"/>
          <a:stretch>
            <a:fillRect/>
          </a:stretch>
        </p:blipFill>
        <p:spPr>
          <a:xfrm>
            <a:off x="5048552" y="2085967"/>
            <a:ext cx="323278" cy="381743"/>
          </a:xfrm>
          <a:prstGeom prst="rect">
            <a:avLst/>
          </a:prstGeom>
          <a:solidFill>
            <a:schemeClr val="bg1">
              <a:lumMod val="75000"/>
              <a:alpha val="31000"/>
            </a:schemeClr>
          </a:solidFill>
          <a:ln>
            <a:solidFill>
              <a:schemeClr val="bg1"/>
            </a:solidFill>
          </a:ln>
        </p:spPr>
      </p:pic>
      <p:pic>
        <p:nvPicPr>
          <p:cNvPr id="86" name="Picture 85"/>
          <p:cNvPicPr>
            <a:picLocks noChangeAspect="1"/>
          </p:cNvPicPr>
          <p:nvPr/>
        </p:nvPicPr>
        <p:blipFill>
          <a:blip r:embed="rId2"/>
          <a:stretch>
            <a:fillRect/>
          </a:stretch>
        </p:blipFill>
        <p:spPr>
          <a:xfrm>
            <a:off x="5048552" y="2799777"/>
            <a:ext cx="323278" cy="381743"/>
          </a:xfrm>
          <a:prstGeom prst="rect">
            <a:avLst/>
          </a:prstGeom>
          <a:solidFill>
            <a:schemeClr val="bg1">
              <a:lumMod val="75000"/>
              <a:alpha val="31000"/>
            </a:schemeClr>
          </a:solidFill>
          <a:ln>
            <a:solidFill>
              <a:schemeClr val="bg1"/>
            </a:solidFill>
          </a:ln>
        </p:spPr>
      </p:pic>
      <p:pic>
        <p:nvPicPr>
          <p:cNvPr id="87" name="Picture 86"/>
          <p:cNvPicPr>
            <a:picLocks noChangeAspect="1"/>
          </p:cNvPicPr>
          <p:nvPr/>
        </p:nvPicPr>
        <p:blipFill>
          <a:blip r:embed="rId2"/>
          <a:stretch>
            <a:fillRect/>
          </a:stretch>
        </p:blipFill>
        <p:spPr>
          <a:xfrm>
            <a:off x="5048552" y="3513587"/>
            <a:ext cx="323278" cy="381743"/>
          </a:xfrm>
          <a:prstGeom prst="rect">
            <a:avLst/>
          </a:prstGeom>
          <a:solidFill>
            <a:schemeClr val="bg1">
              <a:lumMod val="75000"/>
              <a:alpha val="31000"/>
            </a:schemeClr>
          </a:solidFill>
          <a:ln>
            <a:solidFill>
              <a:schemeClr val="bg1"/>
            </a:solidFill>
          </a:ln>
        </p:spPr>
      </p:pic>
      <p:pic>
        <p:nvPicPr>
          <p:cNvPr id="88" name="Picture 87"/>
          <p:cNvPicPr>
            <a:picLocks noChangeAspect="1"/>
          </p:cNvPicPr>
          <p:nvPr/>
        </p:nvPicPr>
        <p:blipFill>
          <a:blip r:embed="rId2"/>
          <a:stretch>
            <a:fillRect/>
          </a:stretch>
        </p:blipFill>
        <p:spPr>
          <a:xfrm>
            <a:off x="5048552" y="4227397"/>
            <a:ext cx="323278" cy="381743"/>
          </a:xfrm>
          <a:prstGeom prst="rect">
            <a:avLst/>
          </a:prstGeom>
          <a:solidFill>
            <a:schemeClr val="bg1">
              <a:lumMod val="75000"/>
              <a:alpha val="31000"/>
            </a:schemeClr>
          </a:solidFill>
          <a:ln>
            <a:solidFill>
              <a:schemeClr val="bg1"/>
            </a:solidFill>
          </a:ln>
        </p:spPr>
      </p:pic>
      <p:pic>
        <p:nvPicPr>
          <p:cNvPr id="89" name="Picture 88"/>
          <p:cNvPicPr>
            <a:picLocks noChangeAspect="1"/>
          </p:cNvPicPr>
          <p:nvPr/>
        </p:nvPicPr>
        <p:blipFill>
          <a:blip r:embed="rId2"/>
          <a:stretch>
            <a:fillRect/>
          </a:stretch>
        </p:blipFill>
        <p:spPr>
          <a:xfrm>
            <a:off x="5048552" y="4941209"/>
            <a:ext cx="323278" cy="381743"/>
          </a:xfrm>
          <a:prstGeom prst="rect">
            <a:avLst/>
          </a:prstGeom>
          <a:solidFill>
            <a:schemeClr val="bg1">
              <a:lumMod val="75000"/>
              <a:alpha val="31000"/>
            </a:schemeClr>
          </a:solidFill>
          <a:ln>
            <a:solidFill>
              <a:schemeClr val="bg1"/>
            </a:solidFill>
          </a:ln>
        </p:spPr>
      </p:pic>
      <p:pic>
        <p:nvPicPr>
          <p:cNvPr id="91" name="Picture 90"/>
          <p:cNvPicPr>
            <a:picLocks noChangeAspect="1"/>
          </p:cNvPicPr>
          <p:nvPr/>
        </p:nvPicPr>
        <p:blipFill>
          <a:blip r:embed="rId2"/>
          <a:stretch>
            <a:fillRect/>
          </a:stretch>
        </p:blipFill>
        <p:spPr>
          <a:xfrm>
            <a:off x="1989930" y="1788019"/>
            <a:ext cx="323278" cy="381743"/>
          </a:xfrm>
          <a:prstGeom prst="rect">
            <a:avLst/>
          </a:prstGeom>
          <a:solidFill>
            <a:schemeClr val="bg1">
              <a:lumMod val="75000"/>
              <a:alpha val="31000"/>
            </a:schemeClr>
          </a:solidFill>
          <a:ln>
            <a:solidFill>
              <a:schemeClr val="bg1"/>
            </a:solidFill>
          </a:ln>
        </p:spPr>
      </p:pic>
      <p:pic>
        <p:nvPicPr>
          <p:cNvPr id="93" name="Picture 92"/>
          <p:cNvPicPr>
            <a:picLocks noChangeAspect="1"/>
          </p:cNvPicPr>
          <p:nvPr/>
        </p:nvPicPr>
        <p:blipFill>
          <a:blip r:embed="rId2"/>
          <a:stretch>
            <a:fillRect/>
          </a:stretch>
        </p:blipFill>
        <p:spPr>
          <a:xfrm>
            <a:off x="1989930" y="2984258"/>
            <a:ext cx="323278" cy="381743"/>
          </a:xfrm>
          <a:prstGeom prst="rect">
            <a:avLst/>
          </a:prstGeom>
          <a:solidFill>
            <a:schemeClr val="bg1">
              <a:lumMod val="75000"/>
              <a:alpha val="31000"/>
            </a:schemeClr>
          </a:solidFill>
          <a:ln>
            <a:solidFill>
              <a:schemeClr val="bg1"/>
            </a:solidFill>
          </a:ln>
        </p:spPr>
        <p:style>
          <a:lnRef idx="0">
            <a:schemeClr val="accent3"/>
          </a:lnRef>
          <a:fillRef idx="3">
            <a:schemeClr val="accent3"/>
          </a:fillRef>
          <a:effectRef idx="3">
            <a:schemeClr val="accent3"/>
          </a:effectRef>
          <a:fontRef idx="minor">
            <a:schemeClr val="lt1"/>
          </a:fontRef>
        </p:style>
      </p:pic>
      <p:pic>
        <p:nvPicPr>
          <p:cNvPr id="95" name="Picture 94"/>
          <p:cNvPicPr>
            <a:picLocks noChangeAspect="1"/>
          </p:cNvPicPr>
          <p:nvPr/>
        </p:nvPicPr>
        <p:blipFill>
          <a:blip r:embed="rId2"/>
          <a:stretch>
            <a:fillRect/>
          </a:stretch>
        </p:blipFill>
        <p:spPr>
          <a:xfrm>
            <a:off x="1989930" y="4180497"/>
            <a:ext cx="323278" cy="381743"/>
          </a:xfrm>
          <a:prstGeom prst="rect">
            <a:avLst/>
          </a:prstGeom>
          <a:solidFill>
            <a:schemeClr val="bg1">
              <a:lumMod val="75000"/>
              <a:alpha val="31000"/>
            </a:schemeClr>
          </a:solidFill>
          <a:ln>
            <a:solidFill>
              <a:schemeClr val="bg1"/>
            </a:solidFill>
          </a:ln>
        </p:spPr>
        <p:style>
          <a:lnRef idx="0">
            <a:schemeClr val="accent3"/>
          </a:lnRef>
          <a:fillRef idx="3">
            <a:schemeClr val="accent3"/>
          </a:fillRef>
          <a:effectRef idx="3">
            <a:schemeClr val="accent3"/>
          </a:effectRef>
          <a:fontRef idx="minor">
            <a:schemeClr val="lt1"/>
          </a:fontRef>
        </p:style>
      </p:pic>
      <p:pic>
        <p:nvPicPr>
          <p:cNvPr id="97" name="Picture 96"/>
          <p:cNvPicPr>
            <a:picLocks noChangeAspect="1"/>
          </p:cNvPicPr>
          <p:nvPr/>
        </p:nvPicPr>
        <p:blipFill>
          <a:blip r:embed="rId2"/>
          <a:stretch>
            <a:fillRect/>
          </a:stretch>
        </p:blipFill>
        <p:spPr>
          <a:xfrm>
            <a:off x="1989930" y="5376735"/>
            <a:ext cx="323278" cy="381743"/>
          </a:xfrm>
          <a:prstGeom prst="rect">
            <a:avLst/>
          </a:prstGeom>
          <a:solidFill>
            <a:schemeClr val="bg1">
              <a:lumMod val="75000"/>
              <a:alpha val="31000"/>
            </a:schemeClr>
          </a:solidFill>
          <a:ln>
            <a:solidFill>
              <a:schemeClr val="bg1"/>
            </a:solidFill>
          </a:ln>
        </p:spPr>
        <p:style>
          <a:lnRef idx="0">
            <a:schemeClr val="accent3"/>
          </a:lnRef>
          <a:fillRef idx="3">
            <a:schemeClr val="accent3"/>
          </a:fillRef>
          <a:effectRef idx="3">
            <a:schemeClr val="accent3"/>
          </a:effectRef>
          <a:fontRef idx="minor">
            <a:schemeClr val="lt1"/>
          </a:fontRef>
        </p:style>
      </p:pic>
    </p:spTree>
    <p:extLst>
      <p:ext uri="{BB962C8B-B14F-4D97-AF65-F5344CB8AC3E}">
        <p14:creationId xmlns:p14="http://schemas.microsoft.com/office/powerpoint/2010/main" val="6092981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nl-NL" sz="2400" dirty="0" smtClean="0"/>
              <a:t>                                           Creates </a:t>
            </a:r>
            <a:r>
              <a:rPr lang="nl-NL" sz="2400" dirty="0"/>
              <a:t>External Focus </a:t>
            </a:r>
            <a:r>
              <a:rPr lang="nl-NL" sz="2400" dirty="0" smtClean="0"/>
              <a:t>!!</a:t>
            </a:r>
            <a:endParaRPr lang="en-GB" sz="2400" dirty="0"/>
          </a:p>
        </p:txBody>
      </p:sp>
      <p:sp>
        <p:nvSpPr>
          <p:cNvPr id="2" name="Slide Number Placeholder 1"/>
          <p:cNvSpPr>
            <a:spLocks noGrp="1"/>
          </p:cNvSpPr>
          <p:nvPr>
            <p:ph type="sldNum" sz="quarter" idx="4"/>
          </p:nvPr>
        </p:nvSpPr>
        <p:spPr/>
        <p:txBody>
          <a:bodyPr/>
          <a:lstStyle/>
          <a:p>
            <a:pPr>
              <a:defRPr/>
            </a:pPr>
            <a:fld id="{E16E2808-CCA1-4DAC-884B-CDF4A1E11459}" type="slidenum">
              <a:rPr lang="nl-NL" smtClean="0"/>
              <a:pPr>
                <a:defRPr/>
              </a:pPr>
              <a:t>25</a:t>
            </a:fld>
            <a:endParaRPr lang="nl-NL"/>
          </a:p>
        </p:txBody>
      </p:sp>
      <p:sp>
        <p:nvSpPr>
          <p:cNvPr id="37" name="Rectangle 2"/>
          <p:cNvSpPr txBox="1">
            <a:spLocks noChangeArrowheads="1"/>
          </p:cNvSpPr>
          <p:nvPr/>
        </p:nvSpPr>
        <p:spPr>
          <a:xfrm>
            <a:off x="680881" y="188550"/>
            <a:ext cx="8027149" cy="595674"/>
          </a:xfrm>
          <a:prstGeom prst="rect">
            <a:avLst/>
          </a:prstGeom>
        </p:spPr>
        <p:txBody>
          <a:bodyPr>
            <a:noAutofit/>
          </a:bodyPr>
          <a:lstStyle>
            <a:lvl1pPr algn="ctr" rtl="0" eaLnBrk="1" fontAlgn="base" hangingPunct="1">
              <a:spcBef>
                <a:spcPct val="0"/>
              </a:spcBef>
              <a:spcAft>
                <a:spcPct val="0"/>
              </a:spcAft>
              <a:defRPr sz="1800">
                <a:solidFill>
                  <a:schemeClr val="tx2"/>
                </a:solidFill>
                <a:latin typeface="Calibri" pitchFamily="34" charset="0"/>
                <a:ea typeface="+mj-ea"/>
                <a:cs typeface="Calibri" pitchFamily="34" charset="0"/>
              </a:defRPr>
            </a:lvl1pPr>
            <a:lvl2pPr algn="ctr" rtl="0" eaLnBrk="1" fontAlgn="base" hangingPunct="1">
              <a:spcBef>
                <a:spcPct val="0"/>
              </a:spcBef>
              <a:spcAft>
                <a:spcPct val="0"/>
              </a:spcAft>
              <a:defRPr sz="2400">
                <a:solidFill>
                  <a:schemeClr val="tx2"/>
                </a:solidFill>
                <a:latin typeface="Verdana" pitchFamily="34" charset="0"/>
                <a:cs typeface="Arial" charset="0"/>
              </a:defRPr>
            </a:lvl2pPr>
            <a:lvl3pPr algn="ctr" rtl="0" eaLnBrk="1" fontAlgn="base" hangingPunct="1">
              <a:spcBef>
                <a:spcPct val="0"/>
              </a:spcBef>
              <a:spcAft>
                <a:spcPct val="0"/>
              </a:spcAft>
              <a:defRPr sz="2400">
                <a:solidFill>
                  <a:schemeClr val="tx2"/>
                </a:solidFill>
                <a:latin typeface="Verdana" pitchFamily="34" charset="0"/>
                <a:cs typeface="Arial" charset="0"/>
              </a:defRPr>
            </a:lvl3pPr>
            <a:lvl4pPr algn="ctr" rtl="0" eaLnBrk="1" fontAlgn="base" hangingPunct="1">
              <a:spcBef>
                <a:spcPct val="0"/>
              </a:spcBef>
              <a:spcAft>
                <a:spcPct val="0"/>
              </a:spcAft>
              <a:defRPr sz="2400">
                <a:solidFill>
                  <a:schemeClr val="tx2"/>
                </a:solidFill>
                <a:latin typeface="Verdana" pitchFamily="34" charset="0"/>
                <a:cs typeface="Arial" charset="0"/>
              </a:defRPr>
            </a:lvl4pPr>
            <a:lvl5pPr algn="ctr" rtl="0" eaLnBrk="1" fontAlgn="base" hangingPunct="1">
              <a:spcBef>
                <a:spcPct val="0"/>
              </a:spcBef>
              <a:spcAft>
                <a:spcPct val="0"/>
              </a:spcAft>
              <a:defRPr sz="2400">
                <a:solidFill>
                  <a:schemeClr val="tx2"/>
                </a:solidFill>
                <a:latin typeface="Verdana" pitchFamily="34" charset="0"/>
                <a:cs typeface="Arial" charset="0"/>
              </a:defRPr>
            </a:lvl5pPr>
            <a:lvl6pPr marL="457200" algn="ctr" rtl="0" eaLnBrk="1" fontAlgn="base" hangingPunct="1">
              <a:spcBef>
                <a:spcPct val="0"/>
              </a:spcBef>
              <a:spcAft>
                <a:spcPct val="0"/>
              </a:spcAft>
              <a:defRPr sz="4000">
                <a:solidFill>
                  <a:schemeClr val="tx2"/>
                </a:solidFill>
                <a:latin typeface="Verdana" pitchFamily="34" charset="0"/>
                <a:cs typeface="Arial" charset="0"/>
              </a:defRPr>
            </a:lvl6pPr>
            <a:lvl7pPr marL="914400" algn="ctr" rtl="0" eaLnBrk="1" fontAlgn="base" hangingPunct="1">
              <a:spcBef>
                <a:spcPct val="0"/>
              </a:spcBef>
              <a:spcAft>
                <a:spcPct val="0"/>
              </a:spcAft>
              <a:defRPr sz="4000">
                <a:solidFill>
                  <a:schemeClr val="tx2"/>
                </a:solidFill>
                <a:latin typeface="Verdana" pitchFamily="34" charset="0"/>
                <a:cs typeface="Arial" charset="0"/>
              </a:defRPr>
            </a:lvl7pPr>
            <a:lvl8pPr marL="1371600" algn="ctr" rtl="0" eaLnBrk="1" fontAlgn="base" hangingPunct="1">
              <a:spcBef>
                <a:spcPct val="0"/>
              </a:spcBef>
              <a:spcAft>
                <a:spcPct val="0"/>
              </a:spcAft>
              <a:defRPr sz="4000">
                <a:solidFill>
                  <a:schemeClr val="tx2"/>
                </a:solidFill>
                <a:latin typeface="Verdana" pitchFamily="34" charset="0"/>
                <a:cs typeface="Arial" charset="0"/>
              </a:defRPr>
            </a:lvl8pPr>
            <a:lvl9pPr marL="1828800" algn="ctr" rtl="0" eaLnBrk="1" fontAlgn="base" hangingPunct="1">
              <a:spcBef>
                <a:spcPct val="0"/>
              </a:spcBef>
              <a:spcAft>
                <a:spcPct val="0"/>
              </a:spcAft>
              <a:defRPr sz="4000">
                <a:solidFill>
                  <a:schemeClr val="tx2"/>
                </a:solidFill>
                <a:latin typeface="Verdana" pitchFamily="34" charset="0"/>
                <a:cs typeface="Arial" charset="0"/>
              </a:defRPr>
            </a:lvl9pPr>
          </a:lstStyle>
          <a:p>
            <a:r>
              <a:rPr lang="nl-NL" sz="2800" kern="0" dirty="0" smtClean="0"/>
              <a:t>                     </a:t>
            </a:r>
          </a:p>
        </p:txBody>
      </p:sp>
      <p:grpSp>
        <p:nvGrpSpPr>
          <p:cNvPr id="7" name="Group 6"/>
          <p:cNvGrpSpPr/>
          <p:nvPr/>
        </p:nvGrpSpPr>
        <p:grpSpPr>
          <a:xfrm>
            <a:off x="638175" y="1052671"/>
            <a:ext cx="7822366" cy="676499"/>
            <a:chOff x="638175" y="1052671"/>
            <a:chExt cx="7822366" cy="676499"/>
          </a:xfrm>
        </p:grpSpPr>
        <p:sp>
          <p:nvSpPr>
            <p:cNvPr id="29" name="Chevron 28"/>
            <p:cNvSpPr/>
            <p:nvPr/>
          </p:nvSpPr>
          <p:spPr>
            <a:xfrm>
              <a:off x="638175" y="1052671"/>
              <a:ext cx="7822366" cy="676499"/>
            </a:xfrm>
            <a:prstGeom prst="chevron">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0" name="Chevron 4"/>
            <p:cNvSpPr/>
            <p:nvPr/>
          </p:nvSpPr>
          <p:spPr>
            <a:xfrm>
              <a:off x="2587940" y="1052671"/>
              <a:ext cx="4120345" cy="6764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nl-NL" sz="1600" kern="1200" dirty="0" smtClean="0"/>
                <a:t>Client Organisation</a:t>
              </a:r>
              <a:endParaRPr lang="nl-NL" sz="1600" kern="1200" dirty="0"/>
            </a:p>
          </p:txBody>
        </p:sp>
      </p:grpSp>
      <p:grpSp>
        <p:nvGrpSpPr>
          <p:cNvPr id="6" name="Group 5"/>
          <p:cNvGrpSpPr/>
          <p:nvPr/>
        </p:nvGrpSpPr>
        <p:grpSpPr>
          <a:xfrm>
            <a:off x="604443" y="3445347"/>
            <a:ext cx="8087334" cy="2909626"/>
            <a:chOff x="604443" y="3445347"/>
            <a:chExt cx="8087334" cy="2909626"/>
          </a:xfrm>
        </p:grpSpPr>
        <p:sp>
          <p:nvSpPr>
            <p:cNvPr id="51" name="Chevron 50"/>
            <p:cNvSpPr/>
            <p:nvPr/>
          </p:nvSpPr>
          <p:spPr>
            <a:xfrm>
              <a:off x="604443" y="3573020"/>
              <a:ext cx="8087334" cy="2641242"/>
            </a:xfrm>
            <a:prstGeom prst="chevron">
              <a:avLst>
                <a:gd name="adj" fmla="val 20964"/>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3" name="Rectangle 12"/>
            <p:cNvSpPr/>
            <p:nvPr/>
          </p:nvSpPr>
          <p:spPr bwMode="auto">
            <a:xfrm>
              <a:off x="4183571" y="5256930"/>
              <a:ext cx="2082800" cy="231477"/>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a:latin typeface="Verdana" pitchFamily="34" charset="0"/>
                </a:rPr>
                <a:t>Contract</a:t>
              </a:r>
            </a:p>
          </p:txBody>
        </p:sp>
        <p:sp>
          <p:nvSpPr>
            <p:cNvPr id="14" name="Rectangle 13"/>
            <p:cNvSpPr/>
            <p:nvPr/>
          </p:nvSpPr>
          <p:spPr bwMode="auto">
            <a:xfrm>
              <a:off x="6027323" y="5571090"/>
              <a:ext cx="1757362" cy="277415"/>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a:latin typeface="Verdana" pitchFamily="34" charset="0"/>
                </a:rPr>
                <a:t>Service</a:t>
              </a:r>
            </a:p>
          </p:txBody>
        </p:sp>
        <p:sp>
          <p:nvSpPr>
            <p:cNvPr id="15" name="Rectangle 14"/>
            <p:cNvSpPr/>
            <p:nvPr/>
          </p:nvSpPr>
          <p:spPr bwMode="auto">
            <a:xfrm>
              <a:off x="1191800" y="4597506"/>
              <a:ext cx="1957387" cy="254783"/>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smtClean="0">
                  <a:latin typeface="Verdana" pitchFamily="34" charset="0"/>
                </a:rPr>
                <a:t>Portfolio</a:t>
              </a:r>
              <a:endParaRPr lang="nl-NL" sz="1100" dirty="0">
                <a:latin typeface="Verdana" pitchFamily="34" charset="0"/>
              </a:endParaRPr>
            </a:p>
          </p:txBody>
        </p:sp>
        <p:sp>
          <p:nvSpPr>
            <p:cNvPr id="16" name="Rectangle 15"/>
            <p:cNvSpPr/>
            <p:nvPr/>
          </p:nvSpPr>
          <p:spPr bwMode="auto">
            <a:xfrm>
              <a:off x="2555176" y="4933364"/>
              <a:ext cx="2195515" cy="240221"/>
            </a:xfrm>
            <a:prstGeom prst="rect">
              <a:avLst/>
            </a:prstGeom>
            <a:solidFill>
              <a:schemeClr val="accent1">
                <a:lumMod val="90000"/>
              </a:schemeClr>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dirty="0">
                  <a:latin typeface="Verdana" pitchFamily="34" charset="0"/>
                </a:rPr>
                <a:t>Opportunity</a:t>
              </a:r>
            </a:p>
          </p:txBody>
        </p:sp>
        <p:sp>
          <p:nvSpPr>
            <p:cNvPr id="32" name="Bent Arrow 31"/>
            <p:cNvSpPr/>
            <p:nvPr/>
          </p:nvSpPr>
          <p:spPr bwMode="auto">
            <a:xfrm rot="10800000" flipH="1">
              <a:off x="5636796" y="5472402"/>
              <a:ext cx="390525" cy="353974"/>
            </a:xfrm>
            <a:prstGeom prst="bentArrow">
              <a:avLst/>
            </a:prstGeom>
            <a:no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nl-NL" sz="1100" b="0" i="0" u="none" strike="noStrike" cap="none" normalizeH="0" baseline="0" dirty="0" smtClean="0">
                <a:ln>
                  <a:noFill/>
                </a:ln>
                <a:solidFill>
                  <a:schemeClr val="tx2"/>
                </a:solidFill>
                <a:effectLst/>
                <a:latin typeface="Verdana" pitchFamily="34" charset="0"/>
                <a:cs typeface="Arial" charset="0"/>
              </a:endParaRPr>
            </a:p>
          </p:txBody>
        </p:sp>
        <p:cxnSp>
          <p:nvCxnSpPr>
            <p:cNvPr id="42" name="Straight Connector 41"/>
            <p:cNvCxnSpPr/>
            <p:nvPr/>
          </p:nvCxnSpPr>
          <p:spPr bwMode="auto">
            <a:xfrm>
              <a:off x="6044788" y="4317028"/>
              <a:ext cx="0" cy="1897234"/>
            </a:xfrm>
            <a:prstGeom prst="line">
              <a:avLst/>
            </a:prstGeom>
            <a:noFill/>
            <a:ln w="9525" cap="flat" cmpd="sng" algn="ctr">
              <a:solidFill>
                <a:schemeClr val="accent2">
                  <a:lumMod val="75000"/>
                </a:schemeClr>
              </a:solidFill>
              <a:prstDash val="solid"/>
              <a:round/>
              <a:headEnd type="none" w="med" len="med"/>
              <a:tailEnd type="none"/>
            </a:ln>
            <a:effectLst/>
          </p:spPr>
        </p:cxnSp>
        <p:cxnSp>
          <p:nvCxnSpPr>
            <p:cNvPr id="45" name="Straight Connector 44"/>
            <p:cNvCxnSpPr/>
            <p:nvPr/>
          </p:nvCxnSpPr>
          <p:spPr bwMode="auto">
            <a:xfrm>
              <a:off x="1191800" y="4317028"/>
              <a:ext cx="0" cy="1897236"/>
            </a:xfrm>
            <a:prstGeom prst="line">
              <a:avLst/>
            </a:prstGeom>
            <a:noFill/>
            <a:ln w="9525" cap="flat" cmpd="sng" algn="ctr">
              <a:solidFill>
                <a:schemeClr val="accent2">
                  <a:lumMod val="75000"/>
                </a:schemeClr>
              </a:solidFill>
              <a:prstDash val="solid"/>
              <a:round/>
              <a:headEnd type="none" w="med" len="med"/>
              <a:tailEnd type="none"/>
            </a:ln>
            <a:effectLst/>
          </p:spPr>
        </p:cxnSp>
        <p:cxnSp>
          <p:nvCxnSpPr>
            <p:cNvPr id="46" name="Straight Connector 45"/>
            <p:cNvCxnSpPr/>
            <p:nvPr/>
          </p:nvCxnSpPr>
          <p:spPr bwMode="auto">
            <a:xfrm>
              <a:off x="4368390" y="4317028"/>
              <a:ext cx="0" cy="1897235"/>
            </a:xfrm>
            <a:prstGeom prst="line">
              <a:avLst/>
            </a:prstGeom>
            <a:noFill/>
            <a:ln w="9525" cap="flat" cmpd="sng" algn="ctr">
              <a:solidFill>
                <a:schemeClr val="accent2">
                  <a:lumMod val="75000"/>
                </a:schemeClr>
              </a:solidFill>
              <a:prstDash val="solid"/>
              <a:round/>
              <a:headEnd type="none" w="med" len="med"/>
              <a:tailEnd type="none"/>
            </a:ln>
            <a:effectLst/>
          </p:spPr>
        </p:cxnSp>
        <p:cxnSp>
          <p:nvCxnSpPr>
            <p:cNvPr id="47" name="Straight Connector 46"/>
            <p:cNvCxnSpPr/>
            <p:nvPr/>
          </p:nvCxnSpPr>
          <p:spPr bwMode="auto">
            <a:xfrm>
              <a:off x="2711040" y="4317028"/>
              <a:ext cx="0" cy="1897236"/>
            </a:xfrm>
            <a:prstGeom prst="line">
              <a:avLst/>
            </a:prstGeom>
            <a:noFill/>
            <a:ln w="9525" cap="flat" cmpd="sng" algn="ctr">
              <a:solidFill>
                <a:schemeClr val="accent2">
                  <a:lumMod val="75000"/>
                </a:schemeClr>
              </a:solidFill>
              <a:prstDash val="solid"/>
              <a:round/>
              <a:headEnd type="none" w="med" len="med"/>
              <a:tailEnd type="none"/>
            </a:ln>
            <a:effectLst/>
          </p:spPr>
        </p:cxnSp>
        <p:cxnSp>
          <p:nvCxnSpPr>
            <p:cNvPr id="48" name="Straight Connector 47"/>
            <p:cNvCxnSpPr/>
            <p:nvPr/>
          </p:nvCxnSpPr>
          <p:spPr bwMode="auto">
            <a:xfrm>
              <a:off x="7802150" y="4317028"/>
              <a:ext cx="0" cy="1897236"/>
            </a:xfrm>
            <a:prstGeom prst="line">
              <a:avLst/>
            </a:prstGeom>
            <a:noFill/>
            <a:ln w="9525" cap="flat" cmpd="sng" algn="ctr">
              <a:solidFill>
                <a:schemeClr val="accent2">
                  <a:lumMod val="75000"/>
                </a:schemeClr>
              </a:solidFill>
              <a:prstDash val="solid"/>
              <a:round/>
              <a:headEnd type="none" w="med" len="med"/>
              <a:tailEnd type="none"/>
            </a:ln>
            <a:effectLst/>
          </p:spPr>
        </p:cxnSp>
        <p:sp>
          <p:nvSpPr>
            <p:cNvPr id="59" name="Bent Arrow 58"/>
            <p:cNvSpPr/>
            <p:nvPr/>
          </p:nvSpPr>
          <p:spPr bwMode="auto">
            <a:xfrm rot="10800000" flipH="1">
              <a:off x="2170493" y="4852288"/>
              <a:ext cx="390524" cy="321297"/>
            </a:xfrm>
            <a:prstGeom prst="bentArrow">
              <a:avLst/>
            </a:prstGeom>
            <a:no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nl-NL" sz="1100" b="0" i="0" u="none" strike="noStrike" cap="none" normalizeH="0" baseline="0" dirty="0" smtClean="0">
                <a:ln>
                  <a:noFill/>
                </a:ln>
                <a:solidFill>
                  <a:schemeClr val="tx2"/>
                </a:solidFill>
                <a:effectLst/>
                <a:latin typeface="Verdana" pitchFamily="34" charset="0"/>
                <a:cs typeface="Arial" charset="0"/>
              </a:endParaRPr>
            </a:p>
          </p:txBody>
        </p:sp>
        <p:sp>
          <p:nvSpPr>
            <p:cNvPr id="60" name="Bent Arrow 59"/>
            <p:cNvSpPr/>
            <p:nvPr/>
          </p:nvSpPr>
          <p:spPr bwMode="auto">
            <a:xfrm rot="10800000" flipH="1">
              <a:off x="3793046" y="5101884"/>
              <a:ext cx="390525" cy="353974"/>
            </a:xfrm>
            <a:prstGeom prst="bentArrow">
              <a:avLst/>
            </a:prstGeom>
            <a:no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nl-NL" sz="1100" b="0" i="0" u="none" strike="noStrike" cap="none" normalizeH="0" baseline="0" dirty="0" smtClean="0">
                <a:ln>
                  <a:noFill/>
                </a:ln>
                <a:solidFill>
                  <a:schemeClr val="tx2"/>
                </a:solidFill>
                <a:effectLst/>
                <a:latin typeface="Verdana" pitchFamily="34" charset="0"/>
                <a:cs typeface="Arial" charset="0"/>
              </a:endParaRPr>
            </a:p>
          </p:txBody>
        </p:sp>
        <p:graphicFrame>
          <p:nvGraphicFramePr>
            <p:cNvPr id="8" name="Diagram 7"/>
            <p:cNvGraphicFramePr/>
            <p:nvPr>
              <p:extLst>
                <p:ext uri="{D42A27DB-BD31-4B8C-83A1-F6EECF244321}">
                  <p14:modId xmlns:p14="http://schemas.microsoft.com/office/powerpoint/2010/main" val="2994052916"/>
                </p:ext>
              </p:extLst>
            </p:nvPr>
          </p:nvGraphicFramePr>
          <p:xfrm>
            <a:off x="1081652" y="3445347"/>
            <a:ext cx="6810375" cy="11521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2" name="Chevron 4"/>
            <p:cNvSpPr/>
            <p:nvPr/>
          </p:nvSpPr>
          <p:spPr>
            <a:xfrm>
              <a:off x="2537102" y="5663835"/>
              <a:ext cx="4120345" cy="691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nl-NL" sz="1600" kern="1200" dirty="0" smtClean="0"/>
                <a:t>Provider Organisation</a:t>
              </a:r>
              <a:endParaRPr lang="nl-NL" sz="1600" kern="1200" dirty="0"/>
            </a:p>
          </p:txBody>
        </p:sp>
      </p:grpSp>
      <p:sp>
        <p:nvSpPr>
          <p:cNvPr id="31" name="Explosion 1 30"/>
          <p:cNvSpPr/>
          <p:nvPr/>
        </p:nvSpPr>
        <p:spPr bwMode="auto">
          <a:xfrm>
            <a:off x="827480" y="1268699"/>
            <a:ext cx="8077748" cy="2664371"/>
          </a:xfrm>
          <a:prstGeom prst="irregularSeal1">
            <a:avLst/>
          </a:prstGeom>
          <a:noFill/>
          <a:ln w="9525" cap="flat" cmpd="sng" algn="ctr">
            <a:solidFill>
              <a:srgbClr val="FFC000"/>
            </a:solidFill>
            <a:prstDash val="solid"/>
            <a:round/>
            <a:headEnd type="none" w="med" len="med"/>
            <a:tailEnd type="none" w="med" len="med"/>
          </a:ln>
          <a:effectLst>
            <a:glow rad="228600">
              <a:srgbClr val="FFC000">
                <a:alpha val="40000"/>
              </a:srgbClr>
            </a:glow>
          </a:effectLst>
        </p:spPr>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nl-NL" sz="1800" i="1" dirty="0" smtClean="0">
                <a:solidFill>
                  <a:srgbClr val="1F3EA1"/>
                </a:solidFill>
              </a:rPr>
              <a:t>Maximize the return on contracts</a:t>
            </a:r>
            <a:endParaRPr kumimoji="0" lang="nl-NL" sz="1800" i="1" strike="noStrike" cap="none" normalizeH="0" baseline="0" dirty="0" smtClean="0">
              <a:ln>
                <a:noFill/>
              </a:ln>
              <a:solidFill>
                <a:srgbClr val="1F3EA1"/>
              </a:solidFill>
              <a:effectLst/>
            </a:endParaRPr>
          </a:p>
        </p:txBody>
      </p:sp>
      <p:sp>
        <p:nvSpPr>
          <p:cNvPr id="33" name="Rounded Rectangle 32"/>
          <p:cNvSpPr/>
          <p:nvPr/>
        </p:nvSpPr>
        <p:spPr bwMode="auto">
          <a:xfrm>
            <a:off x="1611644" y="2307374"/>
            <a:ext cx="1368190" cy="576080"/>
          </a:xfrm>
          <a:prstGeom prst="roundRect">
            <a:avLst/>
          </a:prstGeom>
          <a:noFill/>
          <a:ln w="9525" cap="flat" cmpd="sng" algn="ctr">
            <a:solidFill>
              <a:srgbClr val="1F3EA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b="1" dirty="0" smtClean="0">
                <a:solidFill>
                  <a:srgbClr val="1F3EA1"/>
                </a:solidFill>
              </a:rPr>
              <a:t>Perception Management</a:t>
            </a:r>
            <a:endParaRPr lang="nl-NL" sz="1100" b="1" dirty="0">
              <a:solidFill>
                <a:srgbClr val="1F3EA1"/>
              </a:solidFill>
            </a:endParaRPr>
          </a:p>
        </p:txBody>
      </p:sp>
      <p:sp>
        <p:nvSpPr>
          <p:cNvPr id="34" name="Rounded Rectangle 33"/>
          <p:cNvSpPr/>
          <p:nvPr/>
        </p:nvSpPr>
        <p:spPr bwMode="auto">
          <a:xfrm>
            <a:off x="3937273" y="2760962"/>
            <a:ext cx="1224170" cy="711015"/>
          </a:xfrm>
          <a:prstGeom prst="roundRect">
            <a:avLst/>
          </a:prstGeom>
          <a:noFill/>
          <a:ln w="9525" cap="flat" cmpd="sng" algn="ctr">
            <a:solidFill>
              <a:srgbClr val="1F3EA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nl-NL" sz="1100" b="1" dirty="0">
                <a:solidFill>
                  <a:srgbClr val="1F3EA1"/>
                </a:solidFill>
              </a:rPr>
              <a:t>Shared Governance </a:t>
            </a:r>
          </a:p>
        </p:txBody>
      </p:sp>
      <p:sp>
        <p:nvSpPr>
          <p:cNvPr id="35" name="Rounded Rectangle 34"/>
          <p:cNvSpPr/>
          <p:nvPr/>
        </p:nvSpPr>
        <p:spPr bwMode="auto">
          <a:xfrm>
            <a:off x="6091457" y="2698871"/>
            <a:ext cx="1425706" cy="885997"/>
          </a:xfrm>
          <a:prstGeom prst="roundRect">
            <a:avLst/>
          </a:prstGeom>
          <a:noFill/>
          <a:ln w="9525" cap="flat" cmpd="sng" algn="ctr">
            <a:solidFill>
              <a:srgbClr val="1F3EA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nl-NL" sz="1100" b="1" dirty="0" smtClean="0">
                <a:solidFill>
                  <a:srgbClr val="1F3EA1"/>
                </a:solidFill>
              </a:rPr>
              <a:t>Shared </a:t>
            </a:r>
            <a:r>
              <a:rPr lang="nl-NL" sz="1100" b="1" dirty="0">
                <a:solidFill>
                  <a:srgbClr val="1F3EA1"/>
                </a:solidFill>
              </a:rPr>
              <a:t>commitment</a:t>
            </a:r>
          </a:p>
          <a:p>
            <a:pPr algn="ctr"/>
            <a:r>
              <a:rPr lang="nl-NL" sz="1100" b="1" dirty="0" smtClean="0">
                <a:solidFill>
                  <a:srgbClr val="1F3EA1"/>
                </a:solidFill>
              </a:rPr>
              <a:t>Status</a:t>
            </a:r>
          </a:p>
          <a:p>
            <a:pPr algn="ctr"/>
            <a:r>
              <a:rPr lang="nl-NL" sz="1100" b="1" dirty="0" smtClean="0">
                <a:solidFill>
                  <a:srgbClr val="1F3EA1"/>
                </a:solidFill>
              </a:rPr>
              <a:t> </a:t>
            </a:r>
            <a:r>
              <a:rPr lang="nl-NL" sz="1100" b="1" dirty="0">
                <a:solidFill>
                  <a:srgbClr val="1F3EA1"/>
                </a:solidFill>
              </a:rPr>
              <a:t>(real-time)</a:t>
            </a:r>
          </a:p>
        </p:txBody>
      </p:sp>
      <p:sp>
        <p:nvSpPr>
          <p:cNvPr id="36" name="Oval 35"/>
          <p:cNvSpPr/>
          <p:nvPr/>
        </p:nvSpPr>
        <p:spPr>
          <a:xfrm>
            <a:off x="1577784" y="2307373"/>
            <a:ext cx="279660" cy="279659"/>
          </a:xfrm>
          <a:prstGeom prst="ellipse">
            <a:avLst/>
          </a:prstGeom>
          <a:blipFill>
            <a:blip r:embed="rId7"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38" name="Oval 37"/>
          <p:cNvSpPr/>
          <p:nvPr/>
        </p:nvSpPr>
        <p:spPr>
          <a:xfrm>
            <a:off x="6070847" y="2695023"/>
            <a:ext cx="279660" cy="279659"/>
          </a:xfrm>
          <a:prstGeom prst="ellipse">
            <a:avLst/>
          </a:prstGeom>
          <a:blipFill>
            <a:blip r:embed="rId7"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sp>
        <p:nvSpPr>
          <p:cNvPr id="39" name="Oval 38"/>
          <p:cNvSpPr/>
          <p:nvPr/>
        </p:nvSpPr>
        <p:spPr>
          <a:xfrm>
            <a:off x="3926968" y="2760962"/>
            <a:ext cx="279660" cy="279659"/>
          </a:xfrm>
          <a:prstGeom prst="ellipse">
            <a:avLst/>
          </a:prstGeom>
          <a:blipFill>
            <a:blip r:embed="rId7" cstate="print">
              <a:extLst>
                <a:ext uri="{28A0092B-C50C-407E-A947-70E740481C1C}">
                  <a14:useLocalDpi xmlns:a14="http://schemas.microsoft.com/office/drawing/2010/main" val="0"/>
                </a:ext>
              </a:extLst>
            </a:blip>
            <a:srcRect/>
            <a:stretch>
              <a:fillRect l="-8000" r="-8000"/>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sp>
      <p:pic>
        <p:nvPicPr>
          <p:cNvPr id="4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46697" y="136671"/>
            <a:ext cx="2368641" cy="624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9611521"/>
      </p:ext>
    </p:extLst>
  </p:cSld>
  <p:clrMapOvr>
    <a:masterClrMapping/>
  </p:clrMapOvr>
  <p:timing>
    <p:tnLst>
      <p:par>
        <p:cTn id="1" dur="indefinite" restart="never" nodeType="tmRoot"/>
      </p:par>
    </p:tnLst>
  </p:timing>
</p:sld>
</file>

<file path=ppt/theme/theme1.xml><?xml version="1.0" encoding="utf-8"?>
<a:theme xmlns:a="http://schemas.openxmlformats.org/drawingml/2006/main" name="Informatcis Presentation">
  <a:themeElements>
    <a:clrScheme name="Informatcis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nformatcis Presentation">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accent5">
              <a:lumMod val="75000"/>
            </a:schemeClr>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1100" b="0" i="0" u="none" strike="noStrike" cap="none" normalizeH="0" baseline="0" dirty="0" smtClean="0">
            <a:ln>
              <a:noFill/>
            </a:ln>
            <a:solidFill>
              <a:schemeClr val="tx2"/>
            </a:solidFill>
            <a:effectLst/>
            <a:latin typeface="Verdana" pitchFamily="34" charset="0"/>
            <a:cs typeface="Arial" charset="0"/>
          </a:defRPr>
        </a:defPPr>
      </a:lstStyle>
    </a:spDef>
    <a:lnDef>
      <a:spPr bwMode="auto">
        <a:noFill/>
        <a:ln w="9525" cap="flat" cmpd="sng" algn="ctr">
          <a:solidFill>
            <a:schemeClr val="accent2">
              <a:lumMod val="75000"/>
            </a:schemeClr>
          </a:solidFill>
          <a:prstDash val="solid"/>
          <a:round/>
          <a:headEnd type="none" w="med" len="med"/>
          <a:tailEnd type="none"/>
        </a:ln>
        <a:effectLst/>
      </a:spPr>
      <a:bodyPr/>
      <a:lstStyle/>
    </a:lnDef>
  </a:objectDefaults>
  <a:extraClrSchemeLst>
    <a:extraClrScheme>
      <a:clrScheme name="Informatcis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nformatcis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nformatcis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nformatcis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nformatcis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nformatcis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nformatcis Presentatio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nformatcis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nformatcis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nformatcis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nformatcis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nformatcis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0626683FFD2145914DF274ED3D85D0" ma:contentTypeVersion="5" ma:contentTypeDescription="Create a new document." ma:contentTypeScope="" ma:versionID="3a7c52d6d2aa9b64ae4a657332c27d47">
  <xsd:schema xmlns:xsd="http://www.w3.org/2001/XMLSchema" xmlns:xs="http://www.w3.org/2001/XMLSchema" xmlns:p="http://schemas.microsoft.com/office/2006/metadata/properties" xmlns:ns2="http://schemas.microsoft.com/sharepoint/v3/fields" xmlns:ns3="59857e2b-2c1e-4c58-9d5a-191b935614de" targetNamespace="http://schemas.microsoft.com/office/2006/metadata/properties" ma:root="true" ma:fieldsID="ba4d769d603aef0fda718302f8fa4f3a" ns2:_="" ns3:_="">
    <xsd:import namespace="http://schemas.microsoft.com/sharepoint/v3/fields"/>
    <xsd:import namespace="59857e2b-2c1e-4c58-9d5a-191b935614de"/>
    <xsd:element name="properties">
      <xsd:complexType>
        <xsd:sequence>
          <xsd:element name="documentManagement">
            <xsd:complexType>
              <xsd:all>
                <xsd:element ref="ns2:_Version" minOccurs="0"/>
                <xsd:element ref="ns3:Received" minOccurs="0"/>
                <xsd:element ref="ns3:Sent_x002f_Publish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 nillable="true" ma:displayName="Version" ma:internalName="_Vers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857e2b-2c1e-4c58-9d5a-191b935614de" elementFormDefault="qualified">
    <xsd:import namespace="http://schemas.microsoft.com/office/2006/documentManagement/types"/>
    <xsd:import namespace="http://schemas.microsoft.com/office/infopath/2007/PartnerControls"/>
    <xsd:element name="Received" ma:index="3" nillable="true" ma:displayName="Received" ma:description="Date that we received this from Relation" ma:format="DateOnly" ma:internalName="Received">
      <xsd:simpleType>
        <xsd:restriction base="dms:DateTime"/>
      </xsd:simpleType>
    </xsd:element>
    <xsd:element name="Sent_x002f_Published" ma:index="4" nillable="true" ma:displayName="Sent/Published" ma:format="DateOnly" ma:internalName="Sent_x002f_Published">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8" ma:displayName="Content Type"/>
        <xsd:element ref="dc:title" minOccurs="0" maxOccurs="1" ma:index="1" ma:displayName="Title"/>
        <xsd:element ref="dc:subject" minOccurs="0" maxOccurs="1"/>
        <xsd:element ref="dc:description" minOccurs="0" maxOccurs="1" ma:index="5" ma:displayName="Comments"/>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Sent_x002f_Published xmlns="59857e2b-2c1e-4c58-9d5a-191b935614de" xsi:nil="true"/>
    <Received xmlns="59857e2b-2c1e-4c58-9d5a-191b935614de" xsi:nil="true"/>
  </documentManagement>
</p:properties>
</file>

<file path=customXml/itemProps1.xml><?xml version="1.0" encoding="utf-8"?>
<ds:datastoreItem xmlns:ds="http://schemas.openxmlformats.org/officeDocument/2006/customXml" ds:itemID="{4583E101-5B40-43F7-929E-9B2E505D72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59857e2b-2c1e-4c58-9d5a-191b935614d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B7C5CAC-C83F-44AD-996C-CC9FB45A84B6}">
  <ds:schemaRefs>
    <ds:schemaRef ds:uri="http://schemas.microsoft.com/sharepoint/v3/contenttype/forms"/>
  </ds:schemaRefs>
</ds:datastoreItem>
</file>

<file path=customXml/itemProps3.xml><?xml version="1.0" encoding="utf-8"?>
<ds:datastoreItem xmlns:ds="http://schemas.openxmlformats.org/officeDocument/2006/customXml" ds:itemID="{8B9EF9EC-55D6-4337-AEC1-9E6764C5225E}">
  <ds:schemaRefs>
    <ds:schemaRef ds:uri="http://schemas.microsoft.com/office/infopath/2007/PartnerControls"/>
    <ds:schemaRef ds:uri="http://www.w3.org/XML/1998/namespace"/>
    <ds:schemaRef ds:uri="59857e2b-2c1e-4c58-9d5a-191b935614de"/>
    <ds:schemaRef ds:uri="http://purl.org/dc/elements/1.1/"/>
    <ds:schemaRef ds:uri="http://schemas.microsoft.com/sharepoint/v3/fields"/>
    <ds:schemaRef ds:uri="http://schemas.openxmlformats.org/package/2006/metadata/core-properties"/>
    <ds:schemaRef ds:uri="http://schemas.microsoft.com/office/2006/documentManagement/types"/>
    <ds:schemaRef ds:uri="http://purl.org/dc/term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23655</TotalTime>
  <Words>894</Words>
  <Application>Microsoft Office PowerPoint</Application>
  <PresentationFormat>On-screen Show (4:3)</PresentationFormat>
  <Paragraphs>322</Paragraphs>
  <Slides>25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Verdana</vt:lpstr>
      <vt:lpstr>Informatcis Presentation</vt:lpstr>
      <vt:lpstr>PowerPoint Presentation</vt:lpstr>
      <vt:lpstr>Introducing Senority </vt:lpstr>
      <vt:lpstr>Senority invested in Evaluetor ….</vt:lpstr>
      <vt:lpstr>Evaluetor delivers…</vt:lpstr>
      <vt:lpstr>Closing the Gap’s</vt:lpstr>
      <vt:lpstr>Internal Management and Control</vt:lpstr>
      <vt:lpstr> as Ecosystem</vt:lpstr>
      <vt:lpstr>Evaluetor at a glance..</vt:lpstr>
      <vt:lpstr>How the information comes together</vt:lpstr>
      <vt:lpstr>Evaluetor Application Components</vt:lpstr>
      <vt:lpstr>PowerPoint Presentation</vt:lpstr>
      <vt:lpstr>Relating business commitments, contract language, and additional considerations</vt:lpstr>
      <vt:lpstr>PowerPoint Presentation</vt:lpstr>
      <vt:lpstr>Evaluetor Executive Monitor</vt:lpstr>
      <vt:lpstr>Contract Managers Dashboards</vt:lpstr>
      <vt:lpstr>Governance Team Collaboration (Provider &amp; Client)</vt:lpstr>
      <vt:lpstr>My Evaluetor  </vt:lpstr>
      <vt:lpstr>Contact</vt:lpstr>
      <vt:lpstr>How does it work?</vt:lpstr>
      <vt:lpstr>Evaluetor.. Closing the Gap</vt:lpstr>
      <vt:lpstr>PowerPoint Presentation</vt:lpstr>
      <vt:lpstr>PowerPoint Presentation</vt:lpstr>
      <vt:lpstr>PowerPoint Presentation</vt:lpstr>
      <vt:lpstr>PowerPoint Presentation</vt:lpstr>
      <vt:lpstr>                                           Creates External Focus !!</vt:lpstr>
    </vt:vector>
  </TitlesOfParts>
  <Company>Senority BV</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Evaluetor for Clients</dc:title>
  <dc:subject>Contract, Relationship  en Risk Management</dc:subject>
  <dc:creator>steven.visser@senority.nl</dc:creator>
  <dc:description>Presentation use for introduction of evaluetor to PARTNERS organisations. Includes Market Channel slide</dc:description>
  <cp:lastModifiedBy>Steven Visser</cp:lastModifiedBy>
  <cp:revision>997</cp:revision>
  <cp:lastPrinted>2015-04-28T12:46:09Z</cp:lastPrinted>
  <dcterms:created xsi:type="dcterms:W3CDTF">2009-06-02T08:52:51Z</dcterms:created>
  <dcterms:modified xsi:type="dcterms:W3CDTF">2015-04-28T12:53:28Z</dcterms:modified>
  <cp:contentStatus>Approved for client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0x0101008A0626683FFD2145914DF274ED3D85D0</vt:lpwstr>
  </property>
  <property fmtid="{D5CDD505-2E9C-101B-9397-08002B2CF9AE}" pid="3" name="AddDocumentEventProcessedId">
    <vt:lpwstr>07c884e2-237a-4e02-81a0-3a4c61b08c4a</vt:lpwstr>
  </property>
  <property fmtid="{D5CDD505-2E9C-101B-9397-08002B2CF9AE}" pid="4" name="AutoVersionDisabled">
    <vt:lpwstr>0</vt:lpwstr>
  </property>
  <property fmtid="{D5CDD505-2E9C-101B-9397-08002B2CF9AE}" pid="5" name="ItemType">
    <vt:lpwstr>1</vt:lpwstr>
  </property>
  <property fmtid="{D5CDD505-2E9C-101B-9397-08002B2CF9AE}" pid="6" name="Order">
    <vt:lpwstr/>
  </property>
  <property fmtid="{D5CDD505-2E9C-101B-9397-08002B2CF9AE}" pid="7" name="MetaInfo">
    <vt:lpwstr/>
  </property>
  <property fmtid="{D5CDD505-2E9C-101B-9397-08002B2CF9AE}" pid="8" name="Description">
    <vt:lpwstr/>
  </property>
</Properties>
</file>