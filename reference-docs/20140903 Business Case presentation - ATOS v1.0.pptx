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408" r:id="rId5"/>
    <p:sldId id="578" r:id="rId6"/>
    <p:sldId id="590" r:id="rId7"/>
    <p:sldId id="589" r:id="rId8"/>
    <p:sldId id="591" r:id="rId9"/>
    <p:sldId id="592" r:id="rId10"/>
    <p:sldId id="588" r:id="rId11"/>
    <p:sldId id="595" r:id="rId12"/>
    <p:sldId id="460" r:id="rId13"/>
    <p:sldId id="596" r:id="rId14"/>
    <p:sldId id="593" r:id="rId15"/>
    <p:sldId id="594" r:id="rId16"/>
  </p:sldIdLst>
  <p:sldSz cx="9144000" cy="6858000" type="screen4x3"/>
  <p:notesSz cx="9944100" cy="6805613"/>
  <p:defaultTextStyle>
    <a:defPPr>
      <a:defRPr lang="nl-NL"/>
    </a:defPPr>
    <a:lvl1pPr algn="l" rtl="0" fontAlgn="base">
      <a:spcBef>
        <a:spcPct val="0"/>
      </a:spcBef>
      <a:spcAft>
        <a:spcPct val="0"/>
      </a:spcAft>
      <a:defRPr sz="3600" kern="1200">
        <a:solidFill>
          <a:schemeClr val="tx2"/>
        </a:solidFill>
        <a:latin typeface="Verdana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3600" kern="1200">
        <a:solidFill>
          <a:schemeClr val="tx2"/>
        </a:solidFill>
        <a:latin typeface="Verdana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3600" kern="1200">
        <a:solidFill>
          <a:schemeClr val="tx2"/>
        </a:solidFill>
        <a:latin typeface="Verdana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3600" kern="1200">
        <a:solidFill>
          <a:schemeClr val="tx2"/>
        </a:solidFill>
        <a:latin typeface="Verdana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3600" kern="1200">
        <a:solidFill>
          <a:schemeClr val="tx2"/>
        </a:solidFill>
        <a:latin typeface="Verdana" pitchFamily="34" charset="0"/>
        <a:ea typeface="+mn-ea"/>
        <a:cs typeface="Arial" charset="0"/>
      </a:defRPr>
    </a:lvl5pPr>
    <a:lvl6pPr marL="2286000" algn="l" defTabSz="914400" rtl="0" eaLnBrk="1" latinLnBrk="0" hangingPunct="1">
      <a:defRPr sz="3600" kern="1200">
        <a:solidFill>
          <a:schemeClr val="tx2"/>
        </a:solidFill>
        <a:latin typeface="Verdana" pitchFamily="34" charset="0"/>
        <a:ea typeface="+mn-ea"/>
        <a:cs typeface="Arial" charset="0"/>
      </a:defRPr>
    </a:lvl6pPr>
    <a:lvl7pPr marL="2743200" algn="l" defTabSz="914400" rtl="0" eaLnBrk="1" latinLnBrk="0" hangingPunct="1">
      <a:defRPr sz="3600" kern="1200">
        <a:solidFill>
          <a:schemeClr val="tx2"/>
        </a:solidFill>
        <a:latin typeface="Verdana" pitchFamily="34" charset="0"/>
        <a:ea typeface="+mn-ea"/>
        <a:cs typeface="Arial" charset="0"/>
      </a:defRPr>
    </a:lvl7pPr>
    <a:lvl8pPr marL="3200400" algn="l" defTabSz="914400" rtl="0" eaLnBrk="1" latinLnBrk="0" hangingPunct="1">
      <a:defRPr sz="3600" kern="1200">
        <a:solidFill>
          <a:schemeClr val="tx2"/>
        </a:solidFill>
        <a:latin typeface="Verdana" pitchFamily="34" charset="0"/>
        <a:ea typeface="+mn-ea"/>
        <a:cs typeface="Arial" charset="0"/>
      </a:defRPr>
    </a:lvl8pPr>
    <a:lvl9pPr marL="3657600" algn="l" defTabSz="914400" rtl="0" eaLnBrk="1" latinLnBrk="0" hangingPunct="1">
      <a:defRPr sz="3600" kern="1200">
        <a:solidFill>
          <a:schemeClr val="tx2"/>
        </a:solidFill>
        <a:latin typeface="Verdana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3">
          <p15:clr>
            <a:srgbClr val="A4A3A4"/>
          </p15:clr>
        </p15:guide>
        <p15:guide id="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 userDrawn="1">
          <p15:clr>
            <a:srgbClr val="A4A3A4"/>
          </p15:clr>
        </p15:guide>
        <p15:guide id="2" pos="313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ob" initials="R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3EA1"/>
    <a:srgbClr val="99FF33"/>
    <a:srgbClr val="99FF99"/>
    <a:srgbClr val="CCFF66"/>
    <a:srgbClr val="FF8000"/>
    <a:srgbClr val="E5C60B"/>
    <a:srgbClr val="FFFFCC"/>
    <a:srgbClr val="FF7C80"/>
    <a:srgbClr val="DFE41A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ijl, gemiddeld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Stijl, gemiddeld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Stijl, gemiddeld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32" autoAdjust="0"/>
    <p:restoredTop sz="96608" autoAdjust="0"/>
  </p:normalViewPr>
  <p:slideViewPr>
    <p:cSldViewPr>
      <p:cViewPr varScale="1">
        <p:scale>
          <a:sx n="114" d="100"/>
          <a:sy n="114" d="100"/>
        </p:scale>
        <p:origin x="1470" y="96"/>
      </p:cViewPr>
      <p:guideLst>
        <p:guide orient="horz" pos="73"/>
        <p:guide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-1830" y="-78"/>
      </p:cViewPr>
      <p:guideLst>
        <p:guide orient="horz" pos="2144"/>
        <p:guide pos="3134"/>
      </p:guideLst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4">
  <dgm:title val=""/>
  <dgm:desc val=""/>
  <dgm:catLst>
    <dgm:cat type="accent4" pri="11400"/>
  </dgm:catLst>
  <dgm:styleLbl name="node0">
    <dgm:fillClrLst meth="cycle">
      <a:schemeClr val="accent4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4">
        <a:shade val="50000"/>
      </a:schemeClr>
      <a:schemeClr val="accent4">
        <a:tint val="55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4">
        <a:shade val="80000"/>
        <a:alpha val="50000"/>
      </a:schemeClr>
      <a:schemeClr val="accent4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55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216270-991F-534C-971A-FB7E1B121087}" type="doc">
      <dgm:prSet loTypeId="urn:microsoft.com/office/officeart/2005/8/layout/list1" loCatId="" qsTypeId="urn:microsoft.com/office/officeart/2005/8/quickstyle/simple4" qsCatId="simple" csTypeId="urn:microsoft.com/office/officeart/2005/8/colors/accent4_4" csCatId="accent4" phldr="1"/>
      <dgm:spPr/>
      <dgm:t>
        <a:bodyPr/>
        <a:lstStyle/>
        <a:p>
          <a:endParaRPr lang="nl-NL"/>
        </a:p>
      </dgm:t>
    </dgm:pt>
    <dgm:pt modelId="{45F1D89B-C5D2-1D48-A1E6-9C9A63BB7571}">
      <dgm:prSet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en-GB" dirty="0" smtClean="0">
              <a:solidFill>
                <a:schemeClr val="tx1"/>
              </a:solidFill>
            </a:rPr>
            <a:t>Inside-out Thinking </a:t>
          </a:r>
          <a:endParaRPr lang="en-GB" dirty="0">
            <a:solidFill>
              <a:schemeClr val="tx1"/>
            </a:solidFill>
          </a:endParaRPr>
        </a:p>
      </dgm:t>
    </dgm:pt>
    <dgm:pt modelId="{B39B7BC7-DE75-0143-A88E-45D497792D7E}" type="parTrans" cxnId="{058FE1BC-3F0D-2B4C-8DB0-BBFC43D184F9}">
      <dgm:prSet/>
      <dgm:spPr/>
      <dgm:t>
        <a:bodyPr/>
        <a:lstStyle/>
        <a:p>
          <a:endParaRPr lang="nl-NL"/>
        </a:p>
      </dgm:t>
    </dgm:pt>
    <dgm:pt modelId="{116A31E2-2A22-284F-A963-1AA40AC1F159}" type="sibTrans" cxnId="{058FE1BC-3F0D-2B4C-8DB0-BBFC43D184F9}">
      <dgm:prSet/>
      <dgm:spPr/>
      <dgm:t>
        <a:bodyPr/>
        <a:lstStyle/>
        <a:p>
          <a:endParaRPr lang="nl-NL"/>
        </a:p>
      </dgm:t>
    </dgm:pt>
    <dgm:pt modelId="{01237A03-007B-6041-96B2-826B671606D3}">
      <dgm:prSet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en-GB" dirty="0" smtClean="0">
              <a:solidFill>
                <a:schemeClr val="tx1"/>
              </a:solidFill>
            </a:rPr>
            <a:t>Real-time Customer Satisfaction </a:t>
          </a:r>
          <a:endParaRPr lang="en-GB" dirty="0">
            <a:solidFill>
              <a:schemeClr val="tx1"/>
            </a:solidFill>
          </a:endParaRPr>
        </a:p>
      </dgm:t>
    </dgm:pt>
    <dgm:pt modelId="{FDFB360F-4F77-9A42-9D44-ABF03989AD93}" type="parTrans" cxnId="{CE446704-B98F-E841-BD1F-70CAE7E5BC4A}">
      <dgm:prSet/>
      <dgm:spPr/>
      <dgm:t>
        <a:bodyPr/>
        <a:lstStyle/>
        <a:p>
          <a:endParaRPr lang="nl-NL"/>
        </a:p>
      </dgm:t>
    </dgm:pt>
    <dgm:pt modelId="{D349F5F0-EF30-2945-B362-BED5B0DB5FC3}" type="sibTrans" cxnId="{CE446704-B98F-E841-BD1F-70CAE7E5BC4A}">
      <dgm:prSet/>
      <dgm:spPr/>
      <dgm:t>
        <a:bodyPr/>
        <a:lstStyle/>
        <a:p>
          <a:endParaRPr lang="nl-NL"/>
        </a:p>
      </dgm:t>
    </dgm:pt>
    <dgm:pt modelId="{9494368B-CE6B-0840-8A0C-257F42B39B34}">
      <dgm:prSet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en-GB" dirty="0" smtClean="0">
              <a:solidFill>
                <a:schemeClr val="tx1"/>
              </a:solidFill>
            </a:rPr>
            <a:t>Active Improvement Management</a:t>
          </a:r>
          <a:endParaRPr lang="en-GB" dirty="0">
            <a:solidFill>
              <a:schemeClr val="tx1"/>
            </a:solidFill>
          </a:endParaRPr>
        </a:p>
      </dgm:t>
    </dgm:pt>
    <dgm:pt modelId="{46B82BE3-FAED-6B42-846C-C99A0124B244}" type="parTrans" cxnId="{9F6DB5B2-CE34-2546-8A50-04E2AD5D72F8}">
      <dgm:prSet/>
      <dgm:spPr/>
      <dgm:t>
        <a:bodyPr/>
        <a:lstStyle/>
        <a:p>
          <a:endParaRPr lang="nl-NL"/>
        </a:p>
      </dgm:t>
    </dgm:pt>
    <dgm:pt modelId="{E003B659-54FD-164D-A30D-BA1D73D85743}" type="sibTrans" cxnId="{9F6DB5B2-CE34-2546-8A50-04E2AD5D72F8}">
      <dgm:prSet/>
      <dgm:spPr/>
      <dgm:t>
        <a:bodyPr/>
        <a:lstStyle/>
        <a:p>
          <a:endParaRPr lang="nl-NL"/>
        </a:p>
      </dgm:t>
    </dgm:pt>
    <dgm:pt modelId="{B396A9E7-B203-344F-BC0E-4054E58DFC40}">
      <dgm:prSet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en-GB" dirty="0" smtClean="0">
              <a:solidFill>
                <a:schemeClr val="tx1"/>
              </a:solidFill>
            </a:rPr>
            <a:t>Integrated Governance</a:t>
          </a:r>
          <a:endParaRPr lang="en-GB" dirty="0">
            <a:solidFill>
              <a:schemeClr val="tx1"/>
            </a:solidFill>
          </a:endParaRPr>
        </a:p>
      </dgm:t>
    </dgm:pt>
    <dgm:pt modelId="{750D5A8D-1D02-634B-86EF-4866D629B108}" type="parTrans" cxnId="{17EBBE87-6C88-9341-9B88-D180A8D1367E}">
      <dgm:prSet/>
      <dgm:spPr/>
      <dgm:t>
        <a:bodyPr/>
        <a:lstStyle/>
        <a:p>
          <a:endParaRPr lang="nl-NL"/>
        </a:p>
      </dgm:t>
    </dgm:pt>
    <dgm:pt modelId="{D60BCE68-81CA-8346-B862-AC1F642086E6}" type="sibTrans" cxnId="{17EBBE87-6C88-9341-9B88-D180A8D1367E}">
      <dgm:prSet/>
      <dgm:spPr/>
      <dgm:t>
        <a:bodyPr/>
        <a:lstStyle/>
        <a:p>
          <a:endParaRPr lang="nl-NL"/>
        </a:p>
      </dgm:t>
    </dgm:pt>
    <dgm:pt modelId="{2953A6AD-C2EA-BA4D-8F79-062E4D60BFEC}">
      <dgm:prSet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en-GB" dirty="0" smtClean="0">
              <a:solidFill>
                <a:schemeClr val="tx1"/>
              </a:solidFill>
            </a:rPr>
            <a:t>Internal Perception Recording </a:t>
          </a:r>
          <a:endParaRPr lang="en-GB" dirty="0">
            <a:solidFill>
              <a:schemeClr val="tx1"/>
            </a:solidFill>
          </a:endParaRPr>
        </a:p>
      </dgm:t>
    </dgm:pt>
    <dgm:pt modelId="{30171221-C448-114F-BE1F-FCAB6DCB4A30}" type="parTrans" cxnId="{3F274DEA-BC0A-E94B-9710-DAE565683F34}">
      <dgm:prSet/>
      <dgm:spPr/>
      <dgm:t>
        <a:bodyPr/>
        <a:lstStyle/>
        <a:p>
          <a:endParaRPr lang="nl-NL"/>
        </a:p>
      </dgm:t>
    </dgm:pt>
    <dgm:pt modelId="{A3E53C9E-896F-494D-9145-03CE98F298A2}" type="sibTrans" cxnId="{3F274DEA-BC0A-E94B-9710-DAE565683F34}">
      <dgm:prSet/>
      <dgm:spPr/>
      <dgm:t>
        <a:bodyPr/>
        <a:lstStyle/>
        <a:p>
          <a:endParaRPr lang="nl-NL"/>
        </a:p>
      </dgm:t>
    </dgm:pt>
    <dgm:pt modelId="{71D3B007-674D-C845-8FE6-FA1BF15C93B3}">
      <dgm:prSet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en-GB" dirty="0" smtClean="0">
              <a:solidFill>
                <a:schemeClr val="tx1"/>
              </a:solidFill>
            </a:rPr>
            <a:t>Service Excellence Compliance</a:t>
          </a:r>
          <a:endParaRPr lang="en-GB" dirty="0">
            <a:solidFill>
              <a:schemeClr val="tx1"/>
            </a:solidFill>
          </a:endParaRPr>
        </a:p>
      </dgm:t>
    </dgm:pt>
    <dgm:pt modelId="{6D0D901D-E879-0E41-BBF6-D8F82FB108D3}" type="parTrans" cxnId="{C707BD4F-CF9B-FE44-896B-010362FF8FE2}">
      <dgm:prSet/>
      <dgm:spPr/>
      <dgm:t>
        <a:bodyPr/>
        <a:lstStyle/>
        <a:p>
          <a:endParaRPr lang="nl-NL"/>
        </a:p>
      </dgm:t>
    </dgm:pt>
    <dgm:pt modelId="{55F619D6-BAF6-7A4F-B3A3-5F9482230F2A}" type="sibTrans" cxnId="{C707BD4F-CF9B-FE44-896B-010362FF8FE2}">
      <dgm:prSet/>
      <dgm:spPr/>
      <dgm:t>
        <a:bodyPr/>
        <a:lstStyle/>
        <a:p>
          <a:endParaRPr lang="nl-NL"/>
        </a:p>
      </dgm:t>
    </dgm:pt>
    <dgm:pt modelId="{06779B39-BBCF-5F45-98B0-F28342C0EE84}">
      <dgm:prSet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en-GB" dirty="0" smtClean="0">
              <a:solidFill>
                <a:schemeClr val="tx1"/>
              </a:solidFill>
            </a:rPr>
            <a:t>One TRUTH</a:t>
          </a:r>
          <a:endParaRPr lang="en-GB" dirty="0">
            <a:solidFill>
              <a:schemeClr val="tx1"/>
            </a:solidFill>
          </a:endParaRPr>
        </a:p>
      </dgm:t>
    </dgm:pt>
    <dgm:pt modelId="{F1247D70-0CDB-2741-A687-909A9C763F9D}" type="parTrans" cxnId="{FE16BA12-0370-5844-A89B-B4AC56B87657}">
      <dgm:prSet/>
      <dgm:spPr/>
      <dgm:t>
        <a:bodyPr/>
        <a:lstStyle/>
        <a:p>
          <a:endParaRPr lang="nl-NL"/>
        </a:p>
      </dgm:t>
    </dgm:pt>
    <dgm:pt modelId="{753B86B1-67E2-F64C-B772-50F4E2C2E342}" type="sibTrans" cxnId="{FE16BA12-0370-5844-A89B-B4AC56B87657}">
      <dgm:prSet/>
      <dgm:spPr/>
      <dgm:t>
        <a:bodyPr/>
        <a:lstStyle/>
        <a:p>
          <a:endParaRPr lang="nl-NL"/>
        </a:p>
      </dgm:t>
    </dgm:pt>
    <dgm:pt modelId="{8894ED27-314C-9641-BBA4-F4CB5AEF4E7C}">
      <dgm:prSet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en-GB" dirty="0" smtClean="0">
              <a:solidFill>
                <a:schemeClr val="tx1"/>
              </a:solidFill>
            </a:rPr>
            <a:t>Active Contract Management</a:t>
          </a:r>
          <a:endParaRPr lang="en-GB" dirty="0">
            <a:solidFill>
              <a:schemeClr val="tx1"/>
            </a:solidFill>
          </a:endParaRPr>
        </a:p>
      </dgm:t>
    </dgm:pt>
    <dgm:pt modelId="{9A760CF3-B423-494A-A3C3-4B146D7DD0C5}" type="parTrans" cxnId="{B59E32F7-5B1A-F142-8508-12EFD1E71709}">
      <dgm:prSet/>
      <dgm:spPr/>
      <dgm:t>
        <a:bodyPr/>
        <a:lstStyle/>
        <a:p>
          <a:endParaRPr lang="nl-NL"/>
        </a:p>
      </dgm:t>
    </dgm:pt>
    <dgm:pt modelId="{A7DF54E0-DEAA-BB47-9A14-C0F990DB0EAB}" type="sibTrans" cxnId="{B59E32F7-5B1A-F142-8508-12EFD1E71709}">
      <dgm:prSet/>
      <dgm:spPr/>
      <dgm:t>
        <a:bodyPr/>
        <a:lstStyle/>
        <a:p>
          <a:endParaRPr lang="nl-NL"/>
        </a:p>
      </dgm:t>
    </dgm:pt>
    <dgm:pt modelId="{AAC5BD39-C37A-2F44-9FF4-89FE63016200}" type="pres">
      <dgm:prSet presAssocID="{94216270-991F-534C-971A-FB7E1B121087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C94E617-2178-1E44-ADFC-ADE2C040640D}" type="pres">
      <dgm:prSet presAssocID="{45F1D89B-C5D2-1D48-A1E6-9C9A63BB7571}" presName="parentLin" presStyleCnt="0"/>
      <dgm:spPr/>
    </dgm:pt>
    <dgm:pt modelId="{E70B60AE-4150-A440-9A36-36230B98C519}" type="pres">
      <dgm:prSet presAssocID="{45F1D89B-C5D2-1D48-A1E6-9C9A63BB7571}" presName="parentLeftMargin" presStyleLbl="node1" presStyleIdx="0" presStyleCnt="8"/>
      <dgm:spPr/>
      <dgm:t>
        <a:bodyPr/>
        <a:lstStyle/>
        <a:p>
          <a:endParaRPr lang="en-US"/>
        </a:p>
      </dgm:t>
    </dgm:pt>
    <dgm:pt modelId="{458A0567-A0C8-4F4B-A329-0890FC5D62D9}" type="pres">
      <dgm:prSet presAssocID="{45F1D89B-C5D2-1D48-A1E6-9C9A63BB7571}" presName="parentText" presStyleLbl="node1" presStyleIdx="0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8A5B710-6D10-3844-93D2-C38A74440022}" type="pres">
      <dgm:prSet presAssocID="{45F1D89B-C5D2-1D48-A1E6-9C9A63BB7571}" presName="negativeSpace" presStyleCnt="0"/>
      <dgm:spPr/>
    </dgm:pt>
    <dgm:pt modelId="{AA366C94-0703-A44B-B34C-9EACBD53932C}" type="pres">
      <dgm:prSet presAssocID="{45F1D89B-C5D2-1D48-A1E6-9C9A63BB7571}" presName="childText" presStyleLbl="conFgAcc1" presStyleIdx="0" presStyleCnt="8">
        <dgm:presLayoutVars>
          <dgm:bulletEnabled val="1"/>
        </dgm:presLayoutVars>
      </dgm:prSet>
      <dgm:spPr/>
    </dgm:pt>
    <dgm:pt modelId="{ED2F1BBC-118C-1E4C-9D4D-3822367D7A61}" type="pres">
      <dgm:prSet presAssocID="{116A31E2-2A22-284F-A963-1AA40AC1F159}" presName="spaceBetweenRectangles" presStyleCnt="0"/>
      <dgm:spPr/>
    </dgm:pt>
    <dgm:pt modelId="{705A9900-9CB9-C342-816A-4540DE6487A0}" type="pres">
      <dgm:prSet presAssocID="{01237A03-007B-6041-96B2-826B671606D3}" presName="parentLin" presStyleCnt="0"/>
      <dgm:spPr/>
    </dgm:pt>
    <dgm:pt modelId="{E8688A9C-8C2E-4845-B014-FA0B67E058F7}" type="pres">
      <dgm:prSet presAssocID="{01237A03-007B-6041-96B2-826B671606D3}" presName="parentLeftMargin" presStyleLbl="node1" presStyleIdx="0" presStyleCnt="8"/>
      <dgm:spPr/>
      <dgm:t>
        <a:bodyPr/>
        <a:lstStyle/>
        <a:p>
          <a:endParaRPr lang="en-US"/>
        </a:p>
      </dgm:t>
    </dgm:pt>
    <dgm:pt modelId="{AE980B58-D807-1C4A-9E6C-40ACF1086AF7}" type="pres">
      <dgm:prSet presAssocID="{01237A03-007B-6041-96B2-826B671606D3}" presName="parentText" presStyleLbl="node1" presStyleIdx="1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7491F83-2EEC-A641-AD45-1974E190A584}" type="pres">
      <dgm:prSet presAssocID="{01237A03-007B-6041-96B2-826B671606D3}" presName="negativeSpace" presStyleCnt="0"/>
      <dgm:spPr/>
    </dgm:pt>
    <dgm:pt modelId="{304D7D80-8E9C-504E-95F6-D8000500BC51}" type="pres">
      <dgm:prSet presAssocID="{01237A03-007B-6041-96B2-826B671606D3}" presName="childText" presStyleLbl="conFgAcc1" presStyleIdx="1" presStyleCnt="8">
        <dgm:presLayoutVars>
          <dgm:bulletEnabled val="1"/>
        </dgm:presLayoutVars>
      </dgm:prSet>
      <dgm:spPr/>
    </dgm:pt>
    <dgm:pt modelId="{2D027C3E-776A-6547-AE1B-78EBDF7A78E5}" type="pres">
      <dgm:prSet presAssocID="{D349F5F0-EF30-2945-B362-BED5B0DB5FC3}" presName="spaceBetweenRectangles" presStyleCnt="0"/>
      <dgm:spPr/>
    </dgm:pt>
    <dgm:pt modelId="{65E1819E-2164-D349-BF57-20DB4BE30EFE}" type="pres">
      <dgm:prSet presAssocID="{9494368B-CE6B-0840-8A0C-257F42B39B34}" presName="parentLin" presStyleCnt="0"/>
      <dgm:spPr/>
    </dgm:pt>
    <dgm:pt modelId="{B6CD304F-2722-554D-8835-1AC4822915F5}" type="pres">
      <dgm:prSet presAssocID="{9494368B-CE6B-0840-8A0C-257F42B39B34}" presName="parentLeftMargin" presStyleLbl="node1" presStyleIdx="1" presStyleCnt="8"/>
      <dgm:spPr/>
      <dgm:t>
        <a:bodyPr/>
        <a:lstStyle/>
        <a:p>
          <a:endParaRPr lang="en-US"/>
        </a:p>
      </dgm:t>
    </dgm:pt>
    <dgm:pt modelId="{A392B5E8-19A9-8348-9A60-875A247221B6}" type="pres">
      <dgm:prSet presAssocID="{9494368B-CE6B-0840-8A0C-257F42B39B34}" presName="parentText" presStyleLbl="node1" presStyleIdx="2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687B0A5-5450-5848-8523-5A8BD0ADA2B5}" type="pres">
      <dgm:prSet presAssocID="{9494368B-CE6B-0840-8A0C-257F42B39B34}" presName="negativeSpace" presStyleCnt="0"/>
      <dgm:spPr/>
    </dgm:pt>
    <dgm:pt modelId="{F38FE6F9-B549-7A47-80F5-E32763EC0B40}" type="pres">
      <dgm:prSet presAssocID="{9494368B-CE6B-0840-8A0C-257F42B39B34}" presName="childText" presStyleLbl="conFgAcc1" presStyleIdx="2" presStyleCnt="8">
        <dgm:presLayoutVars>
          <dgm:bulletEnabled val="1"/>
        </dgm:presLayoutVars>
      </dgm:prSet>
      <dgm:spPr/>
    </dgm:pt>
    <dgm:pt modelId="{91B3CA26-B445-724E-891C-64572D5D0E08}" type="pres">
      <dgm:prSet presAssocID="{E003B659-54FD-164D-A30D-BA1D73D85743}" presName="spaceBetweenRectangles" presStyleCnt="0"/>
      <dgm:spPr/>
    </dgm:pt>
    <dgm:pt modelId="{AE12A87D-69AA-B842-B187-89EEBCC364D2}" type="pres">
      <dgm:prSet presAssocID="{B396A9E7-B203-344F-BC0E-4054E58DFC40}" presName="parentLin" presStyleCnt="0"/>
      <dgm:spPr/>
    </dgm:pt>
    <dgm:pt modelId="{99DBDA57-FAB1-1340-91AA-8BBF5A27E603}" type="pres">
      <dgm:prSet presAssocID="{B396A9E7-B203-344F-BC0E-4054E58DFC40}" presName="parentLeftMargin" presStyleLbl="node1" presStyleIdx="2" presStyleCnt="8"/>
      <dgm:spPr/>
      <dgm:t>
        <a:bodyPr/>
        <a:lstStyle/>
        <a:p>
          <a:endParaRPr lang="en-US"/>
        </a:p>
      </dgm:t>
    </dgm:pt>
    <dgm:pt modelId="{95AD2BBC-29D6-4E46-8103-4021F93623A6}" type="pres">
      <dgm:prSet presAssocID="{B396A9E7-B203-344F-BC0E-4054E58DFC40}" presName="parentText" presStyleLbl="node1" presStyleIdx="3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6CB3FD2-D077-0348-B059-F2E9AB7223EC}" type="pres">
      <dgm:prSet presAssocID="{B396A9E7-B203-344F-BC0E-4054E58DFC40}" presName="negativeSpace" presStyleCnt="0"/>
      <dgm:spPr/>
    </dgm:pt>
    <dgm:pt modelId="{5A54D4A0-0551-864C-A93F-5D2895329C90}" type="pres">
      <dgm:prSet presAssocID="{B396A9E7-B203-344F-BC0E-4054E58DFC40}" presName="childText" presStyleLbl="conFgAcc1" presStyleIdx="3" presStyleCnt="8">
        <dgm:presLayoutVars>
          <dgm:bulletEnabled val="1"/>
        </dgm:presLayoutVars>
      </dgm:prSet>
      <dgm:spPr/>
    </dgm:pt>
    <dgm:pt modelId="{095653AC-9796-1A45-98C6-892E6DD2B3CF}" type="pres">
      <dgm:prSet presAssocID="{D60BCE68-81CA-8346-B862-AC1F642086E6}" presName="spaceBetweenRectangles" presStyleCnt="0"/>
      <dgm:spPr/>
    </dgm:pt>
    <dgm:pt modelId="{3C9B7F48-3B29-6842-A1E5-A9C3E34666D9}" type="pres">
      <dgm:prSet presAssocID="{2953A6AD-C2EA-BA4D-8F79-062E4D60BFEC}" presName="parentLin" presStyleCnt="0"/>
      <dgm:spPr/>
    </dgm:pt>
    <dgm:pt modelId="{81A6A645-E58F-EC46-88A8-00CA6084FC5B}" type="pres">
      <dgm:prSet presAssocID="{2953A6AD-C2EA-BA4D-8F79-062E4D60BFEC}" presName="parentLeftMargin" presStyleLbl="node1" presStyleIdx="3" presStyleCnt="8"/>
      <dgm:spPr/>
      <dgm:t>
        <a:bodyPr/>
        <a:lstStyle/>
        <a:p>
          <a:endParaRPr lang="en-US"/>
        </a:p>
      </dgm:t>
    </dgm:pt>
    <dgm:pt modelId="{F49AD531-2FFA-0E40-9F8D-DB64EFBABE0B}" type="pres">
      <dgm:prSet presAssocID="{2953A6AD-C2EA-BA4D-8F79-062E4D60BFEC}" presName="parentText" presStyleLbl="node1" presStyleIdx="4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2695B35-20CF-504A-9699-8AFE54B040E6}" type="pres">
      <dgm:prSet presAssocID="{2953A6AD-C2EA-BA4D-8F79-062E4D60BFEC}" presName="negativeSpace" presStyleCnt="0"/>
      <dgm:spPr/>
    </dgm:pt>
    <dgm:pt modelId="{6F8CD4B1-7070-0744-BFA6-6BDFCE1517E5}" type="pres">
      <dgm:prSet presAssocID="{2953A6AD-C2EA-BA4D-8F79-062E4D60BFEC}" presName="childText" presStyleLbl="conFgAcc1" presStyleIdx="4" presStyleCnt="8">
        <dgm:presLayoutVars>
          <dgm:bulletEnabled val="1"/>
        </dgm:presLayoutVars>
      </dgm:prSet>
      <dgm:spPr/>
    </dgm:pt>
    <dgm:pt modelId="{F5E165DC-DC94-B94D-B4E2-AAB4BE1E3E0C}" type="pres">
      <dgm:prSet presAssocID="{A3E53C9E-896F-494D-9145-03CE98F298A2}" presName="spaceBetweenRectangles" presStyleCnt="0"/>
      <dgm:spPr/>
    </dgm:pt>
    <dgm:pt modelId="{D974EC09-079D-5247-8EE0-2CEC6822F074}" type="pres">
      <dgm:prSet presAssocID="{71D3B007-674D-C845-8FE6-FA1BF15C93B3}" presName="parentLin" presStyleCnt="0"/>
      <dgm:spPr/>
    </dgm:pt>
    <dgm:pt modelId="{C0FCAA69-3FC2-0148-BEA8-B4C07C35B03B}" type="pres">
      <dgm:prSet presAssocID="{71D3B007-674D-C845-8FE6-FA1BF15C93B3}" presName="parentLeftMargin" presStyleLbl="node1" presStyleIdx="4" presStyleCnt="8"/>
      <dgm:spPr/>
      <dgm:t>
        <a:bodyPr/>
        <a:lstStyle/>
        <a:p>
          <a:endParaRPr lang="en-US"/>
        </a:p>
      </dgm:t>
    </dgm:pt>
    <dgm:pt modelId="{6F2F17D1-984C-1547-9AB6-09427AA2C8FF}" type="pres">
      <dgm:prSet presAssocID="{71D3B007-674D-C845-8FE6-FA1BF15C93B3}" presName="parentText" presStyleLbl="node1" presStyleIdx="5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AC96996-5E17-3249-B645-95526EEA878C}" type="pres">
      <dgm:prSet presAssocID="{71D3B007-674D-C845-8FE6-FA1BF15C93B3}" presName="negativeSpace" presStyleCnt="0"/>
      <dgm:spPr/>
    </dgm:pt>
    <dgm:pt modelId="{CBE863A7-FF9B-2B4C-89E4-64046D97701B}" type="pres">
      <dgm:prSet presAssocID="{71D3B007-674D-C845-8FE6-FA1BF15C93B3}" presName="childText" presStyleLbl="conFgAcc1" presStyleIdx="5" presStyleCnt="8">
        <dgm:presLayoutVars>
          <dgm:bulletEnabled val="1"/>
        </dgm:presLayoutVars>
      </dgm:prSet>
      <dgm:spPr/>
    </dgm:pt>
    <dgm:pt modelId="{C39247F2-DC1E-6D46-B3D4-EE8974583D6A}" type="pres">
      <dgm:prSet presAssocID="{55F619D6-BAF6-7A4F-B3A3-5F9482230F2A}" presName="spaceBetweenRectangles" presStyleCnt="0"/>
      <dgm:spPr/>
    </dgm:pt>
    <dgm:pt modelId="{B7FD2C12-25AC-094C-8FF9-A5DE327DF63D}" type="pres">
      <dgm:prSet presAssocID="{8894ED27-314C-9641-BBA4-F4CB5AEF4E7C}" presName="parentLin" presStyleCnt="0"/>
      <dgm:spPr/>
    </dgm:pt>
    <dgm:pt modelId="{92EF15ED-EF97-5845-8113-195562DE3AC1}" type="pres">
      <dgm:prSet presAssocID="{8894ED27-314C-9641-BBA4-F4CB5AEF4E7C}" presName="parentLeftMargin" presStyleLbl="node1" presStyleIdx="5" presStyleCnt="8"/>
      <dgm:spPr/>
      <dgm:t>
        <a:bodyPr/>
        <a:lstStyle/>
        <a:p>
          <a:endParaRPr lang="en-US"/>
        </a:p>
      </dgm:t>
    </dgm:pt>
    <dgm:pt modelId="{C3866561-A831-B34F-AC01-9B91C54A13F8}" type="pres">
      <dgm:prSet presAssocID="{8894ED27-314C-9641-BBA4-F4CB5AEF4E7C}" presName="parentText" presStyleLbl="node1" presStyleIdx="6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nl-NL"/>
        </a:p>
      </dgm:t>
    </dgm:pt>
    <dgm:pt modelId="{1C9AB01E-0F03-7A48-AA0E-2F3B325BBF93}" type="pres">
      <dgm:prSet presAssocID="{8894ED27-314C-9641-BBA4-F4CB5AEF4E7C}" presName="negativeSpace" presStyleCnt="0"/>
      <dgm:spPr/>
    </dgm:pt>
    <dgm:pt modelId="{1BD82FA2-848C-B746-A9A5-FD32FCE1EEEB}" type="pres">
      <dgm:prSet presAssocID="{8894ED27-314C-9641-BBA4-F4CB5AEF4E7C}" presName="childText" presStyleLbl="conFgAcc1" presStyleIdx="6" presStyleCnt="8">
        <dgm:presLayoutVars>
          <dgm:bulletEnabled val="1"/>
        </dgm:presLayoutVars>
      </dgm:prSet>
      <dgm:spPr/>
    </dgm:pt>
    <dgm:pt modelId="{DA27D47F-02EB-E849-A1F5-BDE4C1DED71A}" type="pres">
      <dgm:prSet presAssocID="{A7DF54E0-DEAA-BB47-9A14-C0F990DB0EAB}" presName="spaceBetweenRectangles" presStyleCnt="0"/>
      <dgm:spPr/>
    </dgm:pt>
    <dgm:pt modelId="{17288A52-95FC-7F4D-9DBA-CDF9E76F0079}" type="pres">
      <dgm:prSet presAssocID="{06779B39-BBCF-5F45-98B0-F28342C0EE84}" presName="parentLin" presStyleCnt="0"/>
      <dgm:spPr/>
    </dgm:pt>
    <dgm:pt modelId="{D4883EBE-920C-8B4E-8412-429DE87C59F0}" type="pres">
      <dgm:prSet presAssocID="{06779B39-BBCF-5F45-98B0-F28342C0EE84}" presName="parentLeftMargin" presStyleLbl="node1" presStyleIdx="6" presStyleCnt="8"/>
      <dgm:spPr/>
      <dgm:t>
        <a:bodyPr/>
        <a:lstStyle/>
        <a:p>
          <a:endParaRPr lang="en-US"/>
        </a:p>
      </dgm:t>
    </dgm:pt>
    <dgm:pt modelId="{E7DA3776-29DC-A64F-82FA-00279BB035F0}" type="pres">
      <dgm:prSet presAssocID="{06779B39-BBCF-5F45-98B0-F28342C0EE84}" presName="parentText" presStyleLbl="node1" presStyleIdx="7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2223601-16C2-8F4C-9E75-D49CEB20C215}" type="pres">
      <dgm:prSet presAssocID="{06779B39-BBCF-5F45-98B0-F28342C0EE84}" presName="negativeSpace" presStyleCnt="0"/>
      <dgm:spPr/>
    </dgm:pt>
    <dgm:pt modelId="{0FE2558F-31CD-3648-BBD1-F35653779330}" type="pres">
      <dgm:prSet presAssocID="{06779B39-BBCF-5F45-98B0-F28342C0EE84}" presName="childText" presStyleLbl="conFgAcc1" presStyleIdx="7" presStyleCnt="8">
        <dgm:presLayoutVars>
          <dgm:bulletEnabled val="1"/>
        </dgm:presLayoutVars>
      </dgm:prSet>
      <dgm:spPr/>
    </dgm:pt>
  </dgm:ptLst>
  <dgm:cxnLst>
    <dgm:cxn modelId="{04713514-0C8D-C340-AA1F-7C49A6269BDD}" type="presOf" srcId="{71D3B007-674D-C845-8FE6-FA1BF15C93B3}" destId="{C0FCAA69-3FC2-0148-BEA8-B4C07C35B03B}" srcOrd="0" destOrd="0" presId="urn:microsoft.com/office/officeart/2005/8/layout/list1"/>
    <dgm:cxn modelId="{058FE1BC-3F0D-2B4C-8DB0-BBFC43D184F9}" srcId="{94216270-991F-534C-971A-FB7E1B121087}" destId="{45F1D89B-C5D2-1D48-A1E6-9C9A63BB7571}" srcOrd="0" destOrd="0" parTransId="{B39B7BC7-DE75-0143-A88E-45D497792D7E}" sibTransId="{116A31E2-2A22-284F-A963-1AA40AC1F159}"/>
    <dgm:cxn modelId="{FE16BA12-0370-5844-A89B-B4AC56B87657}" srcId="{94216270-991F-534C-971A-FB7E1B121087}" destId="{06779B39-BBCF-5F45-98B0-F28342C0EE84}" srcOrd="7" destOrd="0" parTransId="{F1247D70-0CDB-2741-A687-909A9C763F9D}" sibTransId="{753B86B1-67E2-F64C-B772-50F4E2C2E342}"/>
    <dgm:cxn modelId="{3CC64C45-BCCE-8441-93F2-5F0065BFE16A}" type="presOf" srcId="{06779B39-BBCF-5F45-98B0-F28342C0EE84}" destId="{E7DA3776-29DC-A64F-82FA-00279BB035F0}" srcOrd="1" destOrd="0" presId="urn:microsoft.com/office/officeart/2005/8/layout/list1"/>
    <dgm:cxn modelId="{CE446704-B98F-E841-BD1F-70CAE7E5BC4A}" srcId="{94216270-991F-534C-971A-FB7E1B121087}" destId="{01237A03-007B-6041-96B2-826B671606D3}" srcOrd="1" destOrd="0" parTransId="{FDFB360F-4F77-9A42-9D44-ABF03989AD93}" sibTransId="{D349F5F0-EF30-2945-B362-BED5B0DB5FC3}"/>
    <dgm:cxn modelId="{3F274DEA-BC0A-E94B-9710-DAE565683F34}" srcId="{94216270-991F-534C-971A-FB7E1B121087}" destId="{2953A6AD-C2EA-BA4D-8F79-062E4D60BFEC}" srcOrd="4" destOrd="0" parTransId="{30171221-C448-114F-BE1F-FCAB6DCB4A30}" sibTransId="{A3E53C9E-896F-494D-9145-03CE98F298A2}"/>
    <dgm:cxn modelId="{0B0EFFC6-4898-694A-8D29-AE8A9D190F4F}" type="presOf" srcId="{8894ED27-314C-9641-BBA4-F4CB5AEF4E7C}" destId="{92EF15ED-EF97-5845-8113-195562DE3AC1}" srcOrd="0" destOrd="0" presId="urn:microsoft.com/office/officeart/2005/8/layout/list1"/>
    <dgm:cxn modelId="{38F4EEFA-1CF0-C54D-9557-8810660976F8}" type="presOf" srcId="{B396A9E7-B203-344F-BC0E-4054E58DFC40}" destId="{99DBDA57-FAB1-1340-91AA-8BBF5A27E603}" srcOrd="0" destOrd="0" presId="urn:microsoft.com/office/officeart/2005/8/layout/list1"/>
    <dgm:cxn modelId="{C707BD4F-CF9B-FE44-896B-010362FF8FE2}" srcId="{94216270-991F-534C-971A-FB7E1B121087}" destId="{71D3B007-674D-C845-8FE6-FA1BF15C93B3}" srcOrd="5" destOrd="0" parTransId="{6D0D901D-E879-0E41-BBF6-D8F82FB108D3}" sibTransId="{55F619D6-BAF6-7A4F-B3A3-5F9482230F2A}"/>
    <dgm:cxn modelId="{31AF09F5-09B4-444B-9534-72099CC742C3}" type="presOf" srcId="{B396A9E7-B203-344F-BC0E-4054E58DFC40}" destId="{95AD2BBC-29D6-4E46-8103-4021F93623A6}" srcOrd="1" destOrd="0" presId="urn:microsoft.com/office/officeart/2005/8/layout/list1"/>
    <dgm:cxn modelId="{DE03A842-82E7-4B4E-AD3F-E88181A1BE46}" type="presOf" srcId="{06779B39-BBCF-5F45-98B0-F28342C0EE84}" destId="{D4883EBE-920C-8B4E-8412-429DE87C59F0}" srcOrd="0" destOrd="0" presId="urn:microsoft.com/office/officeart/2005/8/layout/list1"/>
    <dgm:cxn modelId="{4DBCFDB7-50BB-DC46-9158-728A1A32A6AA}" type="presOf" srcId="{45F1D89B-C5D2-1D48-A1E6-9C9A63BB7571}" destId="{458A0567-A0C8-4F4B-A329-0890FC5D62D9}" srcOrd="1" destOrd="0" presId="urn:microsoft.com/office/officeart/2005/8/layout/list1"/>
    <dgm:cxn modelId="{D4717223-55A0-DE4A-850C-3511BD552E20}" type="presOf" srcId="{71D3B007-674D-C845-8FE6-FA1BF15C93B3}" destId="{6F2F17D1-984C-1547-9AB6-09427AA2C8FF}" srcOrd="1" destOrd="0" presId="urn:microsoft.com/office/officeart/2005/8/layout/list1"/>
    <dgm:cxn modelId="{96E60691-1948-1A4A-B21D-1478692915AB}" type="presOf" srcId="{2953A6AD-C2EA-BA4D-8F79-062E4D60BFEC}" destId="{81A6A645-E58F-EC46-88A8-00CA6084FC5B}" srcOrd="0" destOrd="0" presId="urn:microsoft.com/office/officeart/2005/8/layout/list1"/>
    <dgm:cxn modelId="{9D075FFC-E324-004F-A565-74E2F4BB0F7D}" type="presOf" srcId="{45F1D89B-C5D2-1D48-A1E6-9C9A63BB7571}" destId="{E70B60AE-4150-A440-9A36-36230B98C519}" srcOrd="0" destOrd="0" presId="urn:microsoft.com/office/officeart/2005/8/layout/list1"/>
    <dgm:cxn modelId="{017A17D1-5FFB-F643-9493-714A049C8762}" type="presOf" srcId="{2953A6AD-C2EA-BA4D-8F79-062E4D60BFEC}" destId="{F49AD531-2FFA-0E40-9F8D-DB64EFBABE0B}" srcOrd="1" destOrd="0" presId="urn:microsoft.com/office/officeart/2005/8/layout/list1"/>
    <dgm:cxn modelId="{9E8B6222-88F5-7D47-A964-D425A4BEDFB9}" type="presOf" srcId="{01237A03-007B-6041-96B2-826B671606D3}" destId="{AE980B58-D807-1C4A-9E6C-40ACF1086AF7}" srcOrd="1" destOrd="0" presId="urn:microsoft.com/office/officeart/2005/8/layout/list1"/>
    <dgm:cxn modelId="{0C51F434-F7D7-BF4F-B7D4-091507D37C33}" type="presOf" srcId="{9494368B-CE6B-0840-8A0C-257F42B39B34}" destId="{B6CD304F-2722-554D-8835-1AC4822915F5}" srcOrd="0" destOrd="0" presId="urn:microsoft.com/office/officeart/2005/8/layout/list1"/>
    <dgm:cxn modelId="{B59E32F7-5B1A-F142-8508-12EFD1E71709}" srcId="{94216270-991F-534C-971A-FB7E1B121087}" destId="{8894ED27-314C-9641-BBA4-F4CB5AEF4E7C}" srcOrd="6" destOrd="0" parTransId="{9A760CF3-B423-494A-A3C3-4B146D7DD0C5}" sibTransId="{A7DF54E0-DEAA-BB47-9A14-C0F990DB0EAB}"/>
    <dgm:cxn modelId="{E5C3BBEF-7F71-7742-92FC-CFC5A745B3C6}" type="presOf" srcId="{94216270-991F-534C-971A-FB7E1B121087}" destId="{AAC5BD39-C37A-2F44-9FF4-89FE63016200}" srcOrd="0" destOrd="0" presId="urn:microsoft.com/office/officeart/2005/8/layout/list1"/>
    <dgm:cxn modelId="{8208F029-E21F-2640-9FCA-D9ED55D6A4E2}" type="presOf" srcId="{8894ED27-314C-9641-BBA4-F4CB5AEF4E7C}" destId="{C3866561-A831-B34F-AC01-9B91C54A13F8}" srcOrd="1" destOrd="0" presId="urn:microsoft.com/office/officeart/2005/8/layout/list1"/>
    <dgm:cxn modelId="{17EBBE87-6C88-9341-9B88-D180A8D1367E}" srcId="{94216270-991F-534C-971A-FB7E1B121087}" destId="{B396A9E7-B203-344F-BC0E-4054E58DFC40}" srcOrd="3" destOrd="0" parTransId="{750D5A8D-1D02-634B-86EF-4866D629B108}" sibTransId="{D60BCE68-81CA-8346-B862-AC1F642086E6}"/>
    <dgm:cxn modelId="{75A9283C-8C43-A64E-92D9-29F32302C47C}" type="presOf" srcId="{9494368B-CE6B-0840-8A0C-257F42B39B34}" destId="{A392B5E8-19A9-8348-9A60-875A247221B6}" srcOrd="1" destOrd="0" presId="urn:microsoft.com/office/officeart/2005/8/layout/list1"/>
    <dgm:cxn modelId="{9F6DB5B2-CE34-2546-8A50-04E2AD5D72F8}" srcId="{94216270-991F-534C-971A-FB7E1B121087}" destId="{9494368B-CE6B-0840-8A0C-257F42B39B34}" srcOrd="2" destOrd="0" parTransId="{46B82BE3-FAED-6B42-846C-C99A0124B244}" sibTransId="{E003B659-54FD-164D-A30D-BA1D73D85743}"/>
    <dgm:cxn modelId="{958A9D9B-73BF-2B45-98BA-624A1045B24A}" type="presOf" srcId="{01237A03-007B-6041-96B2-826B671606D3}" destId="{E8688A9C-8C2E-4845-B014-FA0B67E058F7}" srcOrd="0" destOrd="0" presId="urn:microsoft.com/office/officeart/2005/8/layout/list1"/>
    <dgm:cxn modelId="{6844A557-A5C1-5E46-A895-009370EC11E4}" type="presParOf" srcId="{AAC5BD39-C37A-2F44-9FF4-89FE63016200}" destId="{6C94E617-2178-1E44-ADFC-ADE2C040640D}" srcOrd="0" destOrd="0" presId="urn:microsoft.com/office/officeart/2005/8/layout/list1"/>
    <dgm:cxn modelId="{D9AA3981-121C-5A4D-AB1F-2D7AA39E2CD8}" type="presParOf" srcId="{6C94E617-2178-1E44-ADFC-ADE2C040640D}" destId="{E70B60AE-4150-A440-9A36-36230B98C519}" srcOrd="0" destOrd="0" presId="urn:microsoft.com/office/officeart/2005/8/layout/list1"/>
    <dgm:cxn modelId="{39691ECE-0D7D-BC44-B4D8-8373768DF56C}" type="presParOf" srcId="{6C94E617-2178-1E44-ADFC-ADE2C040640D}" destId="{458A0567-A0C8-4F4B-A329-0890FC5D62D9}" srcOrd="1" destOrd="0" presId="urn:microsoft.com/office/officeart/2005/8/layout/list1"/>
    <dgm:cxn modelId="{64B0C7FF-32FD-7946-8C12-0B04CA8D12D9}" type="presParOf" srcId="{AAC5BD39-C37A-2F44-9FF4-89FE63016200}" destId="{B8A5B710-6D10-3844-93D2-C38A74440022}" srcOrd="1" destOrd="0" presId="urn:microsoft.com/office/officeart/2005/8/layout/list1"/>
    <dgm:cxn modelId="{FB26CB5F-C648-3D41-A9D9-6B85771E3A21}" type="presParOf" srcId="{AAC5BD39-C37A-2F44-9FF4-89FE63016200}" destId="{AA366C94-0703-A44B-B34C-9EACBD53932C}" srcOrd="2" destOrd="0" presId="urn:microsoft.com/office/officeart/2005/8/layout/list1"/>
    <dgm:cxn modelId="{487E8744-89F9-174C-9D6A-209EDDA83000}" type="presParOf" srcId="{AAC5BD39-C37A-2F44-9FF4-89FE63016200}" destId="{ED2F1BBC-118C-1E4C-9D4D-3822367D7A61}" srcOrd="3" destOrd="0" presId="urn:microsoft.com/office/officeart/2005/8/layout/list1"/>
    <dgm:cxn modelId="{6441ED3A-D4A4-DD4E-86EB-2A8F9A20CB06}" type="presParOf" srcId="{AAC5BD39-C37A-2F44-9FF4-89FE63016200}" destId="{705A9900-9CB9-C342-816A-4540DE6487A0}" srcOrd="4" destOrd="0" presId="urn:microsoft.com/office/officeart/2005/8/layout/list1"/>
    <dgm:cxn modelId="{002645A0-8B3D-BE4F-995E-BCFF3CD5CEFE}" type="presParOf" srcId="{705A9900-9CB9-C342-816A-4540DE6487A0}" destId="{E8688A9C-8C2E-4845-B014-FA0B67E058F7}" srcOrd="0" destOrd="0" presId="urn:microsoft.com/office/officeart/2005/8/layout/list1"/>
    <dgm:cxn modelId="{BBE8E90C-78E4-8D41-B5BA-1881AA3FC319}" type="presParOf" srcId="{705A9900-9CB9-C342-816A-4540DE6487A0}" destId="{AE980B58-D807-1C4A-9E6C-40ACF1086AF7}" srcOrd="1" destOrd="0" presId="urn:microsoft.com/office/officeart/2005/8/layout/list1"/>
    <dgm:cxn modelId="{3E295600-7AD0-0B41-A607-F8A5E70B4B65}" type="presParOf" srcId="{AAC5BD39-C37A-2F44-9FF4-89FE63016200}" destId="{E7491F83-2EEC-A641-AD45-1974E190A584}" srcOrd="5" destOrd="0" presId="urn:microsoft.com/office/officeart/2005/8/layout/list1"/>
    <dgm:cxn modelId="{4F033B4D-F003-7F4F-B4CC-2155AE2A2598}" type="presParOf" srcId="{AAC5BD39-C37A-2F44-9FF4-89FE63016200}" destId="{304D7D80-8E9C-504E-95F6-D8000500BC51}" srcOrd="6" destOrd="0" presId="urn:microsoft.com/office/officeart/2005/8/layout/list1"/>
    <dgm:cxn modelId="{19DA9318-87B1-224C-AFF0-101D882E245A}" type="presParOf" srcId="{AAC5BD39-C37A-2F44-9FF4-89FE63016200}" destId="{2D027C3E-776A-6547-AE1B-78EBDF7A78E5}" srcOrd="7" destOrd="0" presId="urn:microsoft.com/office/officeart/2005/8/layout/list1"/>
    <dgm:cxn modelId="{C51054A6-01DF-B94A-B8BD-4FC06DB52086}" type="presParOf" srcId="{AAC5BD39-C37A-2F44-9FF4-89FE63016200}" destId="{65E1819E-2164-D349-BF57-20DB4BE30EFE}" srcOrd="8" destOrd="0" presId="urn:microsoft.com/office/officeart/2005/8/layout/list1"/>
    <dgm:cxn modelId="{39D0A040-CA8D-4A48-B3DD-C477DB08E293}" type="presParOf" srcId="{65E1819E-2164-D349-BF57-20DB4BE30EFE}" destId="{B6CD304F-2722-554D-8835-1AC4822915F5}" srcOrd="0" destOrd="0" presId="urn:microsoft.com/office/officeart/2005/8/layout/list1"/>
    <dgm:cxn modelId="{69CF670E-D040-404D-B958-2B38D65FB1F6}" type="presParOf" srcId="{65E1819E-2164-D349-BF57-20DB4BE30EFE}" destId="{A392B5E8-19A9-8348-9A60-875A247221B6}" srcOrd="1" destOrd="0" presId="urn:microsoft.com/office/officeart/2005/8/layout/list1"/>
    <dgm:cxn modelId="{51603DFC-0BD6-ED45-B489-97F3C3A14F5F}" type="presParOf" srcId="{AAC5BD39-C37A-2F44-9FF4-89FE63016200}" destId="{4687B0A5-5450-5848-8523-5A8BD0ADA2B5}" srcOrd="9" destOrd="0" presId="urn:microsoft.com/office/officeart/2005/8/layout/list1"/>
    <dgm:cxn modelId="{07F8030C-665F-F74D-9E7E-5DABC6EF46CA}" type="presParOf" srcId="{AAC5BD39-C37A-2F44-9FF4-89FE63016200}" destId="{F38FE6F9-B549-7A47-80F5-E32763EC0B40}" srcOrd="10" destOrd="0" presId="urn:microsoft.com/office/officeart/2005/8/layout/list1"/>
    <dgm:cxn modelId="{772BC07A-ADC4-D545-81BF-751052F8606C}" type="presParOf" srcId="{AAC5BD39-C37A-2F44-9FF4-89FE63016200}" destId="{91B3CA26-B445-724E-891C-64572D5D0E08}" srcOrd="11" destOrd="0" presId="urn:microsoft.com/office/officeart/2005/8/layout/list1"/>
    <dgm:cxn modelId="{DFDB5714-0757-2B4F-A781-48AAAAE96C30}" type="presParOf" srcId="{AAC5BD39-C37A-2F44-9FF4-89FE63016200}" destId="{AE12A87D-69AA-B842-B187-89EEBCC364D2}" srcOrd="12" destOrd="0" presId="urn:microsoft.com/office/officeart/2005/8/layout/list1"/>
    <dgm:cxn modelId="{704962CE-1CB4-3644-B1EC-8AF68883412A}" type="presParOf" srcId="{AE12A87D-69AA-B842-B187-89EEBCC364D2}" destId="{99DBDA57-FAB1-1340-91AA-8BBF5A27E603}" srcOrd="0" destOrd="0" presId="urn:microsoft.com/office/officeart/2005/8/layout/list1"/>
    <dgm:cxn modelId="{5F7701D8-0710-2E43-B372-19A658AA3191}" type="presParOf" srcId="{AE12A87D-69AA-B842-B187-89EEBCC364D2}" destId="{95AD2BBC-29D6-4E46-8103-4021F93623A6}" srcOrd="1" destOrd="0" presId="urn:microsoft.com/office/officeart/2005/8/layout/list1"/>
    <dgm:cxn modelId="{424DF97B-7425-4B48-86D9-41034C8E1462}" type="presParOf" srcId="{AAC5BD39-C37A-2F44-9FF4-89FE63016200}" destId="{66CB3FD2-D077-0348-B059-F2E9AB7223EC}" srcOrd="13" destOrd="0" presId="urn:microsoft.com/office/officeart/2005/8/layout/list1"/>
    <dgm:cxn modelId="{F2DB5337-B5B4-AD4D-8797-C5DA330F3E34}" type="presParOf" srcId="{AAC5BD39-C37A-2F44-9FF4-89FE63016200}" destId="{5A54D4A0-0551-864C-A93F-5D2895329C90}" srcOrd="14" destOrd="0" presId="urn:microsoft.com/office/officeart/2005/8/layout/list1"/>
    <dgm:cxn modelId="{27916ABF-4346-3A41-970B-83E4940440AE}" type="presParOf" srcId="{AAC5BD39-C37A-2F44-9FF4-89FE63016200}" destId="{095653AC-9796-1A45-98C6-892E6DD2B3CF}" srcOrd="15" destOrd="0" presId="urn:microsoft.com/office/officeart/2005/8/layout/list1"/>
    <dgm:cxn modelId="{E15E010F-ACBF-5A4E-B61D-A0A4E8A0CA27}" type="presParOf" srcId="{AAC5BD39-C37A-2F44-9FF4-89FE63016200}" destId="{3C9B7F48-3B29-6842-A1E5-A9C3E34666D9}" srcOrd="16" destOrd="0" presId="urn:microsoft.com/office/officeart/2005/8/layout/list1"/>
    <dgm:cxn modelId="{6D4449D9-2EAE-CD4A-9ACC-9258CD8B4F01}" type="presParOf" srcId="{3C9B7F48-3B29-6842-A1E5-A9C3E34666D9}" destId="{81A6A645-E58F-EC46-88A8-00CA6084FC5B}" srcOrd="0" destOrd="0" presId="urn:microsoft.com/office/officeart/2005/8/layout/list1"/>
    <dgm:cxn modelId="{018DAB35-D7B3-7E47-9D3F-7CAA0FFD868E}" type="presParOf" srcId="{3C9B7F48-3B29-6842-A1E5-A9C3E34666D9}" destId="{F49AD531-2FFA-0E40-9F8D-DB64EFBABE0B}" srcOrd="1" destOrd="0" presId="urn:microsoft.com/office/officeart/2005/8/layout/list1"/>
    <dgm:cxn modelId="{E5E63A08-965E-FF49-AC61-9AEBC0A7A5D6}" type="presParOf" srcId="{AAC5BD39-C37A-2F44-9FF4-89FE63016200}" destId="{E2695B35-20CF-504A-9699-8AFE54B040E6}" srcOrd="17" destOrd="0" presId="urn:microsoft.com/office/officeart/2005/8/layout/list1"/>
    <dgm:cxn modelId="{3E1C7EB3-742B-3541-9F2C-51028BB56E04}" type="presParOf" srcId="{AAC5BD39-C37A-2F44-9FF4-89FE63016200}" destId="{6F8CD4B1-7070-0744-BFA6-6BDFCE1517E5}" srcOrd="18" destOrd="0" presId="urn:microsoft.com/office/officeart/2005/8/layout/list1"/>
    <dgm:cxn modelId="{19A1AC52-F54E-E848-9409-455E201424CE}" type="presParOf" srcId="{AAC5BD39-C37A-2F44-9FF4-89FE63016200}" destId="{F5E165DC-DC94-B94D-B4E2-AAB4BE1E3E0C}" srcOrd="19" destOrd="0" presId="urn:microsoft.com/office/officeart/2005/8/layout/list1"/>
    <dgm:cxn modelId="{F8D06D20-BB6A-934D-8CC0-3D479A580E72}" type="presParOf" srcId="{AAC5BD39-C37A-2F44-9FF4-89FE63016200}" destId="{D974EC09-079D-5247-8EE0-2CEC6822F074}" srcOrd="20" destOrd="0" presId="urn:microsoft.com/office/officeart/2005/8/layout/list1"/>
    <dgm:cxn modelId="{E5F541F2-80C5-2E45-9864-9B3D8E7A5B3A}" type="presParOf" srcId="{D974EC09-079D-5247-8EE0-2CEC6822F074}" destId="{C0FCAA69-3FC2-0148-BEA8-B4C07C35B03B}" srcOrd="0" destOrd="0" presId="urn:microsoft.com/office/officeart/2005/8/layout/list1"/>
    <dgm:cxn modelId="{EA31A7CC-CCAE-754D-94F0-23C228BD67FF}" type="presParOf" srcId="{D974EC09-079D-5247-8EE0-2CEC6822F074}" destId="{6F2F17D1-984C-1547-9AB6-09427AA2C8FF}" srcOrd="1" destOrd="0" presId="urn:microsoft.com/office/officeart/2005/8/layout/list1"/>
    <dgm:cxn modelId="{673FC3B0-B6F7-BB48-90C9-DA626D8A36F5}" type="presParOf" srcId="{AAC5BD39-C37A-2F44-9FF4-89FE63016200}" destId="{5AC96996-5E17-3249-B645-95526EEA878C}" srcOrd="21" destOrd="0" presId="urn:microsoft.com/office/officeart/2005/8/layout/list1"/>
    <dgm:cxn modelId="{2ECBDD9F-7833-E540-BA48-DE16DA275A7C}" type="presParOf" srcId="{AAC5BD39-C37A-2F44-9FF4-89FE63016200}" destId="{CBE863A7-FF9B-2B4C-89E4-64046D97701B}" srcOrd="22" destOrd="0" presId="urn:microsoft.com/office/officeart/2005/8/layout/list1"/>
    <dgm:cxn modelId="{8064E122-C01A-0F4A-A36D-CD41FD1EA0B7}" type="presParOf" srcId="{AAC5BD39-C37A-2F44-9FF4-89FE63016200}" destId="{C39247F2-DC1E-6D46-B3D4-EE8974583D6A}" srcOrd="23" destOrd="0" presId="urn:microsoft.com/office/officeart/2005/8/layout/list1"/>
    <dgm:cxn modelId="{D066BD1B-F659-2D42-951F-028F44C0D910}" type="presParOf" srcId="{AAC5BD39-C37A-2F44-9FF4-89FE63016200}" destId="{B7FD2C12-25AC-094C-8FF9-A5DE327DF63D}" srcOrd="24" destOrd="0" presId="urn:microsoft.com/office/officeart/2005/8/layout/list1"/>
    <dgm:cxn modelId="{F20485AF-F7E4-C842-A92E-9BAF7B78E451}" type="presParOf" srcId="{B7FD2C12-25AC-094C-8FF9-A5DE327DF63D}" destId="{92EF15ED-EF97-5845-8113-195562DE3AC1}" srcOrd="0" destOrd="0" presId="urn:microsoft.com/office/officeart/2005/8/layout/list1"/>
    <dgm:cxn modelId="{6A856F5E-79A3-B74D-AD89-19E5D3AC65B8}" type="presParOf" srcId="{B7FD2C12-25AC-094C-8FF9-A5DE327DF63D}" destId="{C3866561-A831-B34F-AC01-9B91C54A13F8}" srcOrd="1" destOrd="0" presId="urn:microsoft.com/office/officeart/2005/8/layout/list1"/>
    <dgm:cxn modelId="{91F20DA1-8987-7F42-A778-96534C96FA76}" type="presParOf" srcId="{AAC5BD39-C37A-2F44-9FF4-89FE63016200}" destId="{1C9AB01E-0F03-7A48-AA0E-2F3B325BBF93}" srcOrd="25" destOrd="0" presId="urn:microsoft.com/office/officeart/2005/8/layout/list1"/>
    <dgm:cxn modelId="{0C80FF92-CB1A-0A45-A9B0-92E33CAE44E0}" type="presParOf" srcId="{AAC5BD39-C37A-2F44-9FF4-89FE63016200}" destId="{1BD82FA2-848C-B746-A9A5-FD32FCE1EEEB}" srcOrd="26" destOrd="0" presId="urn:microsoft.com/office/officeart/2005/8/layout/list1"/>
    <dgm:cxn modelId="{645330D1-D366-CD40-8672-846221FDE3FA}" type="presParOf" srcId="{AAC5BD39-C37A-2F44-9FF4-89FE63016200}" destId="{DA27D47F-02EB-E849-A1F5-BDE4C1DED71A}" srcOrd="27" destOrd="0" presId="urn:microsoft.com/office/officeart/2005/8/layout/list1"/>
    <dgm:cxn modelId="{3840C992-84DA-FD4B-9F83-25EAD35A7749}" type="presParOf" srcId="{AAC5BD39-C37A-2F44-9FF4-89FE63016200}" destId="{17288A52-95FC-7F4D-9DBA-CDF9E76F0079}" srcOrd="28" destOrd="0" presId="urn:microsoft.com/office/officeart/2005/8/layout/list1"/>
    <dgm:cxn modelId="{E74BA712-31CB-4D49-8D3C-4A9E5210F563}" type="presParOf" srcId="{17288A52-95FC-7F4D-9DBA-CDF9E76F0079}" destId="{D4883EBE-920C-8B4E-8412-429DE87C59F0}" srcOrd="0" destOrd="0" presId="urn:microsoft.com/office/officeart/2005/8/layout/list1"/>
    <dgm:cxn modelId="{38EEDFFB-1038-D94F-B850-75B2BBD62682}" type="presParOf" srcId="{17288A52-95FC-7F4D-9DBA-CDF9E76F0079}" destId="{E7DA3776-29DC-A64F-82FA-00279BB035F0}" srcOrd="1" destOrd="0" presId="urn:microsoft.com/office/officeart/2005/8/layout/list1"/>
    <dgm:cxn modelId="{1CBC38A6-AB17-0C40-9957-FD8C1842D7F3}" type="presParOf" srcId="{AAC5BD39-C37A-2F44-9FF4-89FE63016200}" destId="{82223601-16C2-8F4C-9E75-D49CEB20C215}" srcOrd="29" destOrd="0" presId="urn:microsoft.com/office/officeart/2005/8/layout/list1"/>
    <dgm:cxn modelId="{3DC160F7-44C6-F44C-AF98-ECCCF6A18529}" type="presParOf" srcId="{AAC5BD39-C37A-2F44-9FF4-89FE63016200}" destId="{0FE2558F-31CD-3648-BBD1-F35653779330}" srcOrd="3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366C94-0703-A44B-B34C-9EACBD53932C}">
      <dsp:nvSpPr>
        <dsp:cNvPr id="0" name=""/>
        <dsp:cNvSpPr/>
      </dsp:nvSpPr>
      <dsp:spPr>
        <a:xfrm>
          <a:off x="0" y="280595"/>
          <a:ext cx="756105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shade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8A0567-A0C8-4F4B-A329-0890FC5D62D9}">
      <dsp:nvSpPr>
        <dsp:cNvPr id="0" name=""/>
        <dsp:cNvSpPr/>
      </dsp:nvSpPr>
      <dsp:spPr>
        <a:xfrm>
          <a:off x="378052" y="88714"/>
          <a:ext cx="5292735" cy="383760"/>
        </a:xfrm>
        <a:prstGeom prst="roundRect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200053" tIns="0" rIns="200053" bIns="0" numCol="1" spcCol="1270" anchor="ctr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300" kern="1200" dirty="0" smtClean="0">
              <a:solidFill>
                <a:schemeClr val="tx1"/>
              </a:solidFill>
            </a:rPr>
            <a:t>Inside-out Thinking </a:t>
          </a:r>
          <a:endParaRPr lang="en-GB" sz="1300" kern="1200" dirty="0">
            <a:solidFill>
              <a:schemeClr val="tx1"/>
            </a:solidFill>
          </a:endParaRPr>
        </a:p>
      </dsp:txBody>
      <dsp:txXfrm>
        <a:off x="396786" y="107448"/>
        <a:ext cx="5255267" cy="346292"/>
      </dsp:txXfrm>
    </dsp:sp>
    <dsp:sp modelId="{304D7D80-8E9C-504E-95F6-D8000500BC51}">
      <dsp:nvSpPr>
        <dsp:cNvPr id="0" name=""/>
        <dsp:cNvSpPr/>
      </dsp:nvSpPr>
      <dsp:spPr>
        <a:xfrm>
          <a:off x="0" y="870275"/>
          <a:ext cx="756105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shade val="50000"/>
              <a:hueOff val="0"/>
              <a:satOff val="0"/>
              <a:lumOff val="1753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980B58-D807-1C4A-9E6C-40ACF1086AF7}">
      <dsp:nvSpPr>
        <dsp:cNvPr id="0" name=""/>
        <dsp:cNvSpPr/>
      </dsp:nvSpPr>
      <dsp:spPr>
        <a:xfrm>
          <a:off x="378052" y="678395"/>
          <a:ext cx="5292735" cy="383760"/>
        </a:xfrm>
        <a:prstGeom prst="roundRect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200053" tIns="0" rIns="200053" bIns="0" numCol="1" spcCol="1270" anchor="ctr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300" kern="1200" dirty="0" smtClean="0">
              <a:solidFill>
                <a:schemeClr val="tx1"/>
              </a:solidFill>
            </a:rPr>
            <a:t>Real-time Customer Satisfaction </a:t>
          </a:r>
          <a:endParaRPr lang="en-GB" sz="1300" kern="1200" dirty="0">
            <a:solidFill>
              <a:schemeClr val="tx1"/>
            </a:solidFill>
          </a:endParaRPr>
        </a:p>
      </dsp:txBody>
      <dsp:txXfrm>
        <a:off x="396786" y="697129"/>
        <a:ext cx="5255267" cy="346292"/>
      </dsp:txXfrm>
    </dsp:sp>
    <dsp:sp modelId="{F38FE6F9-B549-7A47-80F5-E32763EC0B40}">
      <dsp:nvSpPr>
        <dsp:cNvPr id="0" name=""/>
        <dsp:cNvSpPr/>
      </dsp:nvSpPr>
      <dsp:spPr>
        <a:xfrm>
          <a:off x="0" y="1459955"/>
          <a:ext cx="756105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shade val="50000"/>
              <a:hueOff val="0"/>
              <a:satOff val="0"/>
              <a:lumOff val="3507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92B5E8-19A9-8348-9A60-875A247221B6}">
      <dsp:nvSpPr>
        <dsp:cNvPr id="0" name=""/>
        <dsp:cNvSpPr/>
      </dsp:nvSpPr>
      <dsp:spPr>
        <a:xfrm>
          <a:off x="378052" y="1268075"/>
          <a:ext cx="5292735" cy="383760"/>
        </a:xfrm>
        <a:prstGeom prst="roundRect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200053" tIns="0" rIns="200053" bIns="0" numCol="1" spcCol="1270" anchor="ctr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300" kern="1200" dirty="0" smtClean="0">
              <a:solidFill>
                <a:schemeClr val="tx1"/>
              </a:solidFill>
            </a:rPr>
            <a:t>Active Improvement Management</a:t>
          </a:r>
          <a:endParaRPr lang="en-GB" sz="1300" kern="1200" dirty="0">
            <a:solidFill>
              <a:schemeClr val="tx1"/>
            </a:solidFill>
          </a:endParaRPr>
        </a:p>
      </dsp:txBody>
      <dsp:txXfrm>
        <a:off x="396786" y="1286809"/>
        <a:ext cx="5255267" cy="346292"/>
      </dsp:txXfrm>
    </dsp:sp>
    <dsp:sp modelId="{5A54D4A0-0551-864C-A93F-5D2895329C90}">
      <dsp:nvSpPr>
        <dsp:cNvPr id="0" name=""/>
        <dsp:cNvSpPr/>
      </dsp:nvSpPr>
      <dsp:spPr>
        <a:xfrm>
          <a:off x="0" y="2049635"/>
          <a:ext cx="756105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shade val="50000"/>
              <a:hueOff val="0"/>
              <a:satOff val="0"/>
              <a:lumOff val="5260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AD2BBC-29D6-4E46-8103-4021F93623A6}">
      <dsp:nvSpPr>
        <dsp:cNvPr id="0" name=""/>
        <dsp:cNvSpPr/>
      </dsp:nvSpPr>
      <dsp:spPr>
        <a:xfrm>
          <a:off x="378052" y="1857755"/>
          <a:ext cx="5292735" cy="383760"/>
        </a:xfrm>
        <a:prstGeom prst="roundRect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200053" tIns="0" rIns="200053" bIns="0" numCol="1" spcCol="1270" anchor="ctr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300" kern="1200" dirty="0" smtClean="0">
              <a:solidFill>
                <a:schemeClr val="tx1"/>
              </a:solidFill>
            </a:rPr>
            <a:t>Integrated Governance</a:t>
          </a:r>
          <a:endParaRPr lang="en-GB" sz="1300" kern="1200" dirty="0">
            <a:solidFill>
              <a:schemeClr val="tx1"/>
            </a:solidFill>
          </a:endParaRPr>
        </a:p>
      </dsp:txBody>
      <dsp:txXfrm>
        <a:off x="396786" y="1876489"/>
        <a:ext cx="5255267" cy="346292"/>
      </dsp:txXfrm>
    </dsp:sp>
    <dsp:sp modelId="{6F8CD4B1-7070-0744-BFA6-6BDFCE1517E5}">
      <dsp:nvSpPr>
        <dsp:cNvPr id="0" name=""/>
        <dsp:cNvSpPr/>
      </dsp:nvSpPr>
      <dsp:spPr>
        <a:xfrm>
          <a:off x="0" y="2639315"/>
          <a:ext cx="756105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shade val="50000"/>
              <a:hueOff val="0"/>
              <a:satOff val="0"/>
              <a:lumOff val="7014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9AD531-2FFA-0E40-9F8D-DB64EFBABE0B}">
      <dsp:nvSpPr>
        <dsp:cNvPr id="0" name=""/>
        <dsp:cNvSpPr/>
      </dsp:nvSpPr>
      <dsp:spPr>
        <a:xfrm>
          <a:off x="378052" y="2447435"/>
          <a:ext cx="5292735" cy="383760"/>
        </a:xfrm>
        <a:prstGeom prst="roundRect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200053" tIns="0" rIns="200053" bIns="0" numCol="1" spcCol="1270" anchor="ctr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300" kern="1200" dirty="0" smtClean="0">
              <a:solidFill>
                <a:schemeClr val="tx1"/>
              </a:solidFill>
            </a:rPr>
            <a:t>Internal Perception Recording </a:t>
          </a:r>
          <a:endParaRPr lang="en-GB" sz="1300" kern="1200" dirty="0">
            <a:solidFill>
              <a:schemeClr val="tx1"/>
            </a:solidFill>
          </a:endParaRPr>
        </a:p>
      </dsp:txBody>
      <dsp:txXfrm>
        <a:off x="396786" y="2466169"/>
        <a:ext cx="5255267" cy="346292"/>
      </dsp:txXfrm>
    </dsp:sp>
    <dsp:sp modelId="{CBE863A7-FF9B-2B4C-89E4-64046D97701B}">
      <dsp:nvSpPr>
        <dsp:cNvPr id="0" name=""/>
        <dsp:cNvSpPr/>
      </dsp:nvSpPr>
      <dsp:spPr>
        <a:xfrm>
          <a:off x="0" y="3228995"/>
          <a:ext cx="756105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shade val="50000"/>
              <a:hueOff val="0"/>
              <a:satOff val="0"/>
              <a:lumOff val="5260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2F17D1-984C-1547-9AB6-09427AA2C8FF}">
      <dsp:nvSpPr>
        <dsp:cNvPr id="0" name=""/>
        <dsp:cNvSpPr/>
      </dsp:nvSpPr>
      <dsp:spPr>
        <a:xfrm>
          <a:off x="378052" y="3037115"/>
          <a:ext cx="5292735" cy="383760"/>
        </a:xfrm>
        <a:prstGeom prst="roundRect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200053" tIns="0" rIns="200053" bIns="0" numCol="1" spcCol="1270" anchor="ctr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300" kern="1200" dirty="0" smtClean="0">
              <a:solidFill>
                <a:schemeClr val="tx1"/>
              </a:solidFill>
            </a:rPr>
            <a:t>Service Excellence Compliance</a:t>
          </a:r>
          <a:endParaRPr lang="en-GB" sz="1300" kern="1200" dirty="0">
            <a:solidFill>
              <a:schemeClr val="tx1"/>
            </a:solidFill>
          </a:endParaRPr>
        </a:p>
      </dsp:txBody>
      <dsp:txXfrm>
        <a:off x="396786" y="3055849"/>
        <a:ext cx="5255267" cy="346292"/>
      </dsp:txXfrm>
    </dsp:sp>
    <dsp:sp modelId="{1BD82FA2-848C-B746-A9A5-FD32FCE1EEEB}">
      <dsp:nvSpPr>
        <dsp:cNvPr id="0" name=""/>
        <dsp:cNvSpPr/>
      </dsp:nvSpPr>
      <dsp:spPr>
        <a:xfrm>
          <a:off x="0" y="3818675"/>
          <a:ext cx="756105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shade val="50000"/>
              <a:hueOff val="0"/>
              <a:satOff val="0"/>
              <a:lumOff val="3507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866561-A831-B34F-AC01-9B91C54A13F8}">
      <dsp:nvSpPr>
        <dsp:cNvPr id="0" name=""/>
        <dsp:cNvSpPr/>
      </dsp:nvSpPr>
      <dsp:spPr>
        <a:xfrm>
          <a:off x="378052" y="3626795"/>
          <a:ext cx="5292735" cy="383760"/>
        </a:xfrm>
        <a:prstGeom prst="roundRect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200053" tIns="0" rIns="200053" bIns="0" numCol="1" spcCol="1270" anchor="ctr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300" kern="1200" dirty="0" smtClean="0">
              <a:solidFill>
                <a:schemeClr val="tx1"/>
              </a:solidFill>
            </a:rPr>
            <a:t>Active Contract Management</a:t>
          </a:r>
          <a:endParaRPr lang="en-GB" sz="1300" kern="1200" dirty="0">
            <a:solidFill>
              <a:schemeClr val="tx1"/>
            </a:solidFill>
          </a:endParaRPr>
        </a:p>
      </dsp:txBody>
      <dsp:txXfrm>
        <a:off x="396786" y="3645529"/>
        <a:ext cx="5255267" cy="346292"/>
      </dsp:txXfrm>
    </dsp:sp>
    <dsp:sp modelId="{0FE2558F-31CD-3648-BBD1-F35653779330}">
      <dsp:nvSpPr>
        <dsp:cNvPr id="0" name=""/>
        <dsp:cNvSpPr/>
      </dsp:nvSpPr>
      <dsp:spPr>
        <a:xfrm>
          <a:off x="0" y="4408355"/>
          <a:ext cx="756105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shade val="50000"/>
              <a:hueOff val="0"/>
              <a:satOff val="0"/>
              <a:lumOff val="1753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DA3776-29DC-A64F-82FA-00279BB035F0}">
      <dsp:nvSpPr>
        <dsp:cNvPr id="0" name=""/>
        <dsp:cNvSpPr/>
      </dsp:nvSpPr>
      <dsp:spPr>
        <a:xfrm>
          <a:off x="378052" y="4216475"/>
          <a:ext cx="5292735" cy="383760"/>
        </a:xfrm>
        <a:prstGeom prst="roundRect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200053" tIns="0" rIns="200053" bIns="0" numCol="1" spcCol="1270" anchor="ctr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300" kern="1200" dirty="0" smtClean="0">
              <a:solidFill>
                <a:schemeClr val="tx1"/>
              </a:solidFill>
            </a:rPr>
            <a:t>One TRUTH</a:t>
          </a:r>
          <a:endParaRPr lang="en-GB" sz="1300" kern="1200" dirty="0">
            <a:solidFill>
              <a:schemeClr val="tx1"/>
            </a:solidFill>
          </a:endParaRPr>
        </a:p>
      </dsp:txBody>
      <dsp:txXfrm>
        <a:off x="396786" y="4235209"/>
        <a:ext cx="5255267" cy="3462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1" y="0"/>
            <a:ext cx="4309806" cy="3402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375" tIns="46688" rIns="93375" bIns="46688" numCol="1" anchor="t" anchorCtr="0" compatLnSpc="1">
            <a:prstTxWarp prst="textNoShape">
              <a:avLst/>
            </a:prstTxWarp>
          </a:bodyPr>
          <a:lstStyle>
            <a:lvl1pPr defTabSz="933917">
              <a:defRPr sz="1300" dirty="0"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auto">
          <a:xfrm>
            <a:off x="5631977" y="0"/>
            <a:ext cx="4309806" cy="3402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375" tIns="46688" rIns="93375" bIns="46688" numCol="1" anchor="t" anchorCtr="0" compatLnSpc="1">
            <a:prstTxWarp prst="textNoShape">
              <a:avLst/>
            </a:prstTxWarp>
          </a:bodyPr>
          <a:lstStyle>
            <a:lvl1pPr algn="r" defTabSz="933917">
              <a:defRPr sz="1300">
                <a:cs typeface="Arial" charset="0"/>
              </a:defRPr>
            </a:lvl1pPr>
          </a:lstStyle>
          <a:p>
            <a:pPr>
              <a:defRPr/>
            </a:pPr>
            <a:fld id="{304F21E1-B84B-445F-AF94-B8B99478D897}" type="datetimeFigureOut">
              <a:rPr lang="nl-NL"/>
              <a:pPr>
                <a:defRPr/>
              </a:pPr>
              <a:t>25-8-2014</a:t>
            </a:fld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1" y="6464301"/>
            <a:ext cx="4309806" cy="340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375" tIns="46688" rIns="93375" bIns="46688" numCol="1" anchor="b" anchorCtr="0" compatLnSpc="1">
            <a:prstTxWarp prst="textNoShape">
              <a:avLst/>
            </a:prstTxWarp>
          </a:bodyPr>
          <a:lstStyle>
            <a:lvl1pPr defTabSz="933917">
              <a:defRPr sz="1300" dirty="0"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5631977" y="6464301"/>
            <a:ext cx="4309806" cy="340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375" tIns="46688" rIns="93375" bIns="46688" numCol="1" anchor="b" anchorCtr="0" compatLnSpc="1">
            <a:prstTxWarp prst="textNoShape">
              <a:avLst/>
            </a:prstTxWarp>
          </a:bodyPr>
          <a:lstStyle>
            <a:lvl1pPr algn="r" defTabSz="933917">
              <a:defRPr sz="1300">
                <a:cs typeface="Arial" charset="0"/>
              </a:defRPr>
            </a:lvl1pPr>
          </a:lstStyle>
          <a:p>
            <a:pPr>
              <a:defRPr/>
            </a:pPr>
            <a:fld id="{0EBFF075-9AD7-46B0-8234-056A478056C3}" type="slidenum">
              <a:rPr lang="nl-NL"/>
              <a:pPr>
                <a:defRPr/>
              </a:pPr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992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1" y="0"/>
            <a:ext cx="4309806" cy="3402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375" tIns="46688" rIns="93375" bIns="46688" numCol="1" anchor="t" anchorCtr="0" compatLnSpc="1">
            <a:prstTxWarp prst="textNoShape">
              <a:avLst/>
            </a:prstTxWarp>
          </a:bodyPr>
          <a:lstStyle>
            <a:lvl1pPr defTabSz="933917">
              <a:defRPr sz="1300" dirty="0"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5631977" y="0"/>
            <a:ext cx="4309806" cy="3402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375" tIns="46688" rIns="93375" bIns="46688" numCol="1" anchor="t" anchorCtr="0" compatLnSpc="1">
            <a:prstTxWarp prst="textNoShape">
              <a:avLst/>
            </a:prstTxWarp>
          </a:bodyPr>
          <a:lstStyle>
            <a:lvl1pPr algn="r" defTabSz="933917">
              <a:defRPr sz="1300">
                <a:cs typeface="Arial" charset="0"/>
              </a:defRPr>
            </a:lvl1pPr>
          </a:lstStyle>
          <a:p>
            <a:pPr>
              <a:defRPr/>
            </a:pPr>
            <a:fld id="{203573E3-390C-4614-B945-792B478042CC}" type="datetimeFigureOut">
              <a:rPr lang="nl-NL"/>
              <a:pPr>
                <a:defRPr/>
              </a:pPr>
              <a:t>25-8-2014</a:t>
            </a:fld>
            <a:endParaRPr lang="nl-NL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70250" y="511175"/>
            <a:ext cx="3403600" cy="25527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331" tIns="44166" rIns="88331" bIns="44166" rtlCol="0" anchor="ctr"/>
          <a:lstStyle/>
          <a:p>
            <a:pPr lvl="0"/>
            <a:endParaRPr lang="nl-NL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995110" y="3233782"/>
            <a:ext cx="7953886" cy="30609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375" tIns="46688" rIns="93375" bIns="4668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nl-NL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1" y="6464301"/>
            <a:ext cx="4309806" cy="340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375" tIns="46688" rIns="93375" bIns="46688" numCol="1" anchor="b" anchorCtr="0" compatLnSpc="1">
            <a:prstTxWarp prst="textNoShape">
              <a:avLst/>
            </a:prstTxWarp>
          </a:bodyPr>
          <a:lstStyle>
            <a:lvl1pPr defTabSz="933917">
              <a:defRPr sz="1300" dirty="0"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5631977" y="6464301"/>
            <a:ext cx="4309806" cy="340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375" tIns="46688" rIns="93375" bIns="46688" numCol="1" anchor="b" anchorCtr="0" compatLnSpc="1">
            <a:prstTxWarp prst="textNoShape">
              <a:avLst/>
            </a:prstTxWarp>
          </a:bodyPr>
          <a:lstStyle>
            <a:lvl1pPr algn="r" defTabSz="933917">
              <a:defRPr sz="1300">
                <a:cs typeface="Arial" charset="0"/>
              </a:defRPr>
            </a:lvl1pPr>
          </a:lstStyle>
          <a:p>
            <a:pPr>
              <a:defRPr/>
            </a:pPr>
            <a:fld id="{782D3967-6BDF-470F-A557-83BDF41E48D2}" type="slidenum">
              <a:rPr lang="nl-NL"/>
              <a:pPr>
                <a:defRPr/>
              </a:pPr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917765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6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  <p:sp>
        <p:nvSpPr>
          <p:cNvPr id="614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33450"/>
            <a:fld id="{33633C6B-5C36-4FB1-8798-DA18AAF95E74}" type="slidenum">
              <a:rPr lang="nl-NL" smtClean="0"/>
              <a:pPr defTabSz="933450"/>
              <a:t>1</a:t>
            </a:fld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522599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493C6A-07B6-403F-8038-5B90EDA94674}" type="slidenum">
              <a:rPr lang="nl-NL" smtClean="0"/>
              <a:pPr>
                <a:defRPr/>
              </a:pPr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197723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872CF6-E749-444A-A69E-80151135593C}" type="slidenum">
              <a:rPr lang="nl-NL" smtClean="0"/>
              <a:pPr>
                <a:defRPr/>
              </a:pPr>
              <a:t>9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6800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37507" y="90489"/>
            <a:ext cx="8443356" cy="788286"/>
          </a:xfrm>
        </p:spPr>
        <p:txBody>
          <a:bodyPr/>
          <a:lstStyle>
            <a:lvl1pPr>
              <a:defRPr sz="240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GB" noProof="0" dirty="0" smtClean="0"/>
              <a:t>Click to edit Master title style</a:t>
            </a:r>
            <a:endParaRPr lang="en-GB" noProof="0" dirty="0"/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 bwMode="auto">
          <a:xfrm>
            <a:off x="4227616" y="6502646"/>
            <a:ext cx="463138" cy="3553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nl-NL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/>
                </a:solidFill>
                <a:latin typeface="Verdana" pitchFamily="34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2"/>
                </a:solidFill>
                <a:latin typeface="Verdana" pitchFamily="34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2"/>
                </a:solidFill>
                <a:latin typeface="Verdana" pitchFamily="34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2"/>
                </a:solidFill>
                <a:latin typeface="Verdana" pitchFamily="34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2"/>
                </a:solidFill>
                <a:latin typeface="Verdana" pitchFamily="34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sz="3600" kern="1200">
                <a:solidFill>
                  <a:schemeClr val="tx2"/>
                </a:solidFill>
                <a:latin typeface="Verdana" pitchFamily="34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sz="3600" kern="1200">
                <a:solidFill>
                  <a:schemeClr val="tx2"/>
                </a:solidFill>
                <a:latin typeface="Verdana" pitchFamily="34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sz="3600" kern="1200">
                <a:solidFill>
                  <a:schemeClr val="tx2"/>
                </a:solidFill>
                <a:latin typeface="Verdana" pitchFamily="34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sz="3600" kern="1200">
                <a:solidFill>
                  <a:schemeClr val="tx2"/>
                </a:solidFill>
                <a:latin typeface="Verdana" pitchFamily="34" charset="0"/>
                <a:ea typeface="+mn-ea"/>
                <a:cs typeface="Arial" charset="0"/>
              </a:defRPr>
            </a:lvl9pPr>
          </a:lstStyle>
          <a:p>
            <a:pPr algn="ctr">
              <a:defRPr/>
            </a:pPr>
            <a:fld id="{D5F246EE-A698-40F2-9104-E597CE2CF7A1}" type="slidenum">
              <a:rPr lang="nl-NL" smtClean="0"/>
              <a:pPr algn="ctr">
                <a:defRPr/>
              </a:pPr>
              <a:t>‹#›</a:t>
            </a:fld>
            <a:endParaRPr lang="nl-N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37418" cy="45259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 noProof="0" smtClean="0"/>
              <a:t>Click to edit Master text styles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  <a:endParaRPr lang="en-GB" noProof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37507" y="90489"/>
            <a:ext cx="8443356" cy="788286"/>
          </a:xfrm>
        </p:spPr>
        <p:txBody>
          <a:bodyPr/>
          <a:lstStyle>
            <a:lvl1pPr>
              <a:defRPr sz="240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GB" noProof="0" smtClean="0"/>
              <a:t>Click to edit Master title style</a:t>
            </a:r>
            <a:endParaRPr lang="en-GB" noProof="0"/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 bwMode="auto">
          <a:xfrm>
            <a:off x="4181873" y="6492234"/>
            <a:ext cx="463138" cy="3553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nl-NL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/>
                </a:solidFill>
                <a:latin typeface="Verdana" pitchFamily="34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2"/>
                </a:solidFill>
                <a:latin typeface="Verdana" pitchFamily="34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2"/>
                </a:solidFill>
                <a:latin typeface="Verdana" pitchFamily="34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2"/>
                </a:solidFill>
                <a:latin typeface="Verdana" pitchFamily="34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2"/>
                </a:solidFill>
                <a:latin typeface="Verdana" pitchFamily="34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sz="3600" kern="1200">
                <a:solidFill>
                  <a:schemeClr val="tx2"/>
                </a:solidFill>
                <a:latin typeface="Verdana" pitchFamily="34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sz="3600" kern="1200">
                <a:solidFill>
                  <a:schemeClr val="tx2"/>
                </a:solidFill>
                <a:latin typeface="Verdana" pitchFamily="34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sz="3600" kern="1200">
                <a:solidFill>
                  <a:schemeClr val="tx2"/>
                </a:solidFill>
                <a:latin typeface="Verdana" pitchFamily="34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sz="3600" kern="1200">
                <a:solidFill>
                  <a:schemeClr val="tx2"/>
                </a:solidFill>
                <a:latin typeface="Verdana" pitchFamily="34" charset="0"/>
                <a:ea typeface="+mn-ea"/>
                <a:cs typeface="Arial" charset="0"/>
              </a:defRPr>
            </a:lvl9pPr>
          </a:lstStyle>
          <a:p>
            <a:pPr algn="ctr">
              <a:defRPr/>
            </a:pPr>
            <a:fld id="{D5F246EE-A698-40F2-9104-E597CE2CF7A1}" type="slidenum">
              <a:rPr lang="nl-NL" smtClean="0"/>
              <a:pPr algn="ctr">
                <a:defRPr/>
              </a:pPr>
              <a:t>‹#›</a:t>
            </a:fld>
            <a:endParaRPr lang="nl-N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4ED451-723F-4E8F-ACC5-3FD132FB63D8}" type="slidenum">
              <a:rPr lang="nl-NL"/>
              <a:pPr>
                <a:defRPr/>
              </a:pPr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699625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g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27512" y="115888"/>
            <a:ext cx="8277101" cy="810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dirty="0" err="1" smtClean="0"/>
              <a:t>Klik</a:t>
            </a:r>
            <a:r>
              <a:rPr lang="en-GB" noProof="0" dirty="0" smtClean="0"/>
              <a:t> </a:t>
            </a:r>
            <a:r>
              <a:rPr lang="en-GB" noProof="0" dirty="0" err="1" smtClean="0"/>
              <a:t>om</a:t>
            </a:r>
            <a:r>
              <a:rPr lang="en-GB" noProof="0" dirty="0" smtClean="0"/>
              <a:t> het </a:t>
            </a:r>
            <a:r>
              <a:rPr lang="en-GB" noProof="0" dirty="0" err="1" smtClean="0"/>
              <a:t>opmaakprofiel</a:t>
            </a:r>
            <a:r>
              <a:rPr lang="en-GB" noProof="0" dirty="0" smtClean="0"/>
              <a:t> </a:t>
            </a:r>
            <a:r>
              <a:rPr lang="en-GB" noProof="0" dirty="0" err="1" smtClean="0"/>
              <a:t>te</a:t>
            </a:r>
            <a:r>
              <a:rPr lang="en-GB" noProof="0" dirty="0" smtClean="0"/>
              <a:t> </a:t>
            </a:r>
            <a:r>
              <a:rPr lang="en-GB" noProof="0" dirty="0" err="1" smtClean="0"/>
              <a:t>bewerken</a:t>
            </a:r>
            <a:endParaRPr lang="en-GB" noProof="0" dirty="0" smtClean="0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28156"/>
            <a:ext cx="8229600" cy="49980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dirty="0" err="1" smtClean="0"/>
              <a:t>Klik</a:t>
            </a:r>
            <a:r>
              <a:rPr lang="en-GB" noProof="0" dirty="0" smtClean="0"/>
              <a:t> </a:t>
            </a:r>
            <a:r>
              <a:rPr lang="en-GB" noProof="0" dirty="0" err="1" smtClean="0"/>
              <a:t>om</a:t>
            </a:r>
            <a:r>
              <a:rPr lang="en-GB" noProof="0" dirty="0" smtClean="0"/>
              <a:t> de </a:t>
            </a:r>
            <a:r>
              <a:rPr lang="en-GB" noProof="0" dirty="0" err="1" smtClean="0"/>
              <a:t>opmaakprofielen</a:t>
            </a:r>
            <a:r>
              <a:rPr lang="en-GB" noProof="0" dirty="0" smtClean="0"/>
              <a:t> van de </a:t>
            </a:r>
            <a:r>
              <a:rPr lang="en-GB" noProof="0" dirty="0" err="1" smtClean="0"/>
              <a:t>modeltekst</a:t>
            </a:r>
            <a:r>
              <a:rPr lang="en-GB" noProof="0" dirty="0" smtClean="0"/>
              <a:t> </a:t>
            </a:r>
            <a:r>
              <a:rPr lang="en-GB" noProof="0" dirty="0" err="1" smtClean="0"/>
              <a:t>te</a:t>
            </a:r>
            <a:r>
              <a:rPr lang="en-GB" noProof="0" dirty="0" smtClean="0"/>
              <a:t> </a:t>
            </a:r>
            <a:r>
              <a:rPr lang="en-GB" noProof="0" dirty="0" err="1" smtClean="0"/>
              <a:t>bewerken</a:t>
            </a:r>
            <a:endParaRPr lang="en-GB" noProof="0" dirty="0" smtClean="0"/>
          </a:p>
          <a:p>
            <a:pPr lvl="1"/>
            <a:r>
              <a:rPr lang="en-GB" noProof="0" dirty="0" err="1" smtClean="0"/>
              <a:t>Tweede</a:t>
            </a:r>
            <a:r>
              <a:rPr lang="en-GB" noProof="0" dirty="0" smtClean="0"/>
              <a:t> </a:t>
            </a:r>
            <a:r>
              <a:rPr lang="en-GB" noProof="0" dirty="0" err="1" smtClean="0"/>
              <a:t>niveau</a:t>
            </a:r>
            <a:endParaRPr lang="en-GB" noProof="0" dirty="0" smtClean="0"/>
          </a:p>
          <a:p>
            <a:pPr lvl="2"/>
            <a:r>
              <a:rPr lang="en-GB" noProof="0" dirty="0" err="1" smtClean="0"/>
              <a:t>Derde</a:t>
            </a:r>
            <a:r>
              <a:rPr lang="en-GB" noProof="0" dirty="0" smtClean="0"/>
              <a:t> </a:t>
            </a:r>
            <a:r>
              <a:rPr lang="en-GB" noProof="0" dirty="0" err="1" smtClean="0"/>
              <a:t>niveau</a:t>
            </a:r>
            <a:endParaRPr lang="en-GB" noProof="0" dirty="0" smtClean="0"/>
          </a:p>
          <a:p>
            <a:pPr lvl="3"/>
            <a:r>
              <a:rPr lang="en-GB" noProof="0" dirty="0" err="1" smtClean="0"/>
              <a:t>Vierde</a:t>
            </a:r>
            <a:r>
              <a:rPr lang="en-GB" noProof="0" dirty="0" smtClean="0"/>
              <a:t> </a:t>
            </a:r>
            <a:r>
              <a:rPr lang="en-GB" noProof="0" dirty="0" err="1" smtClean="0"/>
              <a:t>niveau</a:t>
            </a:r>
            <a:endParaRPr lang="en-GB" noProof="0" dirty="0" smtClean="0"/>
          </a:p>
          <a:p>
            <a:pPr lvl="4"/>
            <a:r>
              <a:rPr lang="en-GB" noProof="0" dirty="0" err="1" smtClean="0"/>
              <a:t>Vijfde</a:t>
            </a:r>
            <a:r>
              <a:rPr lang="en-GB" noProof="0" dirty="0" smtClean="0"/>
              <a:t> </a:t>
            </a:r>
            <a:r>
              <a:rPr lang="en-GB" noProof="0" dirty="0" err="1" smtClean="0"/>
              <a:t>niveau</a:t>
            </a:r>
            <a:endParaRPr lang="en-GB" noProof="0" dirty="0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116775" y="6436428"/>
            <a:ext cx="449287" cy="4512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tx1"/>
                </a:solidFill>
                <a:cs typeface="Arial" charset="0"/>
              </a:defRPr>
            </a:lvl1pPr>
          </a:lstStyle>
          <a:p>
            <a:pPr>
              <a:defRPr/>
            </a:pPr>
            <a:fld id="{6D293EA2-E07A-4E5F-B86E-DC3D3FFD0AED}" type="slidenum">
              <a:rPr lang="nl-NL" smtClean="0"/>
              <a:pPr>
                <a:defRPr/>
              </a:pPr>
              <a:t>‹#›</a:t>
            </a:fld>
            <a:endParaRPr lang="nl-NL" dirty="0"/>
          </a:p>
        </p:txBody>
      </p: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3995738" y="3500438"/>
            <a:ext cx="13684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nl-NL" sz="18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12" name="Straight Connector 11"/>
          <p:cNvCxnSpPr/>
          <p:nvPr/>
        </p:nvCxnSpPr>
        <p:spPr bwMode="auto">
          <a:xfrm>
            <a:off x="-1975" y="987466"/>
            <a:ext cx="9144000" cy="15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 bwMode="auto">
          <a:xfrm>
            <a:off x="-1975" y="6305500"/>
            <a:ext cx="9144000" cy="15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80" y="6391931"/>
            <a:ext cx="1876425" cy="447675"/>
          </a:xfrm>
          <a:prstGeom prst="rect">
            <a:avLst/>
          </a:prstGeom>
        </p:spPr>
      </p:pic>
      <p:pic>
        <p:nvPicPr>
          <p:cNvPr id="3" name="Afbeelding 2" descr="ATOS logo.jpg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017" b="29338"/>
          <a:stretch/>
        </p:blipFill>
        <p:spPr>
          <a:xfrm>
            <a:off x="7524410" y="6365234"/>
            <a:ext cx="1524000" cy="44823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iming>
    <p:tnLst>
      <p:par>
        <p:cTn id="1" dur="indefinite" restart="never" nodeType="tmRoot"/>
      </p:par>
    </p:tnLst>
  </p:timing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alibri" pitchFamily="34" charset="0"/>
          <a:ea typeface="+mj-ea"/>
          <a:cs typeface="Calibri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Verdana" pitchFamily="34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Verdana" pitchFamily="34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Verdana" pitchFamily="34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Verdana" pitchFamily="34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itchFamily="34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itchFamily="34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itchFamily="34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itchFamily="34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Calibri" pitchFamily="34" charset="0"/>
          <a:cs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Calibri" pitchFamily="34" charset="0"/>
          <a:cs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200">
          <a:solidFill>
            <a:schemeClr val="tx1"/>
          </a:solidFill>
          <a:latin typeface="Calibri" pitchFamily="34" charset="0"/>
          <a:cs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Calibri" pitchFamily="34" charset="0"/>
          <a:cs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jpg"/><Relationship Id="rId4" Type="http://schemas.openxmlformats.org/officeDocument/2006/relationships/image" Target="../media/image4.tif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Steven.Visser@senority.n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Rob.vanLeeuwen@senority.nl" TargetMode="External"/><Relationship Id="rId5" Type="http://schemas.openxmlformats.org/officeDocument/2006/relationships/image" Target="../media/image16.jpeg"/><Relationship Id="rId4" Type="http://schemas.openxmlformats.org/officeDocument/2006/relationships/hyperlink" Target="http://www.senority.nl/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1443792" y="1268700"/>
            <a:ext cx="6358730" cy="194427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Service Excellence</a:t>
            </a:r>
            <a:b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</a:br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using</a:t>
            </a:r>
            <a:b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</a:br>
            <a:r>
              <a:rPr lang="en-US" sz="280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Evaluetor</a:t>
            </a:r>
            <a:r>
              <a:rPr lang="en-US" sz="2800" i="1" baseline="30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© </a:t>
            </a:r>
            <a:br>
              <a:rPr lang="en-US" sz="2800" i="1" baseline="30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</a:br>
            <a:endParaRPr lang="en-US" sz="2800" i="1" baseline="30000" dirty="0" smtClean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049650" y="5106876"/>
            <a:ext cx="3147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cs typeface="Calibri" pitchFamily="34" charset="0"/>
              </a:rPr>
              <a:t>Eindhoven, September 3</a:t>
            </a:r>
            <a:r>
              <a:rPr lang="en-GB" sz="1800" baseline="30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cs typeface="Calibri" pitchFamily="34" charset="0"/>
              </a:rPr>
              <a:t>rd</a:t>
            </a:r>
            <a:r>
              <a:rPr lang="en-GB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cs typeface="Calibri" pitchFamily="34" charset="0"/>
              </a:rPr>
              <a:t> 2014</a:t>
            </a:r>
            <a:endParaRPr lang="en-GB" sz="1800" dirty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9" name="98c68698-1950-4925-8248-6fb1ed674539" descr="0D77B304-F2DF-4D62-AC81-2FBEEC9D5E8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851" y="4375699"/>
            <a:ext cx="1765353" cy="1693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 descr="PastedGraphic-1.tif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8220" y="4066290"/>
            <a:ext cx="2203417" cy="220341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28599" y="3711519"/>
            <a:ext cx="2389116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nl-NL" sz="1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Johan van </a:t>
            </a:r>
            <a:r>
              <a:rPr lang="nl-NL" sz="18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Campen</a:t>
            </a:r>
            <a:endParaRPr lang="nl-NL" sz="18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7" name="Afbeelding 6" descr="ATOS logo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017" b="29338"/>
          <a:stretch/>
        </p:blipFill>
        <p:spPr>
          <a:xfrm>
            <a:off x="3826646" y="332570"/>
            <a:ext cx="1524000" cy="448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803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51400" y="6021360"/>
            <a:ext cx="8437418" cy="133353"/>
          </a:xfrm>
        </p:spPr>
        <p:txBody>
          <a:bodyPr/>
          <a:lstStyle/>
          <a:p>
            <a:pPr marL="0" indent="0">
              <a:buNone/>
            </a:pPr>
            <a:r>
              <a:rPr lang="nl-NL" sz="1200" i="1" dirty="0" smtClean="0"/>
              <a:t>Source: Giarte outsourcing performance 2014 </a:t>
            </a:r>
            <a:endParaRPr lang="en-GB" sz="1200" i="1" dirty="0"/>
          </a:p>
        </p:txBody>
      </p:sp>
      <p:pic>
        <p:nvPicPr>
          <p:cNvPr id="2050" name="Picture 1" descr="image0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90" y="1070984"/>
            <a:ext cx="4342230" cy="4230276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pic>
      <p:pic>
        <p:nvPicPr>
          <p:cNvPr id="2053" name="Picture 1" descr="image0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30" y="1044586"/>
            <a:ext cx="3637343" cy="2016279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pic>
      <p:sp>
        <p:nvSpPr>
          <p:cNvPr id="4" name="Right Arrow 3"/>
          <p:cNvSpPr/>
          <p:nvPr/>
        </p:nvSpPr>
        <p:spPr bwMode="auto">
          <a:xfrm>
            <a:off x="265048" y="1741703"/>
            <a:ext cx="504070" cy="144020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1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9" name="Right Arrow 8"/>
          <p:cNvSpPr/>
          <p:nvPr/>
        </p:nvSpPr>
        <p:spPr bwMode="auto">
          <a:xfrm>
            <a:off x="5220090" y="1733619"/>
            <a:ext cx="504070" cy="144020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1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0" name="Right Arrow 9"/>
          <p:cNvSpPr/>
          <p:nvPr/>
        </p:nvSpPr>
        <p:spPr bwMode="auto">
          <a:xfrm rot="766546" flipH="1">
            <a:off x="6354695" y="3762470"/>
            <a:ext cx="504010" cy="178834"/>
          </a:xfrm>
          <a:prstGeom prst="rightArrow">
            <a:avLst/>
          </a:prstGeom>
          <a:solidFill>
            <a:srgbClr val="0070C0"/>
          </a:solidFill>
          <a:ln w="952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1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Verdana" pitchFamily="34" charset="0"/>
              <a:cs typeface="Arial" charset="0"/>
            </a:endParaRPr>
          </a:p>
        </p:txBody>
      </p:sp>
      <p:pic>
        <p:nvPicPr>
          <p:cNvPr id="11" name="Picture 1" descr="image00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2652" y="2587503"/>
            <a:ext cx="3493315" cy="1901721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pic>
      <p:sp>
        <p:nvSpPr>
          <p:cNvPr id="12" name="Right Arrow 11"/>
          <p:cNvSpPr/>
          <p:nvPr/>
        </p:nvSpPr>
        <p:spPr bwMode="auto">
          <a:xfrm rot="766546" flipH="1">
            <a:off x="6241765" y="3762470"/>
            <a:ext cx="504010" cy="178834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1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Verdana" pitchFamily="34" charset="0"/>
              <a:cs typeface="Arial" charset="0"/>
            </a:endParaRPr>
          </a:p>
        </p:txBody>
      </p:sp>
      <p:pic>
        <p:nvPicPr>
          <p:cNvPr id="2052" name="Picture 1" descr="image00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5957" y="4221110"/>
            <a:ext cx="3566254" cy="201628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pic>
      <p:sp>
        <p:nvSpPr>
          <p:cNvPr id="14" name="Title 1"/>
          <p:cNvSpPr txBox="1">
            <a:spLocks/>
          </p:cNvSpPr>
          <p:nvPr/>
        </p:nvSpPr>
        <p:spPr>
          <a:xfrm>
            <a:off x="237507" y="90489"/>
            <a:ext cx="8443356" cy="7882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alibri" pitchFamily="34" charset="0"/>
                <a:ea typeface="+mj-ea"/>
                <a:cs typeface="Calibri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GB" sz="2800" dirty="0" smtClean="0"/>
              <a:t>Call for Action</a:t>
            </a:r>
            <a:endParaRPr lang="en-GB" sz="2800" dirty="0"/>
          </a:p>
        </p:txBody>
      </p:sp>
      <p:sp>
        <p:nvSpPr>
          <p:cNvPr id="13" name="Right Arrow 12"/>
          <p:cNvSpPr/>
          <p:nvPr/>
        </p:nvSpPr>
        <p:spPr bwMode="auto">
          <a:xfrm rot="766546" flipH="1">
            <a:off x="6241765" y="5748725"/>
            <a:ext cx="504010" cy="178834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1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Verdana" pitchFamily="34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218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8930" y="1045120"/>
            <a:ext cx="8805680" cy="5048250"/>
          </a:xfrm>
        </p:spPr>
        <p:txBody>
          <a:bodyPr/>
          <a:lstStyle/>
          <a:p>
            <a:pPr>
              <a:buNone/>
            </a:pPr>
            <a:r>
              <a:rPr lang="en-US" sz="2000" dirty="0" smtClean="0"/>
              <a:t>Companies that have implemented Evaluetor Service Excellence have: 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u="sng" dirty="0" smtClean="0"/>
              <a:t>Case-1 : only 18 months after initiation of our program:</a:t>
            </a:r>
            <a:endParaRPr lang="nl-NL" sz="2000" b="1" u="sng" dirty="0" smtClean="0"/>
          </a:p>
          <a:p>
            <a:r>
              <a:rPr lang="en-US" sz="2000" dirty="0" smtClean="0"/>
              <a:t>Increased the Outsourcing Recommendation Index with 14 points;    </a:t>
            </a:r>
            <a:endParaRPr lang="nl-NL" sz="2000" dirty="0" smtClean="0"/>
          </a:p>
          <a:p>
            <a:r>
              <a:rPr lang="en-US" sz="2000" dirty="0" smtClean="0"/>
              <a:t>Increased the number of Promoters of our client with 21%;</a:t>
            </a:r>
            <a:endParaRPr lang="nl-NL" sz="2000" dirty="0" smtClean="0"/>
          </a:p>
          <a:p>
            <a:r>
              <a:rPr lang="en-US" sz="2000" dirty="0" smtClean="0"/>
              <a:t>As a result we have de-risked 11% of their revenue; </a:t>
            </a:r>
            <a:endParaRPr lang="nl-NL" sz="2000" dirty="0" smtClean="0"/>
          </a:p>
          <a:p>
            <a:r>
              <a:rPr lang="en-US" sz="2000" dirty="0" smtClean="0"/>
              <a:t>And recorded a 6% growth of add-on business within the existing customer portfolio.</a:t>
            </a:r>
            <a:endParaRPr lang="nl-NL" sz="2000" dirty="0" smtClean="0"/>
          </a:p>
          <a:p>
            <a:pPr>
              <a:buNone/>
            </a:pPr>
            <a:endParaRPr lang="en-GB" sz="2000" dirty="0" smtClean="0"/>
          </a:p>
          <a:p>
            <a:pPr>
              <a:buNone/>
            </a:pPr>
            <a:r>
              <a:rPr lang="en-US" sz="2000" u="sng" dirty="0" smtClean="0"/>
              <a:t>Case-2 : results after 3 year:</a:t>
            </a:r>
            <a:endParaRPr lang="nl-NL" sz="2000" u="sng" dirty="0" smtClean="0"/>
          </a:p>
          <a:p>
            <a:r>
              <a:rPr lang="en-US" sz="2000" dirty="0" smtClean="0"/>
              <a:t>Customer retention increased from 53% to 82%;    </a:t>
            </a:r>
            <a:endParaRPr lang="nl-NL" sz="2000" dirty="0" smtClean="0"/>
          </a:p>
          <a:p>
            <a:r>
              <a:rPr lang="en-US" sz="2000" dirty="0" smtClean="0"/>
              <a:t>Increase of </a:t>
            </a:r>
            <a:r>
              <a:rPr lang="en-US" sz="2000" dirty="0" err="1" smtClean="0"/>
              <a:t>referenceability</a:t>
            </a:r>
            <a:r>
              <a:rPr lang="en-US" sz="2000" dirty="0" smtClean="0"/>
              <a:t> with 20%;</a:t>
            </a:r>
          </a:p>
          <a:p>
            <a:r>
              <a:rPr lang="en-US" sz="2000" dirty="0" smtClean="0"/>
              <a:t>Increase win rate with 10%;</a:t>
            </a:r>
            <a:endParaRPr lang="nl-NL" sz="2000" dirty="0" smtClean="0"/>
          </a:p>
          <a:p>
            <a:r>
              <a:rPr lang="en-US" sz="2000" dirty="0" smtClean="0"/>
              <a:t>Decrease of operational cost  of 5%.</a:t>
            </a:r>
          </a:p>
          <a:p>
            <a:pPr>
              <a:buNone/>
            </a:pPr>
            <a:endParaRPr lang="en-GB" sz="2000" dirty="0"/>
          </a:p>
        </p:txBody>
      </p:sp>
      <p:sp>
        <p:nvSpPr>
          <p:cNvPr id="7" name="Titel 2"/>
          <p:cNvSpPr>
            <a:spLocks noGrp="1"/>
          </p:cNvSpPr>
          <p:nvPr>
            <p:ph type="title"/>
          </p:nvPr>
        </p:nvSpPr>
        <p:spPr>
          <a:xfrm>
            <a:off x="237507" y="90489"/>
            <a:ext cx="8443356" cy="788286"/>
          </a:xfrm>
        </p:spPr>
        <p:txBody>
          <a:bodyPr/>
          <a:lstStyle/>
          <a:p>
            <a:r>
              <a:rPr lang="nl-NL" dirty="0" err="1" smtClean="0"/>
              <a:t>Added</a:t>
            </a:r>
            <a:r>
              <a:rPr lang="nl-NL" dirty="0" smtClean="0"/>
              <a:t> </a:t>
            </a:r>
            <a:r>
              <a:rPr lang="nl-NL" dirty="0" err="1" smtClean="0"/>
              <a:t>value</a:t>
            </a:r>
            <a:r>
              <a:rPr lang="nl-NL" dirty="0" smtClean="0"/>
              <a:t> of Evaluetor Service Excellence</a:t>
            </a:r>
            <a:endParaRPr lang="nl-NL" dirty="0"/>
          </a:p>
        </p:txBody>
      </p:sp>
      <p:sp>
        <p:nvSpPr>
          <p:cNvPr id="8" name="Tekstvak 7"/>
          <p:cNvSpPr txBox="1"/>
          <p:nvPr/>
        </p:nvSpPr>
        <p:spPr>
          <a:xfrm>
            <a:off x="6278133" y="4293121"/>
            <a:ext cx="2542457" cy="1282787"/>
          </a:xfrm>
          <a:prstGeom prst="rect">
            <a:avLst/>
          </a:prstGeom>
          <a:ln/>
          <a:scene3d>
            <a:camera prst="perspectiveHeroicExtremeLeftFacing"/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nl-NL"/>
            </a:defPPr>
            <a:lvl1pPr algn="ctr">
              <a:defRPr sz="14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lnSpc>
                <a:spcPct val="150000"/>
              </a:lnSpc>
            </a:pPr>
            <a:r>
              <a:rPr lang="en-GB" sz="1800" dirty="0" smtClean="0"/>
              <a:t>Proven experience</a:t>
            </a:r>
          </a:p>
          <a:p>
            <a:pPr>
              <a:lnSpc>
                <a:spcPct val="150000"/>
              </a:lnSpc>
            </a:pPr>
            <a:r>
              <a:rPr lang="en-GB" sz="1800" dirty="0" smtClean="0"/>
              <a:t>with similar </a:t>
            </a:r>
          </a:p>
          <a:p>
            <a:pPr>
              <a:lnSpc>
                <a:spcPct val="150000"/>
              </a:lnSpc>
            </a:pPr>
            <a:r>
              <a:rPr lang="en-GB" sz="1800" dirty="0" smtClean="0"/>
              <a:t>service companies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3714156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Why does it work?</a:t>
            </a:r>
            <a:endParaRPr lang="en-GB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383047726"/>
              </p:ext>
            </p:extLst>
          </p:nvPr>
        </p:nvGraphicFramePr>
        <p:xfrm>
          <a:off x="971500" y="1196690"/>
          <a:ext cx="7561050" cy="48246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80863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 smtClean="0"/>
              <a:t>How does Evaluetor work?</a:t>
            </a:r>
            <a:endParaRPr lang="en-US" sz="2400" dirty="0"/>
          </a:p>
        </p:txBody>
      </p:sp>
      <p:grpSp>
        <p:nvGrpSpPr>
          <p:cNvPr id="10" name="Group 9"/>
          <p:cNvGrpSpPr/>
          <p:nvPr/>
        </p:nvGrpSpPr>
        <p:grpSpPr>
          <a:xfrm>
            <a:off x="649070" y="1052671"/>
            <a:ext cx="7845861" cy="5199310"/>
            <a:chOff x="539439" y="1052671"/>
            <a:chExt cx="7845861" cy="5199310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9439" y="1052671"/>
              <a:ext cx="3639693" cy="2729771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45607" y="1071810"/>
              <a:ext cx="3639693" cy="2691492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9439" y="3517219"/>
              <a:ext cx="3639693" cy="2729770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45607" y="3522211"/>
              <a:ext cx="3639693" cy="2729770"/>
            </a:xfrm>
            <a:prstGeom prst="rect">
              <a:avLst/>
            </a:prstGeom>
          </p:spPr>
        </p:pic>
      </p:grpSp>
      <p:sp>
        <p:nvSpPr>
          <p:cNvPr id="3" name="Rectangle 2"/>
          <p:cNvSpPr/>
          <p:nvPr/>
        </p:nvSpPr>
        <p:spPr bwMode="auto">
          <a:xfrm>
            <a:off x="237507" y="5949350"/>
            <a:ext cx="8367053" cy="28804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100" b="0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Verdana" pitchFamily="34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7102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2400" dirty="0" smtClean="0"/>
              <a:t>Evaluetor Executive Monitor</a:t>
            </a:r>
            <a:endParaRPr lang="nl-NL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258" y="1052670"/>
            <a:ext cx="6951112" cy="187226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530" y="2636890"/>
            <a:ext cx="4394013" cy="361539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6084210" y="4293120"/>
            <a:ext cx="2754820" cy="1169551"/>
          </a:xfrm>
          <a:prstGeom prst="rect">
            <a:avLst/>
          </a:prstGeom>
          <a:ln/>
          <a:scene3d>
            <a:camera prst="perspectiveHeroicExtremeLeftFacing"/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Making Business Relationships</a:t>
            </a:r>
            <a:endParaRPr lang="nl-NL" sz="1400" i="1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cs typeface="+mn-cs"/>
            </a:endParaRPr>
          </a:p>
          <a:p>
            <a:pPr algn="ctr"/>
            <a:r>
              <a:rPr lang="en-US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 </a:t>
            </a:r>
            <a:endParaRPr lang="nl-NL" sz="1400" i="1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cs typeface="+mn-cs"/>
            </a:endParaRPr>
          </a:p>
          <a:p>
            <a:pPr algn="ctr"/>
            <a:r>
              <a:rPr lang="en-US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“Transparent, Measurable and Actionable”</a:t>
            </a:r>
            <a:endParaRPr lang="nl-NL" sz="1400" i="1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0340" y="709889"/>
            <a:ext cx="2408129" cy="2834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040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4ED451-723F-4E8F-ACC5-3FD132FB63D8}" type="slidenum">
              <a:rPr lang="nl-NL" smtClean="0"/>
              <a:pPr>
                <a:defRPr/>
              </a:pPr>
              <a:t>7</a:t>
            </a:fld>
            <a:endParaRPr lang="nl-NL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37507" y="90489"/>
            <a:ext cx="8443356" cy="7882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alibri" pitchFamily="34" charset="0"/>
                <a:ea typeface="+mj-ea"/>
                <a:cs typeface="Calibri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GB" sz="2800" dirty="0" smtClean="0"/>
              <a:t>Recommended Course Of Action</a:t>
            </a:r>
          </a:p>
          <a:p>
            <a:r>
              <a:rPr lang="en-GB" sz="2000" dirty="0" smtClean="0"/>
              <a:t>2 pilot Accounts than Evaluate</a:t>
            </a:r>
            <a:endParaRPr lang="en-GB" sz="2000" dirty="0"/>
          </a:p>
        </p:txBody>
      </p:sp>
      <p:sp>
        <p:nvSpPr>
          <p:cNvPr id="5" name="Vijfhoek 4"/>
          <p:cNvSpPr/>
          <p:nvPr/>
        </p:nvSpPr>
        <p:spPr bwMode="auto">
          <a:xfrm>
            <a:off x="120407" y="1576771"/>
            <a:ext cx="1039362" cy="576079"/>
          </a:xfrm>
          <a:prstGeom prst="homePlate">
            <a:avLst>
              <a:gd name="adj" fmla="val 38553"/>
            </a:avLst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Program</a:t>
            </a:r>
          </a:p>
          <a:p>
            <a:pPr algn="ctr"/>
            <a:r>
              <a:rPr lang="en-GB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Start-up</a:t>
            </a:r>
            <a:endParaRPr lang="en-GB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Punthaak 5"/>
          <p:cNvSpPr/>
          <p:nvPr/>
        </p:nvSpPr>
        <p:spPr bwMode="auto">
          <a:xfrm>
            <a:off x="1279083" y="1576770"/>
            <a:ext cx="1584220" cy="579631"/>
          </a:xfrm>
          <a:prstGeom prst="chevron">
            <a:avLst>
              <a:gd name="adj" fmla="val 37123"/>
            </a:avLst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Define/Align</a:t>
            </a:r>
          </a:p>
          <a:p>
            <a:pPr algn="ctr"/>
            <a:r>
              <a:rPr lang="en-GB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Relationship</a:t>
            </a:r>
          </a:p>
          <a:p>
            <a:pPr algn="ctr"/>
            <a:r>
              <a:rPr lang="en-GB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Management</a:t>
            </a:r>
            <a:endParaRPr lang="en-GB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Punthaak 6"/>
          <p:cNvSpPr/>
          <p:nvPr/>
        </p:nvSpPr>
        <p:spPr bwMode="auto">
          <a:xfrm>
            <a:off x="2719283" y="1576770"/>
            <a:ext cx="1584220" cy="579631"/>
          </a:xfrm>
          <a:prstGeom prst="chevron">
            <a:avLst>
              <a:gd name="adj" fmla="val 37123"/>
            </a:avLst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Define/Align Improvement</a:t>
            </a:r>
          </a:p>
          <a:p>
            <a:pPr algn="ctr"/>
            <a:r>
              <a:rPr lang="en-GB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Management</a:t>
            </a:r>
            <a:endParaRPr lang="en-GB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Punthaak 7"/>
          <p:cNvSpPr/>
          <p:nvPr/>
        </p:nvSpPr>
        <p:spPr bwMode="auto">
          <a:xfrm>
            <a:off x="6056449" y="1576770"/>
            <a:ext cx="2304320" cy="579631"/>
          </a:xfrm>
          <a:prstGeom prst="chevron">
            <a:avLst>
              <a:gd name="adj" fmla="val 37123"/>
            </a:avLst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Define/Align Contract</a:t>
            </a:r>
          </a:p>
          <a:p>
            <a:pPr algn="ctr"/>
            <a:r>
              <a:rPr lang="en-GB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Management</a:t>
            </a:r>
            <a:endParaRPr lang="en-GB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Vijfhoek 8"/>
          <p:cNvSpPr/>
          <p:nvPr/>
        </p:nvSpPr>
        <p:spPr bwMode="auto">
          <a:xfrm>
            <a:off x="2503253" y="2584910"/>
            <a:ext cx="6577616" cy="360050"/>
          </a:xfrm>
          <a:prstGeom prst="homePlate">
            <a:avLst>
              <a:gd name="adj" fmla="val 38553"/>
            </a:avLst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r>
              <a:rPr lang="en-GB" sz="1100" baseline="30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st</a:t>
            </a:r>
            <a:r>
              <a:rPr lang="en-GB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Account Implementation: First internal </a:t>
            </a:r>
            <a:r>
              <a:rPr lang="en-GB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then 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</a:t>
            </a:r>
            <a:r>
              <a:rPr lang="en-GB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lient</a:t>
            </a:r>
            <a:endParaRPr lang="en-GB" sz="11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0" name="Gebogen verbindingslijn 9"/>
          <p:cNvCxnSpPr>
            <a:endCxn id="9" idx="1"/>
          </p:cNvCxnSpPr>
          <p:nvPr/>
        </p:nvCxnSpPr>
        <p:spPr bwMode="auto">
          <a:xfrm rot="16200000" flipH="1">
            <a:off x="1981182" y="2242864"/>
            <a:ext cx="612084" cy="432058"/>
          </a:xfrm>
          <a:prstGeom prst="bentConnector2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1" name="Rechte verbindingslijn met pijl 10"/>
          <p:cNvCxnSpPr/>
          <p:nvPr/>
        </p:nvCxnSpPr>
        <p:spPr bwMode="auto">
          <a:xfrm>
            <a:off x="3727423" y="2152850"/>
            <a:ext cx="0" cy="432060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2" name="Rechte verbindingslijn met pijl 11"/>
          <p:cNvCxnSpPr/>
          <p:nvPr/>
        </p:nvCxnSpPr>
        <p:spPr bwMode="auto">
          <a:xfrm>
            <a:off x="7640669" y="2152850"/>
            <a:ext cx="0" cy="432060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3" name="Rechthoek 4"/>
          <p:cNvSpPr/>
          <p:nvPr/>
        </p:nvSpPr>
        <p:spPr bwMode="auto">
          <a:xfrm>
            <a:off x="44249" y="1072700"/>
            <a:ext cx="9036620" cy="208829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100" b="0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5" name="Rechthoek 38"/>
          <p:cNvSpPr/>
          <p:nvPr/>
        </p:nvSpPr>
        <p:spPr bwMode="auto">
          <a:xfrm>
            <a:off x="35370" y="3573020"/>
            <a:ext cx="9036620" cy="165623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900" b="0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7" name="Rechthoek 40"/>
          <p:cNvSpPr/>
          <p:nvPr/>
        </p:nvSpPr>
        <p:spPr bwMode="auto">
          <a:xfrm>
            <a:off x="35370" y="5229250"/>
            <a:ext cx="9036620" cy="79211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100" b="0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Verdana" pitchFamily="34" charset="0"/>
              <a:cs typeface="Arial" charset="0"/>
            </a:endParaRPr>
          </a:p>
        </p:txBody>
      </p:sp>
      <p:grpSp>
        <p:nvGrpSpPr>
          <p:cNvPr id="19" name="Group 3"/>
          <p:cNvGrpSpPr/>
          <p:nvPr/>
        </p:nvGrpSpPr>
        <p:grpSpPr>
          <a:xfrm>
            <a:off x="74038" y="3355927"/>
            <a:ext cx="9070731" cy="653148"/>
            <a:chOff x="2727" y="1056894"/>
            <a:chExt cx="9070731" cy="653148"/>
          </a:xfrm>
        </p:grpSpPr>
        <p:sp>
          <p:nvSpPr>
            <p:cNvPr id="20" name="Tekstvak 5"/>
            <p:cNvSpPr txBox="1"/>
            <p:nvPr/>
          </p:nvSpPr>
          <p:spPr>
            <a:xfrm>
              <a:off x="8316520" y="1056894"/>
              <a:ext cx="7569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b="1" dirty="0" smtClean="0"/>
                <a:t>Weeks</a:t>
              </a:r>
              <a:endParaRPr lang="en-GB" sz="1200" b="1" dirty="0"/>
            </a:p>
          </p:txBody>
        </p:sp>
        <p:cxnSp>
          <p:nvCxnSpPr>
            <p:cNvPr id="21" name="Rechte verbindingslijn 10"/>
            <p:cNvCxnSpPr/>
            <p:nvPr/>
          </p:nvCxnSpPr>
          <p:spPr bwMode="auto">
            <a:xfrm>
              <a:off x="301500" y="1412720"/>
              <a:ext cx="0" cy="288040"/>
            </a:xfrm>
            <a:prstGeom prst="line">
              <a:avLst/>
            </a:prstGeom>
            <a:noFill/>
            <a:ln w="9525" cap="flat" cmpd="sng" algn="ctr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2" name="Rechte verbindingslijn 42"/>
            <p:cNvCxnSpPr/>
            <p:nvPr/>
          </p:nvCxnSpPr>
          <p:spPr bwMode="auto">
            <a:xfrm>
              <a:off x="1099890" y="1412720"/>
              <a:ext cx="0" cy="288040"/>
            </a:xfrm>
            <a:prstGeom prst="line">
              <a:avLst/>
            </a:prstGeom>
            <a:noFill/>
            <a:ln w="9525" cap="flat" cmpd="sng" algn="ctr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3" name="Rechte verbindingslijn 43"/>
            <p:cNvCxnSpPr/>
            <p:nvPr/>
          </p:nvCxnSpPr>
          <p:spPr bwMode="auto">
            <a:xfrm>
              <a:off x="1632150" y="1412720"/>
              <a:ext cx="0" cy="288040"/>
            </a:xfrm>
            <a:prstGeom prst="line">
              <a:avLst/>
            </a:prstGeom>
            <a:noFill/>
            <a:ln w="9525" cap="flat" cmpd="sng" algn="ctr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4" name="Rechte verbindingslijn 44"/>
            <p:cNvCxnSpPr/>
            <p:nvPr/>
          </p:nvCxnSpPr>
          <p:spPr bwMode="auto">
            <a:xfrm>
              <a:off x="2164410" y="1412720"/>
              <a:ext cx="0" cy="288040"/>
            </a:xfrm>
            <a:prstGeom prst="line">
              <a:avLst/>
            </a:prstGeom>
            <a:noFill/>
            <a:ln w="9525" cap="flat" cmpd="sng" algn="ctr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5" name="Rechte verbindingslijn 45"/>
            <p:cNvCxnSpPr/>
            <p:nvPr/>
          </p:nvCxnSpPr>
          <p:spPr bwMode="auto">
            <a:xfrm>
              <a:off x="2843420" y="1412720"/>
              <a:ext cx="0" cy="288040"/>
            </a:xfrm>
            <a:prstGeom prst="line">
              <a:avLst/>
            </a:prstGeom>
            <a:noFill/>
            <a:ln w="9525" cap="flat" cmpd="sng" algn="ctr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6" name="Rechte verbindingslijn 46"/>
            <p:cNvCxnSpPr/>
            <p:nvPr/>
          </p:nvCxnSpPr>
          <p:spPr bwMode="auto">
            <a:xfrm>
              <a:off x="3669180" y="1412720"/>
              <a:ext cx="0" cy="288040"/>
            </a:xfrm>
            <a:prstGeom prst="line">
              <a:avLst/>
            </a:prstGeom>
            <a:noFill/>
            <a:ln w="9525" cap="flat" cmpd="sng" algn="ctr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7" name="Rechte verbindingslijn 47"/>
            <p:cNvCxnSpPr/>
            <p:nvPr/>
          </p:nvCxnSpPr>
          <p:spPr bwMode="auto">
            <a:xfrm>
              <a:off x="4494940" y="1412720"/>
              <a:ext cx="0" cy="288040"/>
            </a:xfrm>
            <a:prstGeom prst="line">
              <a:avLst/>
            </a:prstGeom>
            <a:noFill/>
            <a:ln w="9525" cap="flat" cmpd="sng" algn="ctr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8" name="Rechte verbindingslijn 48"/>
            <p:cNvCxnSpPr/>
            <p:nvPr/>
          </p:nvCxnSpPr>
          <p:spPr bwMode="auto">
            <a:xfrm>
              <a:off x="5320700" y="1412720"/>
              <a:ext cx="0" cy="288040"/>
            </a:xfrm>
            <a:prstGeom prst="line">
              <a:avLst/>
            </a:prstGeom>
            <a:noFill/>
            <a:ln w="9525" cap="flat" cmpd="sng" algn="ctr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9" name="Rechte verbindingslijn 49"/>
            <p:cNvCxnSpPr/>
            <p:nvPr/>
          </p:nvCxnSpPr>
          <p:spPr bwMode="auto">
            <a:xfrm>
              <a:off x="6146460" y="1412720"/>
              <a:ext cx="0" cy="288040"/>
            </a:xfrm>
            <a:prstGeom prst="line">
              <a:avLst/>
            </a:prstGeom>
            <a:noFill/>
            <a:ln w="9525" cap="flat" cmpd="sng" algn="ctr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0" name="Rechte verbindingslijn 50"/>
            <p:cNvCxnSpPr/>
            <p:nvPr/>
          </p:nvCxnSpPr>
          <p:spPr bwMode="auto">
            <a:xfrm>
              <a:off x="6972220" y="1412720"/>
              <a:ext cx="0" cy="288040"/>
            </a:xfrm>
            <a:prstGeom prst="line">
              <a:avLst/>
            </a:prstGeom>
            <a:noFill/>
            <a:ln w="9525" cap="flat" cmpd="sng" algn="ctr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1" name="Rechte verbindingslijn 51"/>
            <p:cNvCxnSpPr/>
            <p:nvPr/>
          </p:nvCxnSpPr>
          <p:spPr bwMode="auto">
            <a:xfrm>
              <a:off x="7797980" y="1412720"/>
              <a:ext cx="0" cy="288040"/>
            </a:xfrm>
            <a:prstGeom prst="line">
              <a:avLst/>
            </a:prstGeom>
            <a:noFill/>
            <a:ln w="9525" cap="flat" cmpd="sng" algn="ctr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2" name="Rechte verbindingslijn 52"/>
            <p:cNvCxnSpPr/>
            <p:nvPr/>
          </p:nvCxnSpPr>
          <p:spPr bwMode="auto">
            <a:xfrm>
              <a:off x="8623740" y="1412720"/>
              <a:ext cx="0" cy="288040"/>
            </a:xfrm>
            <a:prstGeom prst="line">
              <a:avLst/>
            </a:prstGeom>
            <a:noFill/>
            <a:ln w="9525" cap="flat" cmpd="sng" algn="ctr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3" name="Tekstvak 53"/>
            <p:cNvSpPr txBox="1"/>
            <p:nvPr/>
          </p:nvSpPr>
          <p:spPr>
            <a:xfrm>
              <a:off x="2727" y="1340710"/>
              <a:ext cx="3314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800" dirty="0" smtClean="0"/>
                <a:t>1</a:t>
              </a:r>
              <a:endParaRPr lang="en-GB" sz="1800" dirty="0"/>
            </a:p>
          </p:txBody>
        </p:sp>
        <p:sp>
          <p:nvSpPr>
            <p:cNvPr id="34" name="Tekstvak 54"/>
            <p:cNvSpPr txBox="1"/>
            <p:nvPr/>
          </p:nvSpPr>
          <p:spPr>
            <a:xfrm>
              <a:off x="1599507" y="1340710"/>
              <a:ext cx="3314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800" dirty="0" smtClean="0"/>
                <a:t>7</a:t>
              </a:r>
              <a:endParaRPr lang="en-GB" sz="1800" dirty="0"/>
            </a:p>
          </p:txBody>
        </p:sp>
        <p:sp>
          <p:nvSpPr>
            <p:cNvPr id="35" name="Tekstvak 55"/>
            <p:cNvSpPr txBox="1"/>
            <p:nvPr/>
          </p:nvSpPr>
          <p:spPr>
            <a:xfrm>
              <a:off x="2131767" y="1340710"/>
              <a:ext cx="3314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800" dirty="0" smtClean="0"/>
                <a:t>9</a:t>
              </a:r>
              <a:endParaRPr lang="en-GB" sz="1800" dirty="0"/>
            </a:p>
          </p:txBody>
        </p:sp>
        <p:sp>
          <p:nvSpPr>
            <p:cNvPr id="36" name="Tekstvak 56"/>
            <p:cNvSpPr txBox="1"/>
            <p:nvPr/>
          </p:nvSpPr>
          <p:spPr>
            <a:xfrm>
              <a:off x="1865637" y="1340710"/>
              <a:ext cx="3314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800" dirty="0" smtClean="0"/>
                <a:t>8</a:t>
              </a:r>
              <a:endParaRPr lang="en-GB" sz="1800" dirty="0"/>
            </a:p>
          </p:txBody>
        </p:sp>
        <p:sp>
          <p:nvSpPr>
            <p:cNvPr id="37" name="Tekstvak 57"/>
            <p:cNvSpPr txBox="1"/>
            <p:nvPr/>
          </p:nvSpPr>
          <p:spPr>
            <a:xfrm>
              <a:off x="2397897" y="1340710"/>
              <a:ext cx="4781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800" dirty="0" smtClean="0"/>
                <a:t>10</a:t>
              </a:r>
              <a:endParaRPr lang="en-GB" sz="1800" dirty="0"/>
            </a:p>
          </p:txBody>
        </p:sp>
        <p:sp>
          <p:nvSpPr>
            <p:cNvPr id="38" name="Tekstvak 58"/>
            <p:cNvSpPr txBox="1"/>
            <p:nvPr/>
          </p:nvSpPr>
          <p:spPr>
            <a:xfrm>
              <a:off x="3223657" y="1340710"/>
              <a:ext cx="4781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800" dirty="0" smtClean="0"/>
                <a:t>12</a:t>
              </a:r>
              <a:endParaRPr lang="en-GB" sz="1800" dirty="0"/>
            </a:p>
          </p:txBody>
        </p:sp>
        <p:cxnSp>
          <p:nvCxnSpPr>
            <p:cNvPr id="39" name="Rechte verbindingslijn 59"/>
            <p:cNvCxnSpPr/>
            <p:nvPr/>
          </p:nvCxnSpPr>
          <p:spPr bwMode="auto">
            <a:xfrm>
              <a:off x="567630" y="1412720"/>
              <a:ext cx="0" cy="288040"/>
            </a:xfrm>
            <a:prstGeom prst="line">
              <a:avLst/>
            </a:prstGeom>
            <a:noFill/>
            <a:ln w="9525" cap="flat" cmpd="sng" algn="ctr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0" name="Rechte verbindingslijn 60"/>
            <p:cNvCxnSpPr/>
            <p:nvPr/>
          </p:nvCxnSpPr>
          <p:spPr bwMode="auto">
            <a:xfrm>
              <a:off x="1366020" y="1412720"/>
              <a:ext cx="0" cy="288040"/>
            </a:xfrm>
            <a:prstGeom prst="line">
              <a:avLst/>
            </a:prstGeom>
            <a:noFill/>
            <a:ln w="9525" cap="flat" cmpd="sng" algn="ctr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1" name="Rechte verbindingslijn 61"/>
            <p:cNvCxnSpPr/>
            <p:nvPr/>
          </p:nvCxnSpPr>
          <p:spPr bwMode="auto">
            <a:xfrm>
              <a:off x="1898280" y="1412720"/>
              <a:ext cx="0" cy="288040"/>
            </a:xfrm>
            <a:prstGeom prst="line">
              <a:avLst/>
            </a:prstGeom>
            <a:noFill/>
            <a:ln w="9525" cap="flat" cmpd="sng" algn="ctr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2" name="Rechte verbindingslijn 62"/>
            <p:cNvCxnSpPr/>
            <p:nvPr/>
          </p:nvCxnSpPr>
          <p:spPr bwMode="auto">
            <a:xfrm>
              <a:off x="2430540" y="1412720"/>
              <a:ext cx="0" cy="288040"/>
            </a:xfrm>
            <a:prstGeom prst="line">
              <a:avLst/>
            </a:prstGeom>
            <a:noFill/>
            <a:ln w="9525" cap="flat" cmpd="sng" algn="ctr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3" name="Rechte verbindingslijn 63"/>
            <p:cNvCxnSpPr/>
            <p:nvPr/>
          </p:nvCxnSpPr>
          <p:spPr bwMode="auto">
            <a:xfrm>
              <a:off x="3256300" y="1412720"/>
              <a:ext cx="0" cy="288040"/>
            </a:xfrm>
            <a:prstGeom prst="line">
              <a:avLst/>
            </a:prstGeom>
            <a:noFill/>
            <a:ln w="9525" cap="flat" cmpd="sng" algn="ctr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4" name="Rechte verbindingslijn 64"/>
            <p:cNvCxnSpPr/>
            <p:nvPr/>
          </p:nvCxnSpPr>
          <p:spPr bwMode="auto">
            <a:xfrm>
              <a:off x="4082060" y="1412720"/>
              <a:ext cx="0" cy="288040"/>
            </a:xfrm>
            <a:prstGeom prst="line">
              <a:avLst/>
            </a:prstGeom>
            <a:noFill/>
            <a:ln w="9525" cap="flat" cmpd="sng" algn="ctr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5" name="Rechte verbindingslijn 65"/>
            <p:cNvCxnSpPr/>
            <p:nvPr/>
          </p:nvCxnSpPr>
          <p:spPr bwMode="auto">
            <a:xfrm>
              <a:off x="4907820" y="1412720"/>
              <a:ext cx="0" cy="288040"/>
            </a:xfrm>
            <a:prstGeom prst="line">
              <a:avLst/>
            </a:prstGeom>
            <a:noFill/>
            <a:ln w="9525" cap="flat" cmpd="sng" algn="ctr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6" name="Rechte verbindingslijn 66"/>
            <p:cNvCxnSpPr/>
            <p:nvPr/>
          </p:nvCxnSpPr>
          <p:spPr bwMode="auto">
            <a:xfrm>
              <a:off x="5733580" y="1412720"/>
              <a:ext cx="0" cy="288040"/>
            </a:xfrm>
            <a:prstGeom prst="line">
              <a:avLst/>
            </a:prstGeom>
            <a:noFill/>
            <a:ln w="9525" cap="flat" cmpd="sng" algn="ctr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7" name="Rechte verbindingslijn 67"/>
            <p:cNvCxnSpPr/>
            <p:nvPr/>
          </p:nvCxnSpPr>
          <p:spPr bwMode="auto">
            <a:xfrm>
              <a:off x="6559340" y="1412720"/>
              <a:ext cx="0" cy="288040"/>
            </a:xfrm>
            <a:prstGeom prst="line">
              <a:avLst/>
            </a:prstGeom>
            <a:noFill/>
            <a:ln w="9525" cap="flat" cmpd="sng" algn="ctr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8" name="Rechte verbindingslijn 68"/>
            <p:cNvCxnSpPr/>
            <p:nvPr/>
          </p:nvCxnSpPr>
          <p:spPr bwMode="auto">
            <a:xfrm>
              <a:off x="7385100" y="1412720"/>
              <a:ext cx="0" cy="288040"/>
            </a:xfrm>
            <a:prstGeom prst="line">
              <a:avLst/>
            </a:prstGeom>
            <a:noFill/>
            <a:ln w="9525" cap="flat" cmpd="sng" algn="ctr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9" name="Rechte verbindingslijn 69"/>
            <p:cNvCxnSpPr/>
            <p:nvPr/>
          </p:nvCxnSpPr>
          <p:spPr bwMode="auto">
            <a:xfrm>
              <a:off x="8210860" y="1412720"/>
              <a:ext cx="0" cy="288040"/>
            </a:xfrm>
            <a:prstGeom prst="line">
              <a:avLst/>
            </a:prstGeom>
            <a:noFill/>
            <a:ln w="9525" cap="flat" cmpd="sng" algn="ctr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50" name="Rechte verbindingslijn 70"/>
            <p:cNvCxnSpPr/>
            <p:nvPr/>
          </p:nvCxnSpPr>
          <p:spPr bwMode="auto">
            <a:xfrm>
              <a:off x="9036620" y="1412720"/>
              <a:ext cx="0" cy="288040"/>
            </a:xfrm>
            <a:prstGeom prst="line">
              <a:avLst/>
            </a:prstGeom>
            <a:noFill/>
            <a:ln w="9525" cap="flat" cmpd="sng" algn="ctr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51" name="Tekstvak 71"/>
            <p:cNvSpPr txBox="1"/>
            <p:nvPr/>
          </p:nvSpPr>
          <p:spPr>
            <a:xfrm>
              <a:off x="268857" y="1340710"/>
              <a:ext cx="3314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800" dirty="0" smtClean="0"/>
                <a:t>2</a:t>
              </a:r>
              <a:endParaRPr lang="en-GB" sz="1800" dirty="0"/>
            </a:p>
          </p:txBody>
        </p:sp>
        <p:sp>
          <p:nvSpPr>
            <p:cNvPr id="52" name="Tekstvak 72"/>
            <p:cNvSpPr txBox="1"/>
            <p:nvPr/>
          </p:nvSpPr>
          <p:spPr>
            <a:xfrm>
              <a:off x="534987" y="1340710"/>
              <a:ext cx="3314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800" dirty="0" smtClean="0"/>
                <a:t>3</a:t>
              </a:r>
              <a:endParaRPr lang="en-GB" sz="1800" dirty="0"/>
            </a:p>
          </p:txBody>
        </p:sp>
        <p:sp>
          <p:nvSpPr>
            <p:cNvPr id="53" name="Tekstvak 73"/>
            <p:cNvSpPr txBox="1"/>
            <p:nvPr/>
          </p:nvSpPr>
          <p:spPr>
            <a:xfrm>
              <a:off x="801117" y="1340710"/>
              <a:ext cx="3314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800" dirty="0" smtClean="0"/>
                <a:t>4</a:t>
              </a:r>
              <a:endParaRPr lang="en-GB" sz="1800" dirty="0"/>
            </a:p>
          </p:txBody>
        </p:sp>
        <p:sp>
          <p:nvSpPr>
            <p:cNvPr id="54" name="Tekstvak 74"/>
            <p:cNvSpPr txBox="1"/>
            <p:nvPr/>
          </p:nvSpPr>
          <p:spPr>
            <a:xfrm>
              <a:off x="1067247" y="1340710"/>
              <a:ext cx="3314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800" dirty="0" smtClean="0"/>
                <a:t>5</a:t>
              </a:r>
              <a:endParaRPr lang="en-GB" sz="1800" dirty="0"/>
            </a:p>
          </p:txBody>
        </p:sp>
        <p:sp>
          <p:nvSpPr>
            <p:cNvPr id="55" name="Tekstvak 75"/>
            <p:cNvSpPr txBox="1"/>
            <p:nvPr/>
          </p:nvSpPr>
          <p:spPr>
            <a:xfrm>
              <a:off x="1333377" y="1340710"/>
              <a:ext cx="3314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800" dirty="0" smtClean="0"/>
                <a:t>6</a:t>
              </a:r>
              <a:endParaRPr lang="en-GB" sz="1800" dirty="0"/>
            </a:p>
          </p:txBody>
        </p:sp>
        <p:cxnSp>
          <p:nvCxnSpPr>
            <p:cNvPr id="56" name="Rechte verbindingslijn 76"/>
            <p:cNvCxnSpPr/>
            <p:nvPr/>
          </p:nvCxnSpPr>
          <p:spPr bwMode="auto">
            <a:xfrm>
              <a:off x="833760" y="1412720"/>
              <a:ext cx="0" cy="288040"/>
            </a:xfrm>
            <a:prstGeom prst="line">
              <a:avLst/>
            </a:prstGeom>
            <a:noFill/>
            <a:ln w="9525" cap="flat" cmpd="sng" algn="ctr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57" name="Tekstvak 77"/>
            <p:cNvSpPr txBox="1"/>
            <p:nvPr/>
          </p:nvSpPr>
          <p:spPr>
            <a:xfrm>
              <a:off x="2810777" y="1340710"/>
              <a:ext cx="4781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800" dirty="0" smtClean="0"/>
                <a:t>11</a:t>
              </a:r>
              <a:endParaRPr lang="en-GB" sz="1800" dirty="0"/>
            </a:p>
          </p:txBody>
        </p:sp>
        <p:sp>
          <p:nvSpPr>
            <p:cNvPr id="58" name="Tekstvak 78"/>
            <p:cNvSpPr txBox="1"/>
            <p:nvPr/>
          </p:nvSpPr>
          <p:spPr>
            <a:xfrm>
              <a:off x="3636537" y="1340710"/>
              <a:ext cx="4781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800" dirty="0" smtClean="0"/>
                <a:t>13</a:t>
              </a:r>
              <a:endParaRPr lang="en-GB" sz="1800" dirty="0"/>
            </a:p>
          </p:txBody>
        </p:sp>
        <p:sp>
          <p:nvSpPr>
            <p:cNvPr id="59" name="Tekstvak 79"/>
            <p:cNvSpPr txBox="1"/>
            <p:nvPr/>
          </p:nvSpPr>
          <p:spPr>
            <a:xfrm>
              <a:off x="4049417" y="1340710"/>
              <a:ext cx="4781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800" dirty="0" smtClean="0"/>
                <a:t>14</a:t>
              </a:r>
              <a:endParaRPr lang="en-GB" sz="1800" dirty="0"/>
            </a:p>
          </p:txBody>
        </p:sp>
        <p:sp>
          <p:nvSpPr>
            <p:cNvPr id="60" name="Tekstvak 80"/>
            <p:cNvSpPr txBox="1"/>
            <p:nvPr/>
          </p:nvSpPr>
          <p:spPr>
            <a:xfrm>
              <a:off x="4462297" y="1340710"/>
              <a:ext cx="4781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800" dirty="0" smtClean="0"/>
                <a:t>15</a:t>
              </a:r>
              <a:endParaRPr lang="en-GB" sz="1800" dirty="0"/>
            </a:p>
          </p:txBody>
        </p:sp>
        <p:sp>
          <p:nvSpPr>
            <p:cNvPr id="61" name="Tekstvak 81"/>
            <p:cNvSpPr txBox="1"/>
            <p:nvPr/>
          </p:nvSpPr>
          <p:spPr>
            <a:xfrm>
              <a:off x="4875177" y="1340710"/>
              <a:ext cx="4781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800" dirty="0" smtClean="0"/>
                <a:t>16</a:t>
              </a:r>
              <a:endParaRPr lang="en-GB" sz="1800" dirty="0"/>
            </a:p>
          </p:txBody>
        </p:sp>
        <p:sp>
          <p:nvSpPr>
            <p:cNvPr id="62" name="Tekstvak 82"/>
            <p:cNvSpPr txBox="1"/>
            <p:nvPr/>
          </p:nvSpPr>
          <p:spPr>
            <a:xfrm>
              <a:off x="5288057" y="1340710"/>
              <a:ext cx="4781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800" dirty="0" smtClean="0"/>
                <a:t>17</a:t>
              </a:r>
              <a:endParaRPr lang="en-GB" sz="1800" dirty="0"/>
            </a:p>
          </p:txBody>
        </p:sp>
        <p:sp>
          <p:nvSpPr>
            <p:cNvPr id="63" name="Tekstvak 83"/>
            <p:cNvSpPr txBox="1"/>
            <p:nvPr/>
          </p:nvSpPr>
          <p:spPr>
            <a:xfrm>
              <a:off x="5700937" y="1340710"/>
              <a:ext cx="4781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800" dirty="0" smtClean="0"/>
                <a:t>18</a:t>
              </a:r>
              <a:endParaRPr lang="en-GB" sz="1800" dirty="0"/>
            </a:p>
          </p:txBody>
        </p:sp>
        <p:sp>
          <p:nvSpPr>
            <p:cNvPr id="64" name="Tekstvak 84"/>
            <p:cNvSpPr txBox="1"/>
            <p:nvPr/>
          </p:nvSpPr>
          <p:spPr>
            <a:xfrm>
              <a:off x="6113817" y="1340710"/>
              <a:ext cx="4781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800" dirty="0" smtClean="0"/>
                <a:t>19</a:t>
              </a:r>
              <a:endParaRPr lang="en-GB" sz="1800" dirty="0"/>
            </a:p>
          </p:txBody>
        </p:sp>
        <p:sp>
          <p:nvSpPr>
            <p:cNvPr id="65" name="Tekstvak 85"/>
            <p:cNvSpPr txBox="1"/>
            <p:nvPr/>
          </p:nvSpPr>
          <p:spPr>
            <a:xfrm>
              <a:off x="6526697" y="1340710"/>
              <a:ext cx="4781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800" dirty="0" smtClean="0"/>
                <a:t>20</a:t>
              </a:r>
              <a:endParaRPr lang="en-GB" sz="1800" dirty="0"/>
            </a:p>
          </p:txBody>
        </p:sp>
        <p:sp>
          <p:nvSpPr>
            <p:cNvPr id="66" name="Tekstvak 86"/>
            <p:cNvSpPr txBox="1"/>
            <p:nvPr/>
          </p:nvSpPr>
          <p:spPr>
            <a:xfrm>
              <a:off x="6939577" y="1340710"/>
              <a:ext cx="4781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800" dirty="0" smtClean="0"/>
                <a:t>21</a:t>
              </a:r>
              <a:endParaRPr lang="en-GB" sz="1800" dirty="0"/>
            </a:p>
          </p:txBody>
        </p:sp>
        <p:sp>
          <p:nvSpPr>
            <p:cNvPr id="67" name="Tekstvak 87"/>
            <p:cNvSpPr txBox="1"/>
            <p:nvPr/>
          </p:nvSpPr>
          <p:spPr>
            <a:xfrm>
              <a:off x="7352457" y="1340710"/>
              <a:ext cx="4781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800" dirty="0" smtClean="0"/>
                <a:t>22</a:t>
              </a:r>
              <a:endParaRPr lang="en-GB" sz="1800" dirty="0"/>
            </a:p>
          </p:txBody>
        </p:sp>
        <p:sp>
          <p:nvSpPr>
            <p:cNvPr id="68" name="Tekstvak 88"/>
            <p:cNvSpPr txBox="1"/>
            <p:nvPr/>
          </p:nvSpPr>
          <p:spPr>
            <a:xfrm>
              <a:off x="7765337" y="1340710"/>
              <a:ext cx="4781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800" dirty="0" smtClean="0"/>
                <a:t>23</a:t>
              </a:r>
              <a:endParaRPr lang="en-GB" sz="1800" dirty="0"/>
            </a:p>
          </p:txBody>
        </p:sp>
        <p:sp>
          <p:nvSpPr>
            <p:cNvPr id="69" name="Tekstvak 89"/>
            <p:cNvSpPr txBox="1"/>
            <p:nvPr/>
          </p:nvSpPr>
          <p:spPr>
            <a:xfrm>
              <a:off x="8178217" y="1340710"/>
              <a:ext cx="4781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800" dirty="0" smtClean="0"/>
                <a:t>24</a:t>
              </a:r>
              <a:endParaRPr lang="en-GB" sz="1800" dirty="0"/>
            </a:p>
          </p:txBody>
        </p:sp>
        <p:sp>
          <p:nvSpPr>
            <p:cNvPr id="70" name="Tekstvak 90"/>
            <p:cNvSpPr txBox="1"/>
            <p:nvPr/>
          </p:nvSpPr>
          <p:spPr>
            <a:xfrm>
              <a:off x="8591097" y="1340710"/>
              <a:ext cx="4781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800" dirty="0" smtClean="0"/>
                <a:t>25</a:t>
              </a:r>
              <a:endParaRPr lang="en-GB" sz="1800" dirty="0"/>
            </a:p>
          </p:txBody>
        </p:sp>
        <p:cxnSp>
          <p:nvCxnSpPr>
            <p:cNvPr id="71" name="Rechte verbindingslijn 91"/>
            <p:cNvCxnSpPr/>
            <p:nvPr/>
          </p:nvCxnSpPr>
          <p:spPr bwMode="auto">
            <a:xfrm>
              <a:off x="35370" y="1412720"/>
              <a:ext cx="0" cy="288040"/>
            </a:xfrm>
            <a:prstGeom prst="line">
              <a:avLst/>
            </a:prstGeom>
            <a:noFill/>
            <a:ln w="9525" cap="flat" cmpd="sng" algn="ctr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72" name="Ruit 13"/>
          <p:cNvSpPr/>
          <p:nvPr/>
        </p:nvSpPr>
        <p:spPr bwMode="auto">
          <a:xfrm>
            <a:off x="1078880" y="4005080"/>
            <a:ext cx="144020" cy="216030"/>
          </a:xfrm>
          <a:prstGeom prst="diamond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900" b="0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73" name="Tekstvak 92"/>
          <p:cNvSpPr txBox="1"/>
          <p:nvPr/>
        </p:nvSpPr>
        <p:spPr>
          <a:xfrm>
            <a:off x="531294" y="4244926"/>
            <a:ext cx="1095172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00" dirty="0"/>
              <a:t>ATOS Evaluetor</a:t>
            </a:r>
          </a:p>
          <a:p>
            <a:pPr algn="ctr"/>
            <a:r>
              <a:rPr lang="en-GB" sz="900" dirty="0"/>
              <a:t>Environment</a:t>
            </a:r>
          </a:p>
          <a:p>
            <a:pPr algn="ctr"/>
            <a:r>
              <a:rPr lang="en-GB" sz="900" dirty="0"/>
              <a:t>Set-up</a:t>
            </a:r>
          </a:p>
        </p:txBody>
      </p:sp>
      <p:sp>
        <p:nvSpPr>
          <p:cNvPr id="74" name="Ruit 93"/>
          <p:cNvSpPr/>
          <p:nvPr/>
        </p:nvSpPr>
        <p:spPr bwMode="auto">
          <a:xfrm>
            <a:off x="2231040" y="4005080"/>
            <a:ext cx="144020" cy="216030"/>
          </a:xfrm>
          <a:prstGeom prst="diamond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900" b="0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75" name="Tekstvak 94"/>
          <p:cNvSpPr txBox="1"/>
          <p:nvPr/>
        </p:nvSpPr>
        <p:spPr>
          <a:xfrm>
            <a:off x="1715918" y="4193264"/>
            <a:ext cx="11048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00" dirty="0" smtClean="0"/>
              <a:t>Relationship </a:t>
            </a:r>
          </a:p>
          <a:p>
            <a:pPr algn="ctr"/>
            <a:r>
              <a:rPr lang="en-GB" sz="900" dirty="0" smtClean="0"/>
              <a:t>KPI’s defined</a:t>
            </a:r>
            <a:endParaRPr lang="en-GB" sz="900" dirty="0"/>
          </a:p>
          <a:p>
            <a:pPr algn="ctr"/>
            <a:r>
              <a:rPr lang="en-GB" sz="900" dirty="0" smtClean="0"/>
              <a:t>Base parameters set</a:t>
            </a:r>
          </a:p>
          <a:p>
            <a:pPr algn="ctr"/>
            <a:r>
              <a:rPr lang="en-GB" sz="900" dirty="0" smtClean="0"/>
              <a:t>Environment</a:t>
            </a:r>
          </a:p>
          <a:p>
            <a:pPr algn="ctr"/>
            <a:r>
              <a:rPr lang="en-GB" sz="900" dirty="0" smtClean="0"/>
              <a:t>ready</a:t>
            </a:r>
            <a:endParaRPr lang="en-GB" sz="900" dirty="0"/>
          </a:p>
        </p:txBody>
      </p:sp>
      <p:sp>
        <p:nvSpPr>
          <p:cNvPr id="76" name="Ruit 95"/>
          <p:cNvSpPr/>
          <p:nvPr/>
        </p:nvSpPr>
        <p:spPr bwMode="auto">
          <a:xfrm>
            <a:off x="3311190" y="4005080"/>
            <a:ext cx="144020" cy="216030"/>
          </a:xfrm>
          <a:prstGeom prst="diamond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900" b="0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77" name="Tekstvak 96"/>
          <p:cNvSpPr txBox="1"/>
          <p:nvPr/>
        </p:nvSpPr>
        <p:spPr>
          <a:xfrm>
            <a:off x="2761809" y="4209934"/>
            <a:ext cx="1066318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00" dirty="0" smtClean="0"/>
              <a:t>Account data</a:t>
            </a:r>
            <a:endParaRPr lang="en-GB" sz="900" dirty="0"/>
          </a:p>
          <a:p>
            <a:pPr algn="ctr"/>
            <a:r>
              <a:rPr lang="en-GB" sz="900" dirty="0" smtClean="0"/>
              <a:t> set-up </a:t>
            </a:r>
          </a:p>
          <a:p>
            <a:pPr algn="ctr"/>
            <a:r>
              <a:rPr lang="en-GB" sz="900" dirty="0" smtClean="0"/>
              <a:t>Account staff &amp;</a:t>
            </a:r>
          </a:p>
          <a:p>
            <a:pPr algn="ctr"/>
            <a:r>
              <a:rPr lang="en-GB" sz="900" dirty="0" smtClean="0"/>
              <a:t> management</a:t>
            </a:r>
          </a:p>
          <a:p>
            <a:pPr algn="ctr"/>
            <a:r>
              <a:rPr lang="en-GB" sz="900" dirty="0" smtClean="0"/>
              <a:t>  trained</a:t>
            </a:r>
            <a:endParaRPr lang="en-GB" sz="900" dirty="0"/>
          </a:p>
        </p:txBody>
      </p:sp>
      <p:sp>
        <p:nvSpPr>
          <p:cNvPr id="78" name="Tekstvak 97"/>
          <p:cNvSpPr txBox="1"/>
          <p:nvPr/>
        </p:nvSpPr>
        <p:spPr>
          <a:xfrm>
            <a:off x="2159030" y="5251919"/>
            <a:ext cx="151221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 smtClean="0"/>
              <a:t>Increased Customer  awareness and focus</a:t>
            </a:r>
            <a:endParaRPr lang="en-GB" sz="1100" dirty="0"/>
          </a:p>
        </p:txBody>
      </p:sp>
      <p:sp>
        <p:nvSpPr>
          <p:cNvPr id="79" name="Ruit 98"/>
          <p:cNvSpPr/>
          <p:nvPr/>
        </p:nvSpPr>
        <p:spPr bwMode="auto">
          <a:xfrm>
            <a:off x="3959280" y="4005080"/>
            <a:ext cx="144020" cy="216030"/>
          </a:xfrm>
          <a:prstGeom prst="diamond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900" b="0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80" name="Tekstvak 99"/>
          <p:cNvSpPr txBox="1"/>
          <p:nvPr/>
        </p:nvSpPr>
        <p:spPr>
          <a:xfrm>
            <a:off x="3687005" y="4193264"/>
            <a:ext cx="83259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00" dirty="0" smtClean="0"/>
              <a:t>First perception</a:t>
            </a:r>
          </a:p>
          <a:p>
            <a:pPr algn="ctr"/>
            <a:r>
              <a:rPr lang="en-GB" sz="900" dirty="0" smtClean="0"/>
              <a:t>status</a:t>
            </a:r>
          </a:p>
          <a:p>
            <a:pPr algn="ctr"/>
            <a:r>
              <a:rPr lang="en-GB" sz="900" dirty="0"/>
              <a:t>C</a:t>
            </a:r>
            <a:r>
              <a:rPr lang="en-GB" sz="900" dirty="0" smtClean="0"/>
              <a:t>ustomer</a:t>
            </a:r>
          </a:p>
          <a:p>
            <a:pPr algn="ctr"/>
            <a:r>
              <a:rPr lang="en-GB" sz="900" dirty="0" smtClean="0"/>
              <a:t>aligned</a:t>
            </a:r>
            <a:endParaRPr lang="en-GB" sz="900" dirty="0"/>
          </a:p>
        </p:txBody>
      </p:sp>
      <p:sp>
        <p:nvSpPr>
          <p:cNvPr id="81" name="Tekstvak 100"/>
          <p:cNvSpPr txBox="1"/>
          <p:nvPr/>
        </p:nvSpPr>
        <p:spPr>
          <a:xfrm>
            <a:off x="3815260" y="5230424"/>
            <a:ext cx="783294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00" dirty="0" smtClean="0"/>
              <a:t>First </a:t>
            </a:r>
            <a:r>
              <a:rPr lang="en-GB" sz="1100" dirty="0" err="1" smtClean="0"/>
              <a:t>im</a:t>
            </a:r>
            <a:r>
              <a:rPr lang="en-GB" sz="1100" dirty="0" smtClean="0"/>
              <a:t>-</a:t>
            </a:r>
            <a:endParaRPr lang="en-GB" sz="1100" dirty="0"/>
          </a:p>
          <a:p>
            <a:pPr algn="ctr"/>
            <a:r>
              <a:rPr lang="en-GB" sz="1100" dirty="0" smtClean="0"/>
              <a:t>prove-</a:t>
            </a:r>
          </a:p>
          <a:p>
            <a:pPr algn="ctr"/>
            <a:r>
              <a:rPr lang="en-GB" sz="1100" dirty="0" err="1" smtClean="0"/>
              <a:t>ments</a:t>
            </a:r>
            <a:endParaRPr lang="en-GB" sz="1100" dirty="0"/>
          </a:p>
        </p:txBody>
      </p:sp>
      <p:sp>
        <p:nvSpPr>
          <p:cNvPr id="82" name="Ruit 101"/>
          <p:cNvSpPr/>
          <p:nvPr/>
        </p:nvSpPr>
        <p:spPr bwMode="auto">
          <a:xfrm>
            <a:off x="4535360" y="4005080"/>
            <a:ext cx="144020" cy="216030"/>
          </a:xfrm>
          <a:prstGeom prst="diamond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900" b="0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83" name="Tekstvak 102"/>
          <p:cNvSpPr txBox="1"/>
          <p:nvPr/>
        </p:nvSpPr>
        <p:spPr>
          <a:xfrm>
            <a:off x="4352185" y="4224473"/>
            <a:ext cx="80486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00" dirty="0" smtClean="0"/>
              <a:t>First perception</a:t>
            </a:r>
          </a:p>
          <a:p>
            <a:pPr algn="ctr"/>
            <a:r>
              <a:rPr lang="en-GB" sz="900" dirty="0" smtClean="0"/>
              <a:t>publish</a:t>
            </a:r>
            <a:endParaRPr lang="en-GB" sz="900" dirty="0"/>
          </a:p>
        </p:txBody>
      </p:sp>
      <p:sp>
        <p:nvSpPr>
          <p:cNvPr id="84" name="Tekstvak 103"/>
          <p:cNvSpPr txBox="1"/>
          <p:nvPr/>
        </p:nvSpPr>
        <p:spPr>
          <a:xfrm>
            <a:off x="4544176" y="5254508"/>
            <a:ext cx="1002398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00" dirty="0" smtClean="0"/>
              <a:t>First </a:t>
            </a:r>
          </a:p>
          <a:p>
            <a:pPr algn="ctr"/>
            <a:r>
              <a:rPr lang="en-GB" sz="1100" dirty="0" smtClean="0"/>
              <a:t>Customer</a:t>
            </a:r>
          </a:p>
          <a:p>
            <a:pPr algn="ctr"/>
            <a:r>
              <a:rPr lang="en-GB" sz="1100" dirty="0" smtClean="0"/>
              <a:t>Discussions</a:t>
            </a:r>
            <a:endParaRPr lang="en-GB" sz="1100" dirty="0"/>
          </a:p>
        </p:txBody>
      </p:sp>
      <p:sp>
        <p:nvSpPr>
          <p:cNvPr id="85" name="Ruit 104"/>
          <p:cNvSpPr/>
          <p:nvPr/>
        </p:nvSpPr>
        <p:spPr bwMode="auto">
          <a:xfrm>
            <a:off x="5229461" y="4005080"/>
            <a:ext cx="144020" cy="216030"/>
          </a:xfrm>
          <a:prstGeom prst="diamond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900" b="0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86" name="Tekstvak 105"/>
          <p:cNvSpPr txBox="1"/>
          <p:nvPr/>
        </p:nvSpPr>
        <p:spPr>
          <a:xfrm>
            <a:off x="5045375" y="4209934"/>
            <a:ext cx="7921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00" dirty="0" smtClean="0"/>
              <a:t>First customer</a:t>
            </a:r>
          </a:p>
          <a:p>
            <a:pPr algn="ctr"/>
            <a:r>
              <a:rPr lang="en-GB" sz="900" dirty="0" smtClean="0"/>
              <a:t>Publish</a:t>
            </a:r>
          </a:p>
          <a:p>
            <a:pPr algn="ctr"/>
            <a:endParaRPr lang="en-GB" sz="900" dirty="0"/>
          </a:p>
        </p:txBody>
      </p:sp>
      <p:sp>
        <p:nvSpPr>
          <p:cNvPr id="87" name="Ruit 106"/>
          <p:cNvSpPr/>
          <p:nvPr/>
        </p:nvSpPr>
        <p:spPr bwMode="auto">
          <a:xfrm>
            <a:off x="5886230" y="4005080"/>
            <a:ext cx="144020" cy="216030"/>
          </a:xfrm>
          <a:prstGeom prst="diamond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900" b="0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88" name="Tekstvak 107"/>
          <p:cNvSpPr txBox="1"/>
          <p:nvPr/>
        </p:nvSpPr>
        <p:spPr>
          <a:xfrm>
            <a:off x="5747082" y="4224473"/>
            <a:ext cx="99946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00" dirty="0" smtClean="0"/>
              <a:t>First joined operational improvement plan</a:t>
            </a:r>
          </a:p>
          <a:p>
            <a:pPr algn="ctr"/>
            <a:endParaRPr lang="en-GB" sz="900" dirty="0"/>
          </a:p>
        </p:txBody>
      </p:sp>
      <p:sp>
        <p:nvSpPr>
          <p:cNvPr id="89" name="Ruit 108"/>
          <p:cNvSpPr/>
          <p:nvPr/>
        </p:nvSpPr>
        <p:spPr bwMode="auto">
          <a:xfrm>
            <a:off x="6813681" y="4005080"/>
            <a:ext cx="144020" cy="216030"/>
          </a:xfrm>
          <a:prstGeom prst="diamond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900" b="0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90" name="Tekstvak 109"/>
          <p:cNvSpPr txBox="1"/>
          <p:nvPr/>
        </p:nvSpPr>
        <p:spPr>
          <a:xfrm>
            <a:off x="6693869" y="4193264"/>
            <a:ext cx="102948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00" dirty="0" smtClean="0"/>
              <a:t>First joined operational</a:t>
            </a:r>
          </a:p>
          <a:p>
            <a:pPr algn="ctr"/>
            <a:r>
              <a:rPr lang="en-GB" sz="900" dirty="0" smtClean="0"/>
              <a:t>improvement</a:t>
            </a:r>
          </a:p>
          <a:p>
            <a:pPr algn="ctr"/>
            <a:r>
              <a:rPr lang="en-GB" sz="900" dirty="0" smtClean="0"/>
              <a:t>plan</a:t>
            </a:r>
          </a:p>
          <a:p>
            <a:pPr algn="ctr"/>
            <a:endParaRPr lang="en-GB" sz="900" dirty="0"/>
          </a:p>
        </p:txBody>
      </p:sp>
      <p:sp>
        <p:nvSpPr>
          <p:cNvPr id="91" name="Tekstvak 110"/>
          <p:cNvSpPr txBox="1"/>
          <p:nvPr/>
        </p:nvSpPr>
        <p:spPr>
          <a:xfrm>
            <a:off x="6263600" y="5229250"/>
            <a:ext cx="108346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00" dirty="0" smtClean="0"/>
              <a:t>Customer</a:t>
            </a:r>
          </a:p>
          <a:p>
            <a:pPr algn="ctr"/>
            <a:r>
              <a:rPr lang="en-GB" sz="1100" dirty="0"/>
              <a:t>s</a:t>
            </a:r>
            <a:r>
              <a:rPr lang="en-GB" sz="1100" dirty="0" smtClean="0"/>
              <a:t>atisfaction</a:t>
            </a:r>
          </a:p>
          <a:p>
            <a:pPr algn="ctr"/>
            <a:r>
              <a:rPr lang="en-GB" sz="1100" dirty="0" smtClean="0"/>
              <a:t>&amp; perception</a:t>
            </a:r>
          </a:p>
          <a:p>
            <a:pPr algn="ctr"/>
            <a:r>
              <a:rPr lang="en-GB" sz="1100" dirty="0" smtClean="0"/>
              <a:t>improves</a:t>
            </a:r>
            <a:endParaRPr lang="en-GB" sz="1100" dirty="0"/>
          </a:p>
        </p:txBody>
      </p:sp>
      <p:sp>
        <p:nvSpPr>
          <p:cNvPr id="92" name="Ruit 111"/>
          <p:cNvSpPr/>
          <p:nvPr/>
        </p:nvSpPr>
        <p:spPr bwMode="auto">
          <a:xfrm>
            <a:off x="7749811" y="4005080"/>
            <a:ext cx="144020" cy="216030"/>
          </a:xfrm>
          <a:prstGeom prst="diamond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900" b="0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93" name="Tekstvak 112"/>
          <p:cNvSpPr txBox="1"/>
          <p:nvPr/>
        </p:nvSpPr>
        <p:spPr>
          <a:xfrm>
            <a:off x="7658042" y="4221110"/>
            <a:ext cx="861133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00" dirty="0" smtClean="0"/>
              <a:t>Obligations</a:t>
            </a:r>
          </a:p>
          <a:p>
            <a:pPr algn="ctr"/>
            <a:r>
              <a:rPr lang="en-GB" sz="900" dirty="0" smtClean="0"/>
              <a:t>and activity</a:t>
            </a:r>
          </a:p>
          <a:p>
            <a:pPr algn="ctr"/>
            <a:r>
              <a:rPr lang="en-GB" sz="900" dirty="0" smtClean="0"/>
              <a:t>status</a:t>
            </a:r>
          </a:p>
          <a:p>
            <a:pPr algn="ctr"/>
            <a:r>
              <a:rPr lang="en-GB" sz="900" dirty="0" smtClean="0"/>
              <a:t>available </a:t>
            </a:r>
          </a:p>
          <a:p>
            <a:pPr algn="ctr"/>
            <a:r>
              <a:rPr lang="en-GB" sz="900" dirty="0" smtClean="0"/>
              <a:t> </a:t>
            </a:r>
            <a:endParaRPr lang="en-GB" sz="900" dirty="0"/>
          </a:p>
        </p:txBody>
      </p:sp>
      <p:sp>
        <p:nvSpPr>
          <p:cNvPr id="94" name="Tekstvak 113"/>
          <p:cNvSpPr txBox="1"/>
          <p:nvPr/>
        </p:nvSpPr>
        <p:spPr>
          <a:xfrm>
            <a:off x="7565654" y="5229250"/>
            <a:ext cx="121058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00" dirty="0" smtClean="0"/>
              <a:t>Customer</a:t>
            </a:r>
          </a:p>
          <a:p>
            <a:pPr algn="ctr"/>
            <a:r>
              <a:rPr lang="en-GB" sz="1100" dirty="0"/>
              <a:t> </a:t>
            </a:r>
            <a:r>
              <a:rPr lang="en-GB" sz="1100" dirty="0" smtClean="0"/>
              <a:t>takes more</a:t>
            </a:r>
          </a:p>
          <a:p>
            <a:pPr algn="ctr"/>
            <a:r>
              <a:rPr lang="en-GB" sz="1100" dirty="0" smtClean="0"/>
              <a:t> ownership for</a:t>
            </a:r>
          </a:p>
          <a:p>
            <a:pPr algn="ctr"/>
            <a:r>
              <a:rPr lang="en-GB" sz="1100" dirty="0" smtClean="0"/>
              <a:t> relationship</a:t>
            </a:r>
            <a:endParaRPr lang="en-GB" sz="1100" dirty="0"/>
          </a:p>
        </p:txBody>
      </p:sp>
      <p:sp>
        <p:nvSpPr>
          <p:cNvPr id="95" name="Tekstvak 94"/>
          <p:cNvSpPr txBox="1"/>
          <p:nvPr/>
        </p:nvSpPr>
        <p:spPr>
          <a:xfrm>
            <a:off x="107380" y="3140960"/>
            <a:ext cx="19159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600" dirty="0" smtClean="0"/>
              <a:t>Major </a:t>
            </a:r>
            <a:r>
              <a:rPr lang="nl-NL" sz="1600" dirty="0" err="1" smtClean="0"/>
              <a:t>Milestones</a:t>
            </a:r>
            <a:endParaRPr lang="nl-NL" sz="1600" dirty="0"/>
          </a:p>
        </p:txBody>
      </p:sp>
      <p:sp>
        <p:nvSpPr>
          <p:cNvPr id="96" name="Tekstvak 95"/>
          <p:cNvSpPr txBox="1"/>
          <p:nvPr/>
        </p:nvSpPr>
        <p:spPr>
          <a:xfrm>
            <a:off x="142750" y="5250746"/>
            <a:ext cx="10158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600" dirty="0" smtClean="0"/>
              <a:t>Benefits</a:t>
            </a:r>
            <a:endParaRPr lang="nl-NL" sz="1600" dirty="0"/>
          </a:p>
        </p:txBody>
      </p:sp>
    </p:spTree>
    <p:extLst>
      <p:ext uri="{BB962C8B-B14F-4D97-AF65-F5344CB8AC3E}">
        <p14:creationId xmlns:p14="http://schemas.microsoft.com/office/powerpoint/2010/main" val="1689589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n w="18415" cmpd="sng">
                  <a:prstDash val="solid"/>
                </a:ln>
              </a:rPr>
              <a:t>Pilot Effort Estimates and Pricing</a:t>
            </a:r>
            <a:endParaRPr lang="en-GB" dirty="0"/>
          </a:p>
        </p:txBody>
      </p:sp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3621115"/>
              </p:ext>
            </p:extLst>
          </p:nvPr>
        </p:nvGraphicFramePr>
        <p:xfrm>
          <a:off x="323410" y="1670951"/>
          <a:ext cx="8209141" cy="16860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528490"/>
                <a:gridCol w="2448340"/>
                <a:gridCol w="2232311"/>
              </a:tblGrid>
              <a:tr h="44778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Role</a:t>
                      </a:r>
                      <a:endParaRPr lang="en-GB" sz="14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Estimate</a:t>
                      </a:r>
                      <a:endParaRPr lang="en-GB" sz="14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Pricing</a:t>
                      </a:r>
                      <a:endParaRPr lang="en-GB" sz="14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60050">
                <a:tc>
                  <a:txBody>
                    <a:bodyPr/>
                    <a:lstStyle/>
                    <a:p>
                      <a:r>
                        <a:rPr lang="en-GB" sz="140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Senority Implementation</a:t>
                      </a:r>
                      <a:r>
                        <a:rPr lang="en-GB" sz="14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Consultant</a:t>
                      </a:r>
                      <a:endParaRPr lang="en-GB" sz="14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3 man months</a:t>
                      </a:r>
                      <a:endParaRPr lang="en-GB" sz="14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€</a:t>
                      </a:r>
                      <a:r>
                        <a:rPr lang="en-GB" sz="14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1.700 per day</a:t>
                      </a:r>
                      <a:endParaRPr lang="en-GB" sz="14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60050">
                <a:tc>
                  <a:txBody>
                    <a:bodyPr/>
                    <a:lstStyle/>
                    <a:p>
                      <a:r>
                        <a:rPr lang="en-GB" sz="140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ATOS Change Manager (and support)</a:t>
                      </a:r>
                      <a:endParaRPr lang="en-GB" sz="14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3 man months</a:t>
                      </a:r>
                      <a:endParaRPr lang="en-GB" sz="14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PM</a:t>
                      </a:r>
                      <a:endParaRPr lang="en-GB" sz="14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60050">
                <a:tc>
                  <a:txBody>
                    <a:bodyPr/>
                    <a:lstStyle/>
                    <a:p>
                      <a:r>
                        <a:rPr lang="en-GB" sz="140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License Cost</a:t>
                      </a:r>
                      <a:endParaRPr lang="en-GB" sz="14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50 licenses</a:t>
                      </a:r>
                      <a:endParaRPr lang="en-GB" sz="14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€</a:t>
                      </a:r>
                      <a:r>
                        <a:rPr lang="en-GB" sz="140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75 per user/month</a:t>
                      </a:r>
                      <a:endParaRPr lang="en-GB" sz="1400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  <a:p>
                      <a:endParaRPr lang="en-GB" sz="14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Tekstvak 5"/>
          <p:cNvSpPr txBox="1"/>
          <p:nvPr/>
        </p:nvSpPr>
        <p:spPr>
          <a:xfrm>
            <a:off x="395420" y="3645030"/>
            <a:ext cx="813713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/>
              <a:t>Note:</a:t>
            </a:r>
          </a:p>
          <a:p>
            <a:pPr marL="285750" indent="-285750">
              <a:buFont typeface="Arial"/>
              <a:buChar char="•"/>
            </a:pPr>
            <a:r>
              <a:rPr lang="en-GB" sz="1400" dirty="0" smtClean="0"/>
              <a:t>Implementation duration and estimates depend on:</a:t>
            </a:r>
          </a:p>
          <a:p>
            <a:pPr marL="742950" lvl="1" indent="-285750">
              <a:buFont typeface="Arial"/>
              <a:buChar char="•"/>
            </a:pPr>
            <a:r>
              <a:rPr lang="en-GB" sz="1400" dirty="0"/>
              <a:t>C</a:t>
            </a:r>
            <a:r>
              <a:rPr lang="en-GB" sz="1400" dirty="0" smtClean="0"/>
              <a:t>hange agility of the organisation</a:t>
            </a:r>
          </a:p>
          <a:p>
            <a:pPr marL="742950" lvl="1" indent="-285750">
              <a:buFont typeface="Arial"/>
              <a:buChar char="•"/>
            </a:pPr>
            <a:r>
              <a:rPr lang="en-GB" sz="1400" dirty="0" smtClean="0"/>
              <a:t>Internal ownership and effort</a:t>
            </a:r>
          </a:p>
          <a:p>
            <a:pPr marL="742950" lvl="1" indent="-285750">
              <a:buFont typeface="Arial"/>
              <a:buChar char="•"/>
            </a:pPr>
            <a:r>
              <a:rPr lang="en-GB" sz="1400" dirty="0" smtClean="0"/>
              <a:t>Account </a:t>
            </a:r>
            <a:r>
              <a:rPr lang="en-GB" sz="1400" dirty="0"/>
              <a:t>staff availability and motivation</a:t>
            </a:r>
          </a:p>
          <a:p>
            <a:pPr marL="742950" lvl="1" indent="-285750">
              <a:buFont typeface="Arial"/>
              <a:buChar char="•"/>
            </a:pPr>
            <a:endParaRPr lang="en-GB" sz="1400" dirty="0" smtClean="0"/>
          </a:p>
          <a:p>
            <a:pPr marL="285750" indent="-285750">
              <a:buFont typeface="Arial"/>
              <a:buChar char="•"/>
            </a:pPr>
            <a:r>
              <a:rPr lang="nl-NL" sz="1400" dirty="0" smtClean="0"/>
              <a:t>Ex VAT and ex travel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884106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sz="2800" dirty="0" smtClean="0"/>
              <a:t>Contact</a:t>
            </a:r>
            <a:endParaRPr lang="en-US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261257" y="2416629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 dirty="0"/>
          </a:p>
        </p:txBody>
      </p:sp>
      <p:sp>
        <p:nvSpPr>
          <p:cNvPr id="8" name="Rectangle 7"/>
          <p:cNvSpPr/>
          <p:nvPr/>
        </p:nvSpPr>
        <p:spPr>
          <a:xfrm>
            <a:off x="565293" y="1196690"/>
            <a:ext cx="3058886" cy="229293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100" b="1" i="1" dirty="0" smtClean="0">
                <a:solidFill>
                  <a:schemeClr val="bg2">
                    <a:lumMod val="75000"/>
                  </a:schemeClr>
                </a:solidFill>
              </a:rPr>
              <a:t>Rolf van </a:t>
            </a:r>
            <a:r>
              <a:rPr lang="en-US" sz="1100" b="1" i="1" dirty="0" err="1" smtClean="0">
                <a:solidFill>
                  <a:schemeClr val="bg2">
                    <a:lumMod val="75000"/>
                  </a:schemeClr>
                </a:solidFill>
              </a:rPr>
              <a:t>Straaten</a:t>
            </a:r>
            <a:endParaRPr lang="en-US" sz="1100" b="1" i="1" dirty="0" smtClean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1100" b="1" i="1" dirty="0" smtClean="0">
                <a:solidFill>
                  <a:schemeClr val="bg2">
                    <a:lumMod val="75000"/>
                  </a:schemeClr>
                </a:solidFill>
              </a:rPr>
              <a:t>Managing Partner - Senority</a:t>
            </a:r>
            <a:br>
              <a:rPr lang="en-US" sz="1100" b="1" i="1" dirty="0" smtClean="0">
                <a:solidFill>
                  <a:schemeClr val="bg2">
                    <a:lumMod val="75000"/>
                  </a:schemeClr>
                </a:solidFill>
              </a:rPr>
            </a:br>
            <a:r>
              <a:rPr lang="en-US" sz="1100" b="1" i="1" dirty="0" smtClean="0">
                <a:solidFill>
                  <a:schemeClr val="bg2">
                    <a:lumMod val="75000"/>
                  </a:schemeClr>
                </a:solidFill>
              </a:rPr>
              <a:t/>
            </a:r>
            <a:br>
              <a:rPr lang="en-US" sz="1100" b="1" i="1" dirty="0" smtClean="0">
                <a:solidFill>
                  <a:schemeClr val="bg2">
                    <a:lumMod val="75000"/>
                  </a:schemeClr>
                </a:solidFill>
              </a:rPr>
            </a:br>
            <a:r>
              <a:rPr lang="en-US" sz="1100" i="1" dirty="0" smtClean="0">
                <a:solidFill>
                  <a:schemeClr val="bg2">
                    <a:lumMod val="75000"/>
                  </a:schemeClr>
                </a:solidFill>
              </a:rPr>
              <a:t>Boompjes 680</a:t>
            </a:r>
            <a:br>
              <a:rPr lang="en-US" sz="1100" i="1" dirty="0" smtClean="0">
                <a:solidFill>
                  <a:schemeClr val="bg2">
                    <a:lumMod val="75000"/>
                  </a:schemeClr>
                </a:solidFill>
              </a:rPr>
            </a:br>
            <a:r>
              <a:rPr lang="en-US" sz="1100" i="1" dirty="0" smtClean="0">
                <a:solidFill>
                  <a:schemeClr val="bg2">
                    <a:lumMod val="75000"/>
                  </a:schemeClr>
                </a:solidFill>
              </a:rPr>
              <a:t>3011 XZ Rotterdam</a:t>
            </a:r>
          </a:p>
          <a:p>
            <a:r>
              <a:rPr lang="en-US" sz="1100" i="1" dirty="0" smtClean="0">
                <a:solidFill>
                  <a:schemeClr val="bg2">
                    <a:lumMod val="75000"/>
                  </a:schemeClr>
                </a:solidFill>
              </a:rPr>
              <a:t>The Netherlands</a:t>
            </a:r>
            <a:br>
              <a:rPr lang="en-US" sz="1100" i="1" dirty="0" smtClean="0">
                <a:solidFill>
                  <a:schemeClr val="bg2">
                    <a:lumMod val="75000"/>
                  </a:schemeClr>
                </a:solidFill>
              </a:rPr>
            </a:br>
            <a:r>
              <a:rPr lang="en-US" sz="1100" i="1" dirty="0" smtClean="0">
                <a:solidFill>
                  <a:schemeClr val="bg2">
                    <a:lumMod val="75000"/>
                  </a:schemeClr>
                </a:solidFill>
              </a:rPr>
              <a:t>Tel: +31 (0) 10 217 0118</a:t>
            </a:r>
            <a:br>
              <a:rPr lang="en-US" sz="1100" i="1" dirty="0" smtClean="0">
                <a:solidFill>
                  <a:schemeClr val="bg2">
                    <a:lumMod val="75000"/>
                  </a:schemeClr>
                </a:solidFill>
              </a:rPr>
            </a:br>
            <a:r>
              <a:rPr lang="en-US" sz="1100" i="1" dirty="0" smtClean="0">
                <a:solidFill>
                  <a:schemeClr val="bg2">
                    <a:lumMod val="75000"/>
                  </a:schemeClr>
                </a:solidFill>
              </a:rPr>
              <a:t>Fax: +31 (0) 10 213 0133</a:t>
            </a:r>
            <a:br>
              <a:rPr lang="en-US" sz="1100" i="1" dirty="0" smtClean="0">
                <a:solidFill>
                  <a:schemeClr val="bg2">
                    <a:lumMod val="75000"/>
                  </a:schemeClr>
                </a:solidFill>
              </a:rPr>
            </a:br>
            <a:r>
              <a:rPr lang="en-US" sz="1100" i="1" dirty="0" smtClean="0">
                <a:solidFill>
                  <a:schemeClr val="bg2">
                    <a:lumMod val="75000"/>
                  </a:schemeClr>
                </a:solidFill>
              </a:rPr>
              <a:t>Mobile: +31 (0) 638906446</a:t>
            </a:r>
          </a:p>
          <a:p>
            <a:r>
              <a:rPr lang="en-US" sz="1100" i="1" dirty="0" smtClean="0">
                <a:solidFill>
                  <a:schemeClr val="bg2">
                    <a:lumMod val="75000"/>
                  </a:schemeClr>
                </a:solidFill>
              </a:rPr>
              <a:t/>
            </a:r>
            <a:br>
              <a:rPr lang="en-US" sz="1100" i="1" dirty="0" smtClean="0">
                <a:solidFill>
                  <a:schemeClr val="bg2">
                    <a:lumMod val="75000"/>
                  </a:schemeClr>
                </a:solidFill>
              </a:rPr>
            </a:br>
            <a:r>
              <a:rPr lang="en-US" sz="1100" i="1" u="sng" dirty="0" smtClean="0">
                <a:solidFill>
                  <a:schemeClr val="tx1">
                    <a:lumMod val="50000"/>
                    <a:lumOff val="50000"/>
                  </a:schemeClr>
                </a:solidFill>
                <a:hlinkClick r:id="rId3"/>
              </a:rPr>
              <a:t>Rolf.vanStraaten@senority.nl</a:t>
            </a:r>
            <a:r>
              <a:rPr lang="en-US" sz="1100" i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br>
              <a:rPr lang="en-US" sz="1100" i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100" i="1" u="sng" dirty="0" smtClean="0">
                <a:solidFill>
                  <a:schemeClr val="tx1">
                    <a:lumMod val="50000"/>
                    <a:lumOff val="50000"/>
                  </a:schemeClr>
                </a:solidFill>
                <a:hlinkClick r:id="rId4"/>
              </a:rPr>
              <a:t>www.Senority.nl</a:t>
            </a:r>
            <a:r>
              <a:rPr lang="en-US" sz="1100" i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br>
              <a:rPr lang="en-US" sz="1100" i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endParaRPr lang="nl-NL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3951514" y="1970314"/>
            <a:ext cx="914400" cy="9144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4400" b="0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Verdana" pitchFamily="34" charset="0"/>
              <a:cs typeface="Arial" charset="0"/>
            </a:endParaRPr>
          </a:p>
        </p:txBody>
      </p:sp>
      <p:pic>
        <p:nvPicPr>
          <p:cNvPr id="11" name="Picture 10" descr="CRW_1570-PS-2 copy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193249" y="2446631"/>
            <a:ext cx="3290853" cy="2193902"/>
          </a:xfrm>
          <a:prstGeom prst="ellipse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pic>
      <p:sp>
        <p:nvSpPr>
          <p:cNvPr id="7" name="Rectangle 6"/>
          <p:cNvSpPr/>
          <p:nvPr/>
        </p:nvSpPr>
        <p:spPr>
          <a:xfrm>
            <a:off x="565293" y="3789050"/>
            <a:ext cx="3058886" cy="229293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100" b="1" i="1" dirty="0" smtClean="0">
                <a:solidFill>
                  <a:schemeClr val="bg2">
                    <a:lumMod val="75000"/>
                  </a:schemeClr>
                </a:solidFill>
              </a:rPr>
              <a:t>Rob van Leeuwen</a:t>
            </a:r>
          </a:p>
          <a:p>
            <a:r>
              <a:rPr lang="en-US" sz="1100" b="1" i="1" dirty="0" smtClean="0">
                <a:solidFill>
                  <a:schemeClr val="bg2">
                    <a:lumMod val="75000"/>
                  </a:schemeClr>
                </a:solidFill>
              </a:rPr>
              <a:t>Managing Partner - Senority</a:t>
            </a:r>
            <a:br>
              <a:rPr lang="en-US" sz="1100" b="1" i="1" dirty="0" smtClean="0">
                <a:solidFill>
                  <a:schemeClr val="bg2">
                    <a:lumMod val="75000"/>
                  </a:schemeClr>
                </a:solidFill>
              </a:rPr>
            </a:br>
            <a:r>
              <a:rPr lang="en-US" sz="1100" b="1" i="1" dirty="0" smtClean="0">
                <a:solidFill>
                  <a:schemeClr val="bg2">
                    <a:lumMod val="75000"/>
                  </a:schemeClr>
                </a:solidFill>
              </a:rPr>
              <a:t/>
            </a:r>
            <a:br>
              <a:rPr lang="en-US" sz="1100" b="1" i="1" dirty="0" smtClean="0">
                <a:solidFill>
                  <a:schemeClr val="bg2">
                    <a:lumMod val="75000"/>
                  </a:schemeClr>
                </a:solidFill>
              </a:rPr>
            </a:br>
            <a:r>
              <a:rPr lang="en-US" sz="1100" i="1" dirty="0" smtClean="0">
                <a:solidFill>
                  <a:schemeClr val="bg2">
                    <a:lumMod val="75000"/>
                  </a:schemeClr>
                </a:solidFill>
              </a:rPr>
              <a:t>Boompjes 680</a:t>
            </a:r>
            <a:br>
              <a:rPr lang="en-US" sz="1100" i="1" dirty="0" smtClean="0">
                <a:solidFill>
                  <a:schemeClr val="bg2">
                    <a:lumMod val="75000"/>
                  </a:schemeClr>
                </a:solidFill>
              </a:rPr>
            </a:br>
            <a:r>
              <a:rPr lang="en-US" sz="1100" i="1" dirty="0" smtClean="0">
                <a:solidFill>
                  <a:schemeClr val="bg2">
                    <a:lumMod val="75000"/>
                  </a:schemeClr>
                </a:solidFill>
              </a:rPr>
              <a:t>3011 XZ Rotterdam</a:t>
            </a:r>
          </a:p>
          <a:p>
            <a:r>
              <a:rPr lang="en-US" sz="1100" i="1" dirty="0" smtClean="0">
                <a:solidFill>
                  <a:schemeClr val="bg2">
                    <a:lumMod val="75000"/>
                  </a:schemeClr>
                </a:solidFill>
              </a:rPr>
              <a:t>The Netherlands</a:t>
            </a:r>
            <a:br>
              <a:rPr lang="en-US" sz="1100" i="1" dirty="0" smtClean="0">
                <a:solidFill>
                  <a:schemeClr val="bg2">
                    <a:lumMod val="75000"/>
                  </a:schemeClr>
                </a:solidFill>
              </a:rPr>
            </a:br>
            <a:r>
              <a:rPr lang="en-US" sz="1100" i="1" dirty="0" smtClean="0">
                <a:solidFill>
                  <a:schemeClr val="bg2">
                    <a:lumMod val="75000"/>
                  </a:schemeClr>
                </a:solidFill>
              </a:rPr>
              <a:t>Tel: +31 (0) 10 217 0118</a:t>
            </a:r>
            <a:br>
              <a:rPr lang="en-US" sz="1100" i="1" dirty="0" smtClean="0">
                <a:solidFill>
                  <a:schemeClr val="bg2">
                    <a:lumMod val="75000"/>
                  </a:schemeClr>
                </a:solidFill>
              </a:rPr>
            </a:br>
            <a:r>
              <a:rPr lang="en-US" sz="1100" i="1" dirty="0" smtClean="0">
                <a:solidFill>
                  <a:schemeClr val="bg2">
                    <a:lumMod val="75000"/>
                  </a:schemeClr>
                </a:solidFill>
              </a:rPr>
              <a:t>Fax: +31 (0) 10 213 0133</a:t>
            </a:r>
            <a:br>
              <a:rPr lang="en-US" sz="1100" i="1" dirty="0" smtClean="0">
                <a:solidFill>
                  <a:schemeClr val="bg2">
                    <a:lumMod val="75000"/>
                  </a:schemeClr>
                </a:solidFill>
              </a:rPr>
            </a:br>
            <a:r>
              <a:rPr lang="en-US" sz="1100" i="1" dirty="0" smtClean="0">
                <a:solidFill>
                  <a:schemeClr val="bg2">
                    <a:lumMod val="75000"/>
                  </a:schemeClr>
                </a:solidFill>
              </a:rPr>
              <a:t>Mobile: +31 (0) 654252085</a:t>
            </a:r>
          </a:p>
          <a:p>
            <a:r>
              <a:rPr lang="en-US" sz="1100" i="1" dirty="0" smtClean="0">
                <a:solidFill>
                  <a:schemeClr val="bg2">
                    <a:lumMod val="75000"/>
                  </a:schemeClr>
                </a:solidFill>
              </a:rPr>
              <a:t/>
            </a:r>
            <a:br>
              <a:rPr lang="en-US" sz="1100" i="1" dirty="0" smtClean="0">
                <a:solidFill>
                  <a:schemeClr val="bg2">
                    <a:lumMod val="75000"/>
                  </a:schemeClr>
                </a:solidFill>
              </a:rPr>
            </a:br>
            <a:r>
              <a:rPr lang="en-US" sz="1100" i="1" u="sng" dirty="0" smtClean="0">
                <a:solidFill>
                  <a:schemeClr val="bg2">
                    <a:lumMod val="75000"/>
                  </a:schemeClr>
                </a:solidFill>
                <a:hlinkClick r:id="rId6"/>
              </a:rPr>
              <a:t>Rob.vanLeeuwen@senority.nl</a:t>
            </a:r>
            <a:r>
              <a:rPr lang="en-US" sz="1100" i="1" dirty="0" smtClean="0">
                <a:solidFill>
                  <a:schemeClr val="bg2">
                    <a:lumMod val="75000"/>
                  </a:schemeClr>
                </a:solidFill>
              </a:rPr>
              <a:t> </a:t>
            </a:r>
            <a:br>
              <a:rPr lang="en-US" sz="1100" i="1" dirty="0" smtClean="0">
                <a:solidFill>
                  <a:schemeClr val="bg2">
                    <a:lumMod val="75000"/>
                  </a:schemeClr>
                </a:solidFill>
              </a:rPr>
            </a:br>
            <a:r>
              <a:rPr lang="en-US" sz="1100" i="1" u="sng" dirty="0" smtClean="0">
                <a:solidFill>
                  <a:schemeClr val="bg2">
                    <a:lumMod val="75000"/>
                  </a:schemeClr>
                </a:solidFill>
                <a:hlinkClick r:id="rId4"/>
              </a:rPr>
              <a:t>www.Senority.nl</a:t>
            </a:r>
            <a:r>
              <a:rPr lang="en-US" sz="1100" i="1" dirty="0" smtClean="0">
                <a:solidFill>
                  <a:schemeClr val="bg2">
                    <a:lumMod val="75000"/>
                  </a:schemeClr>
                </a:solidFill>
              </a:rPr>
              <a:t> </a:t>
            </a:r>
            <a:br>
              <a:rPr lang="en-US" sz="1100" i="1" dirty="0" smtClean="0">
                <a:solidFill>
                  <a:schemeClr val="bg2">
                    <a:lumMod val="75000"/>
                  </a:schemeClr>
                </a:solidFill>
              </a:rPr>
            </a:br>
            <a:endParaRPr lang="nl-NL" sz="11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6801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4ED451-723F-4E8F-ACC5-3FD132FB63D8}" type="slidenum">
              <a:rPr lang="nl-NL" smtClean="0"/>
              <a:pPr>
                <a:defRPr/>
              </a:pPr>
              <a:t>10</a:t>
            </a:fld>
            <a:endParaRPr lang="nl-NL" dirty="0"/>
          </a:p>
        </p:txBody>
      </p:sp>
      <p:sp>
        <p:nvSpPr>
          <p:cNvPr id="3" name="TextBox 2"/>
          <p:cNvSpPr txBox="1"/>
          <p:nvPr/>
        </p:nvSpPr>
        <p:spPr>
          <a:xfrm>
            <a:off x="6660290" y="1484730"/>
            <a:ext cx="19383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Appendices</a:t>
            </a: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4639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4922456"/>
            <a:ext cx="8437418" cy="1203708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2400" dirty="0" smtClean="0"/>
              <a:t>Contract Managers Dashboards</a:t>
            </a:r>
            <a:endParaRPr lang="nl-NL" sz="2400" dirty="0"/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8394" y="1026170"/>
            <a:ext cx="3094500" cy="2318897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45752" y="1040201"/>
            <a:ext cx="5585865" cy="3237762"/>
            <a:chOff x="45752" y="1040201"/>
            <a:chExt cx="5585865" cy="3237762"/>
          </a:xfrm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752" y="1040201"/>
              <a:ext cx="5585865" cy="1227511"/>
            </a:xfrm>
            <a:prstGeom prst="rect">
              <a:avLst/>
            </a:prstGeom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p3d prstMaterial="matte">
              <a:bevelT w="127000" h="63500"/>
            </a:sp3d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518" y="2241801"/>
              <a:ext cx="5578099" cy="2036162"/>
            </a:xfrm>
            <a:prstGeom prst="rect">
              <a:avLst/>
            </a:prstGeom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p3d prstMaterial="matte">
              <a:bevelT w="127000" h="63500"/>
            </a:sp3d>
          </p:spPr>
        </p:pic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2444" y="3284980"/>
            <a:ext cx="5857227" cy="3024419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7" y="3996803"/>
            <a:ext cx="3068926" cy="2297839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/>
        </p:nvSpPr>
        <p:spPr>
          <a:xfrm>
            <a:off x="6385972" y="5293737"/>
            <a:ext cx="2592360" cy="523220"/>
          </a:xfrm>
          <a:prstGeom prst="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GB" sz="14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Maximize the return on contracts</a:t>
            </a:r>
          </a:p>
        </p:txBody>
      </p:sp>
    </p:spTree>
    <p:extLst>
      <p:ext uri="{BB962C8B-B14F-4D97-AF65-F5344CB8AC3E}">
        <p14:creationId xmlns:p14="http://schemas.microsoft.com/office/powerpoint/2010/main" val="1336964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 smtClean="0"/>
              <a:t>Governance Team Collaboration (Provider &amp; Client)</a:t>
            </a:r>
            <a:endParaRPr lang="en-GB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410" y="1052670"/>
            <a:ext cx="5549498" cy="524487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  <p:sp>
        <p:nvSpPr>
          <p:cNvPr id="7" name="TextBox 6"/>
          <p:cNvSpPr txBox="1"/>
          <p:nvPr/>
        </p:nvSpPr>
        <p:spPr>
          <a:xfrm>
            <a:off x="6012200" y="1700760"/>
            <a:ext cx="2754707" cy="1169551"/>
          </a:xfrm>
          <a:prstGeom prst="rect">
            <a:avLst/>
          </a:prstGeom>
          <a:ln/>
          <a:scene3d>
            <a:camera prst="perspectiveContrastingLeftFacing"/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nl-NL"/>
            </a:defPPr>
            <a:lvl1pPr algn="ctr">
              <a:defRPr sz="2000" i="1">
                <a:solidFill>
                  <a:srgbClr val="1F3EA1"/>
                </a:solidFill>
                <a:latin typeface="+mn-lt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cs typeface="+mn-cs"/>
              </a:defRPr>
            </a:lvl9pPr>
          </a:lstStyle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Evaluetor helps you to install a </a:t>
            </a:r>
            <a:r>
              <a:rPr lang="en-GB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client driven continuous improvement process with your supplier community. </a:t>
            </a:r>
          </a:p>
        </p:txBody>
      </p:sp>
      <p:sp>
        <p:nvSpPr>
          <p:cNvPr id="6" name="Rectangle 5"/>
          <p:cNvSpPr/>
          <p:nvPr/>
        </p:nvSpPr>
        <p:spPr>
          <a:xfrm>
            <a:off x="6012200" y="4077090"/>
            <a:ext cx="2754707" cy="1169551"/>
          </a:xfrm>
          <a:prstGeom prst="rect">
            <a:avLst/>
          </a:prstGeom>
          <a:ln/>
          <a:scene3d>
            <a:camera prst="perspectiveContrastingLeftFacing"/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GB" sz="14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Bringing</a:t>
            </a:r>
            <a:r>
              <a:rPr lang="en-US" sz="14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insight and visibility on the quality of provided services versus your business needs…….. and the perception thereof. </a:t>
            </a:r>
          </a:p>
        </p:txBody>
      </p:sp>
    </p:spTree>
    <p:extLst>
      <p:ext uri="{BB962C8B-B14F-4D97-AF65-F5344CB8AC3E}">
        <p14:creationId xmlns:p14="http://schemas.microsoft.com/office/powerpoint/2010/main" val="3589268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Informatcis Presentation">
  <a:themeElements>
    <a:clrScheme name="Informatcis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Informatcis Presentation">
      <a:majorFont>
        <a:latin typeface="Verdana"/>
        <a:ea typeface=""/>
        <a:cs typeface="Arial"/>
      </a:majorFont>
      <a:minorFont>
        <a:latin typeface="Verdan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cap="flat" cmpd="sng" algn="ctr">
          <a:solidFill>
            <a:schemeClr val="accent5">
              <a:lumMod val="7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100" b="0" i="0" u="none" strike="noStrike" cap="none" normalizeH="0" baseline="0" dirty="0" smtClean="0">
            <a:ln>
              <a:noFill/>
            </a:ln>
            <a:solidFill>
              <a:schemeClr val="tx2"/>
            </a:solidFill>
            <a:effectLst/>
            <a:latin typeface="Verdana" pitchFamily="34" charset="0"/>
            <a:cs typeface="Arial" charset="0"/>
          </a:defRPr>
        </a:defPPr>
      </a:lstStyle>
    </a:spDef>
    <a:lnDef>
      <a:spPr bwMode="auto">
        <a:noFill/>
        <a:ln w="9525" cap="flat" cmpd="sng" algn="ctr">
          <a:solidFill>
            <a:schemeClr val="accent2">
              <a:lumMod val="75000"/>
            </a:schemeClr>
          </a:solidFill>
          <a:prstDash val="solid"/>
          <a:round/>
          <a:headEnd type="none" w="med" len="med"/>
          <a:tailEnd type="none"/>
        </a:ln>
        <a:effectLst/>
      </a:spPr>
      <a:bodyPr/>
      <a:lstStyle/>
    </a:lnDef>
  </a:objectDefaults>
  <a:extraClrSchemeLst>
    <a:extraClrScheme>
      <a:clrScheme name="Informatcis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formatcis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formatcis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formatcis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formatcis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formatcis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formatcis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formatcis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formatcis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formatcis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formatcis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formatcis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BB5A19F0E2D54BAAE624229BBC257D" ma:contentTypeVersion="6" ma:contentTypeDescription="Create a new document." ma:contentTypeScope="" ma:versionID="536c0712620256d4e074011159e7ab68">
  <xsd:schema xmlns:xsd="http://www.w3.org/2001/XMLSchema" xmlns:xs="http://www.w3.org/2001/XMLSchema" xmlns:p="http://schemas.microsoft.com/office/2006/metadata/properties" xmlns:ns2="http://schemas.microsoft.com/sharepoint/v3/fields" xmlns:ns3="571db7d5-d68e-4462-b2ba-832951d90f7c" targetNamespace="http://schemas.microsoft.com/office/2006/metadata/properties" ma:root="true" ma:fieldsID="fb219a9c5dbdfa73f54e55e30f1624cf" ns2:_="" ns3:_="">
    <xsd:import namespace="http://schemas.microsoft.com/sharepoint/v3/fields"/>
    <xsd:import namespace="571db7d5-d68e-4462-b2ba-832951d90f7c"/>
    <xsd:element name="properties">
      <xsd:complexType>
        <xsd:sequence>
          <xsd:element name="documentManagement">
            <xsd:complexType>
              <xsd:all>
                <xsd:element ref="ns2:_Version" minOccurs="0"/>
                <xsd:element ref="ns3:Document_x0020_Type" minOccurs="0"/>
                <xsd:element ref="ns3:Received" minOccurs="0"/>
                <xsd:element ref="ns3:Sent_x002f_Publishe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Version" ma:index="1" nillable="true" ma:displayName="Version" ma:internalName="_Vers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1db7d5-d68e-4462-b2ba-832951d90f7c" elementFormDefault="qualified">
    <xsd:import namespace="http://schemas.microsoft.com/office/2006/documentManagement/types"/>
    <xsd:import namespace="http://schemas.microsoft.com/office/infopath/2007/PartnerControls"/>
    <xsd:element name="Document_x0020_Type" ma:index="2" nillable="true" ma:displayName="Document Type" ma:format="Dropdown" ma:indexed="true" ma:internalName="Document_x0020_Type">
      <xsd:simpleType>
        <xsd:restriction base="dms:Choice">
          <xsd:enumeration value="Contract"/>
          <xsd:enumeration value="General info"/>
          <xsd:enumeration value="Meeting"/>
          <xsd:enumeration value="Proposal"/>
        </xsd:restriction>
      </xsd:simpleType>
    </xsd:element>
    <xsd:element name="Received" ma:index="3" nillable="true" ma:displayName="Received" ma:description="Date of receipt" ma:format="DateOnly" ma:internalName="Received">
      <xsd:simpleType>
        <xsd:restriction base="dms:DateTime"/>
      </xsd:simpleType>
    </xsd:element>
    <xsd:element name="Sent_x002f_Published" ma:index="4" nillable="true" ma:displayName="Sent/Published" ma:description="Date this document is send or published outside the organisation" ma:format="DateOnly" ma:internalName="Sent_x002f_Published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8" ma:displayName="Content Type"/>
        <xsd:element ref="dc:title" minOccurs="0" maxOccurs="1" ma:index="5" ma:displayName="Title"/>
        <xsd:element ref="dc:subject" minOccurs="0" maxOccurs="1"/>
        <xsd:element ref="dc:description" minOccurs="0" maxOccurs="1" ma:index="12" ma:displayName="Comments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Sent_x002f_Published xmlns="571db7d5-d68e-4462-b2ba-832951d90f7c">2014-07-21T22:00:00+00:00</Sent_x002f_Published>
    <Received xmlns="571db7d5-d68e-4462-b2ba-832951d90f7c" xsi:nil="true"/>
    <Document_x0020_Type xmlns="571db7d5-d68e-4462-b2ba-832951d90f7c">General info</Document_x0020_Type>
  </documentManagement>
</p:properties>
</file>

<file path=customXml/itemProps1.xml><?xml version="1.0" encoding="utf-8"?>
<ds:datastoreItem xmlns:ds="http://schemas.openxmlformats.org/officeDocument/2006/customXml" ds:itemID="{714E5E0A-E8B6-449F-B800-4EAD35687128}"/>
</file>

<file path=customXml/itemProps2.xml><?xml version="1.0" encoding="utf-8"?>
<ds:datastoreItem xmlns:ds="http://schemas.openxmlformats.org/officeDocument/2006/customXml" ds:itemID="{C101314A-75EF-4183-B801-61AADB84E50D}"/>
</file>

<file path=customXml/itemProps3.xml><?xml version="1.0" encoding="utf-8"?>
<ds:datastoreItem xmlns:ds="http://schemas.openxmlformats.org/officeDocument/2006/customXml" ds:itemID="{189B26DA-08F8-4D5C-9BB4-37B8925991BD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23941</TotalTime>
  <Words>368</Words>
  <Application>Microsoft Office PowerPoint</Application>
  <PresentationFormat>On-screen Show (4:3)</PresentationFormat>
  <Paragraphs>161</Paragraphs>
  <Slides>12</Slides>
  <Notes>3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Verdana</vt:lpstr>
      <vt:lpstr>Informatcis Presentation</vt:lpstr>
      <vt:lpstr>Service Excellence using Evaluetor©  </vt:lpstr>
      <vt:lpstr>PowerPoint Presentation</vt:lpstr>
      <vt:lpstr>Added value of Evaluetor Service Excellence</vt:lpstr>
      <vt:lpstr>Why does it work?</vt:lpstr>
      <vt:lpstr>How does Evaluetor work?</vt:lpstr>
      <vt:lpstr>Evaluetor Executive Monitor</vt:lpstr>
      <vt:lpstr>PowerPoint Presentation</vt:lpstr>
      <vt:lpstr>Pilot Effort Estimates and Pricing</vt:lpstr>
      <vt:lpstr>Contact</vt:lpstr>
      <vt:lpstr>PowerPoint Presentation</vt:lpstr>
      <vt:lpstr>Contract Managers Dashboards</vt:lpstr>
      <vt:lpstr>Governance Team Collaboration (Provider &amp; Client)</vt:lpstr>
    </vt:vector>
  </TitlesOfParts>
  <Manager>Steven visser</Manager>
  <Company>Senority BV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Case presentation ATOS</dc:title>
  <dc:subject>Evaleutor</dc:subject>
  <dc:creator>Rolf van Straaten/Steven Visser</dc:creator>
  <dc:description>Draft presentation for the purpose of internal ATOS pitch to Johan van Camepen</dc:description>
  <cp:lastModifiedBy>Steven Visser</cp:lastModifiedBy>
  <cp:revision>1064</cp:revision>
  <cp:lastPrinted>2014-07-16T09:51:51Z</cp:lastPrinted>
  <dcterms:created xsi:type="dcterms:W3CDTF">2009-06-02T08:52:51Z</dcterms:created>
  <dcterms:modified xsi:type="dcterms:W3CDTF">2014-08-25T10:18:45Z</dcterms:modified>
  <cp:contentStatus>Approved for client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0x010100ECBB5A19F0E2D54BAAE624229BBC257D</vt:lpwstr>
  </property>
  <property fmtid="{D5CDD505-2E9C-101B-9397-08002B2CF9AE}" pid="3" name="AddDocumentEventProcessedId">
    <vt:lpwstr>07c884e2-237a-4e02-81a0-3a4c61b08c4a</vt:lpwstr>
  </property>
  <property fmtid="{D5CDD505-2E9C-101B-9397-08002B2CF9AE}" pid="4" name="AutoVersionDisabled">
    <vt:lpwstr>0</vt:lpwstr>
  </property>
  <property fmtid="{D5CDD505-2E9C-101B-9397-08002B2CF9AE}" pid="5" name="ItemType">
    <vt:lpwstr>1</vt:lpwstr>
  </property>
  <property fmtid="{D5CDD505-2E9C-101B-9397-08002B2CF9AE}" pid="6" name="Order">
    <vt:lpwstr/>
  </property>
  <property fmtid="{D5CDD505-2E9C-101B-9397-08002B2CF9AE}" pid="7" name="MetaInfo">
    <vt:lpwstr/>
  </property>
  <property fmtid="{D5CDD505-2E9C-101B-9397-08002B2CF9AE}" pid="8" name="Description">
    <vt:lpwstr/>
  </property>
</Properties>
</file>