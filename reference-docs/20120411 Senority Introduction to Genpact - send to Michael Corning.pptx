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f" ContentType="image/tiff"/>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408" r:id="rId5"/>
    <p:sldId id="429" r:id="rId6"/>
    <p:sldId id="451" r:id="rId7"/>
    <p:sldId id="468" r:id="rId8"/>
    <p:sldId id="456" r:id="rId9"/>
    <p:sldId id="472" r:id="rId10"/>
    <p:sldId id="474" r:id="rId11"/>
    <p:sldId id="449" r:id="rId12"/>
    <p:sldId id="441" r:id="rId13"/>
    <p:sldId id="411" r:id="rId14"/>
    <p:sldId id="457" r:id="rId15"/>
    <p:sldId id="473" r:id="rId16"/>
    <p:sldId id="444" r:id="rId17"/>
    <p:sldId id="460" r:id="rId18"/>
    <p:sldId id="463" r:id="rId19"/>
    <p:sldId id="471" r:id="rId20"/>
  </p:sldIdLst>
  <p:sldSz cx="9144000" cy="6858000" type="screen4x3"/>
  <p:notesSz cx="9939338" cy="6807200"/>
  <p:defaultTextStyle>
    <a:defPPr>
      <a:defRPr lang="nl-NL"/>
    </a:defPPr>
    <a:lvl1pPr algn="l" rtl="0" fontAlgn="base">
      <a:spcBef>
        <a:spcPct val="0"/>
      </a:spcBef>
      <a:spcAft>
        <a:spcPct val="0"/>
      </a:spcAft>
      <a:defRPr sz="3600" kern="1200">
        <a:solidFill>
          <a:schemeClr val="tx2"/>
        </a:solidFill>
        <a:latin typeface="Verdana" pitchFamily="34" charset="0"/>
        <a:ea typeface="+mn-ea"/>
        <a:cs typeface="Arial" charset="0"/>
      </a:defRPr>
    </a:lvl1pPr>
    <a:lvl2pPr marL="457200" algn="l" rtl="0" fontAlgn="base">
      <a:spcBef>
        <a:spcPct val="0"/>
      </a:spcBef>
      <a:spcAft>
        <a:spcPct val="0"/>
      </a:spcAft>
      <a:defRPr sz="3600" kern="1200">
        <a:solidFill>
          <a:schemeClr val="tx2"/>
        </a:solidFill>
        <a:latin typeface="Verdana" pitchFamily="34" charset="0"/>
        <a:ea typeface="+mn-ea"/>
        <a:cs typeface="Arial" charset="0"/>
      </a:defRPr>
    </a:lvl2pPr>
    <a:lvl3pPr marL="914400" algn="l" rtl="0" fontAlgn="base">
      <a:spcBef>
        <a:spcPct val="0"/>
      </a:spcBef>
      <a:spcAft>
        <a:spcPct val="0"/>
      </a:spcAft>
      <a:defRPr sz="3600" kern="1200">
        <a:solidFill>
          <a:schemeClr val="tx2"/>
        </a:solidFill>
        <a:latin typeface="Verdana" pitchFamily="34" charset="0"/>
        <a:ea typeface="+mn-ea"/>
        <a:cs typeface="Arial" charset="0"/>
      </a:defRPr>
    </a:lvl3pPr>
    <a:lvl4pPr marL="1371600" algn="l" rtl="0" fontAlgn="base">
      <a:spcBef>
        <a:spcPct val="0"/>
      </a:spcBef>
      <a:spcAft>
        <a:spcPct val="0"/>
      </a:spcAft>
      <a:defRPr sz="3600" kern="1200">
        <a:solidFill>
          <a:schemeClr val="tx2"/>
        </a:solidFill>
        <a:latin typeface="Verdana" pitchFamily="34" charset="0"/>
        <a:ea typeface="+mn-ea"/>
        <a:cs typeface="Arial" charset="0"/>
      </a:defRPr>
    </a:lvl4pPr>
    <a:lvl5pPr marL="1828800" algn="l" rtl="0" fontAlgn="base">
      <a:spcBef>
        <a:spcPct val="0"/>
      </a:spcBef>
      <a:spcAft>
        <a:spcPct val="0"/>
      </a:spcAft>
      <a:defRPr sz="3600" kern="1200">
        <a:solidFill>
          <a:schemeClr val="tx2"/>
        </a:solidFill>
        <a:latin typeface="Verdana" pitchFamily="34" charset="0"/>
        <a:ea typeface="+mn-ea"/>
        <a:cs typeface="Arial" charset="0"/>
      </a:defRPr>
    </a:lvl5pPr>
    <a:lvl6pPr marL="2286000" algn="l" defTabSz="914400" rtl="0" eaLnBrk="1" latinLnBrk="0" hangingPunct="1">
      <a:defRPr sz="3600" kern="1200">
        <a:solidFill>
          <a:schemeClr val="tx2"/>
        </a:solidFill>
        <a:latin typeface="Verdana" pitchFamily="34" charset="0"/>
        <a:ea typeface="+mn-ea"/>
        <a:cs typeface="Arial" charset="0"/>
      </a:defRPr>
    </a:lvl6pPr>
    <a:lvl7pPr marL="2743200" algn="l" defTabSz="914400" rtl="0" eaLnBrk="1" latinLnBrk="0" hangingPunct="1">
      <a:defRPr sz="3600" kern="1200">
        <a:solidFill>
          <a:schemeClr val="tx2"/>
        </a:solidFill>
        <a:latin typeface="Verdana" pitchFamily="34" charset="0"/>
        <a:ea typeface="+mn-ea"/>
        <a:cs typeface="Arial" charset="0"/>
      </a:defRPr>
    </a:lvl7pPr>
    <a:lvl8pPr marL="3200400" algn="l" defTabSz="914400" rtl="0" eaLnBrk="1" latinLnBrk="0" hangingPunct="1">
      <a:defRPr sz="3600" kern="1200">
        <a:solidFill>
          <a:schemeClr val="tx2"/>
        </a:solidFill>
        <a:latin typeface="Verdana" pitchFamily="34" charset="0"/>
        <a:ea typeface="+mn-ea"/>
        <a:cs typeface="Arial" charset="0"/>
      </a:defRPr>
    </a:lvl8pPr>
    <a:lvl9pPr marL="3657600" algn="l" defTabSz="914400" rtl="0" eaLnBrk="1" latinLnBrk="0" hangingPunct="1">
      <a:defRPr sz="3600" kern="1200">
        <a:solidFill>
          <a:schemeClr val="tx2"/>
        </a:solidFill>
        <a:latin typeface="Verdana" pitchFamily="34" charset="0"/>
        <a:ea typeface="+mn-ea"/>
        <a:cs typeface="Arial"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ob" initials="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33"/>
    <a:srgbClr val="99FF99"/>
    <a:srgbClr val="CCFF66"/>
    <a:srgbClr val="FF8000"/>
    <a:srgbClr val="E5C60B"/>
    <a:srgbClr val="1F3EA1"/>
    <a:srgbClr val="FFFFCC"/>
    <a:srgbClr val="FF7C80"/>
    <a:srgbClr val="DFE41A"/>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34" autoAdjust="0"/>
    <p:restoredTop sz="92998" autoAdjust="0"/>
  </p:normalViewPr>
  <p:slideViewPr>
    <p:cSldViewPr>
      <p:cViewPr>
        <p:scale>
          <a:sx n="70" d="100"/>
          <a:sy n="70" d="100"/>
        </p:scale>
        <p:origin x="-1452" y="-30"/>
      </p:cViewPr>
      <p:guideLst>
        <p:guide orient="horz" pos="73"/>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0"/>
    </p:cViewPr>
  </p:sorterViewPr>
  <p:notesViewPr>
    <p:cSldViewPr snapToGrid="0">
      <p:cViewPr varScale="1">
        <p:scale>
          <a:sx n="55" d="100"/>
          <a:sy n="55" d="100"/>
        </p:scale>
        <p:origin x="-1830" y="-78"/>
      </p:cViewPr>
      <p:guideLst>
        <p:guide orient="horz" pos="2144"/>
        <p:guide pos="3132"/>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image" Target="../media/image5.jpeg"/></Relationships>
</file>

<file path=ppt/diagrams/_rels/data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gif"/><Relationship Id="rId4" Type="http://schemas.openxmlformats.org/officeDocument/2006/relationships/image" Target="../media/image12.jpeg"/></Relationships>
</file>

<file path=ppt/diagrams/_rels/data5.xml.rels><?xml version="1.0" encoding="UTF-8" standalone="yes"?>
<Relationships xmlns="http://schemas.openxmlformats.org/package/2006/relationships"><Relationship Id="rId8" Type="http://schemas.openxmlformats.org/officeDocument/2006/relationships/image" Target="../media/image25.jpeg"/><Relationship Id="rId13" Type="http://schemas.openxmlformats.org/officeDocument/2006/relationships/image" Target="../media/image30.png"/><Relationship Id="rId3" Type="http://schemas.openxmlformats.org/officeDocument/2006/relationships/image" Target="../media/image20.jpeg"/><Relationship Id="rId7" Type="http://schemas.openxmlformats.org/officeDocument/2006/relationships/image" Target="../media/image24.jpeg"/><Relationship Id="rId12" Type="http://schemas.openxmlformats.org/officeDocument/2006/relationships/image" Target="../media/image29.jpeg"/><Relationship Id="rId2" Type="http://schemas.openxmlformats.org/officeDocument/2006/relationships/image" Target="../media/image19.jpeg"/><Relationship Id="rId1" Type="http://schemas.openxmlformats.org/officeDocument/2006/relationships/image" Target="../media/image18.png"/><Relationship Id="rId6" Type="http://schemas.openxmlformats.org/officeDocument/2006/relationships/image" Target="../media/image23.jpeg"/><Relationship Id="rId11" Type="http://schemas.openxmlformats.org/officeDocument/2006/relationships/image" Target="../media/image28.jpeg"/><Relationship Id="rId5" Type="http://schemas.openxmlformats.org/officeDocument/2006/relationships/image" Target="../media/image22.jpe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jpeg"/><Relationship Id="rId9" Type="http://schemas.openxmlformats.org/officeDocument/2006/relationships/image" Target="../media/image26.jpeg"/><Relationship Id="rId14" Type="http://schemas.openxmlformats.org/officeDocument/2006/relationships/image" Target="../media/image31.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image" Target="../media/image5.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gif"/><Relationship Id="rId4" Type="http://schemas.openxmlformats.org/officeDocument/2006/relationships/image" Target="../media/image12.jpeg"/></Relationships>
</file>

<file path=ppt/diagrams/_rels/drawing5.xml.rels><?xml version="1.0" encoding="UTF-8" standalone="yes"?>
<Relationships xmlns="http://schemas.openxmlformats.org/package/2006/relationships"><Relationship Id="rId8" Type="http://schemas.openxmlformats.org/officeDocument/2006/relationships/image" Target="../media/image25.jpeg"/><Relationship Id="rId13" Type="http://schemas.openxmlformats.org/officeDocument/2006/relationships/image" Target="../media/image30.png"/><Relationship Id="rId3" Type="http://schemas.openxmlformats.org/officeDocument/2006/relationships/image" Target="../media/image20.jpeg"/><Relationship Id="rId7" Type="http://schemas.openxmlformats.org/officeDocument/2006/relationships/image" Target="../media/image24.jpeg"/><Relationship Id="rId12" Type="http://schemas.openxmlformats.org/officeDocument/2006/relationships/image" Target="../media/image29.jpeg"/><Relationship Id="rId2" Type="http://schemas.openxmlformats.org/officeDocument/2006/relationships/image" Target="../media/image19.jpeg"/><Relationship Id="rId1" Type="http://schemas.openxmlformats.org/officeDocument/2006/relationships/image" Target="../media/image18.png"/><Relationship Id="rId6" Type="http://schemas.openxmlformats.org/officeDocument/2006/relationships/image" Target="../media/image23.jpeg"/><Relationship Id="rId11" Type="http://schemas.openxmlformats.org/officeDocument/2006/relationships/image" Target="../media/image28.jpeg"/><Relationship Id="rId5" Type="http://schemas.openxmlformats.org/officeDocument/2006/relationships/image" Target="../media/image22.jpe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jpeg"/><Relationship Id="rId9" Type="http://schemas.openxmlformats.org/officeDocument/2006/relationships/image" Target="../media/image26.jpeg"/><Relationship Id="rId14" Type="http://schemas.openxmlformats.org/officeDocument/2006/relationships/image" Target="../media/image31.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969572-6657-4449-BF3A-1159FA8CDAB4}" type="doc">
      <dgm:prSet loTypeId="urn:microsoft.com/office/officeart/2011/layout/HexagonRadial" loCatId="cycle" qsTypeId="urn:microsoft.com/office/officeart/2005/8/quickstyle/3d2" qsCatId="3D" csTypeId="urn:microsoft.com/office/officeart/2005/8/colors/accent1_3" csCatId="accent1" phldr="1"/>
      <dgm:spPr/>
      <dgm:t>
        <a:bodyPr/>
        <a:lstStyle/>
        <a:p>
          <a:endParaRPr lang="en-GB"/>
        </a:p>
      </dgm:t>
    </dgm:pt>
    <dgm:pt modelId="{AE5B9255-9EA2-4817-BFA4-6CF898F40ED1}">
      <dgm:prSet/>
      <dgm:spPr/>
      <dgm:t>
        <a:bodyPr/>
        <a:lstStyle/>
        <a:p>
          <a:r>
            <a:rPr lang="en-GB" dirty="0" smtClean="0">
              <a:solidFill>
                <a:schemeClr val="accent6">
                  <a:lumMod val="75000"/>
                </a:schemeClr>
              </a:solidFill>
            </a:rPr>
            <a:t>Senority </a:t>
          </a:r>
        </a:p>
      </dgm:t>
    </dgm:pt>
    <dgm:pt modelId="{52E41BFF-6790-41E1-8FBD-6DEC700C0990}" type="parTrans" cxnId="{32C6B455-C337-432F-966C-926AB4A6CF2E}">
      <dgm:prSet/>
      <dgm:spPr/>
      <dgm:t>
        <a:bodyPr/>
        <a:lstStyle/>
        <a:p>
          <a:endParaRPr lang="en-GB">
            <a:solidFill>
              <a:schemeClr val="accent6">
                <a:lumMod val="75000"/>
              </a:schemeClr>
            </a:solidFill>
          </a:endParaRPr>
        </a:p>
      </dgm:t>
    </dgm:pt>
    <dgm:pt modelId="{BCE60779-D338-4911-845D-B73CAD5C09AF}" type="sibTrans" cxnId="{32C6B455-C337-432F-966C-926AB4A6CF2E}">
      <dgm:prSet/>
      <dgm:spPr/>
      <dgm:t>
        <a:bodyPr/>
        <a:lstStyle/>
        <a:p>
          <a:endParaRPr lang="en-GB">
            <a:solidFill>
              <a:schemeClr val="accent6">
                <a:lumMod val="75000"/>
              </a:schemeClr>
            </a:solidFill>
          </a:endParaRPr>
        </a:p>
      </dgm:t>
    </dgm:pt>
    <dgm:pt modelId="{703728F8-A8A6-4E2D-9202-C562B5A17614}">
      <dgm:prSet/>
      <dgm:spPr/>
      <dgm:t>
        <a:bodyPr/>
        <a:lstStyle/>
        <a:p>
          <a:r>
            <a:rPr lang="en-GB" dirty="0" smtClean="0">
              <a:solidFill>
                <a:schemeClr val="accent6">
                  <a:lumMod val="75000"/>
                </a:schemeClr>
              </a:solidFill>
            </a:rPr>
            <a:t>GENPACT</a:t>
          </a:r>
          <a:endParaRPr lang="en-GB" dirty="0">
            <a:solidFill>
              <a:schemeClr val="accent6">
                <a:lumMod val="75000"/>
              </a:schemeClr>
            </a:solidFill>
          </a:endParaRPr>
        </a:p>
      </dgm:t>
    </dgm:pt>
    <dgm:pt modelId="{D5AA6A72-D6BA-4EAB-B5FE-5EFB7F9F0B67}" type="parTrans" cxnId="{829EFB43-7B71-4A4A-9A64-7E5DA0DD5AD5}">
      <dgm:prSet/>
      <dgm:spPr/>
      <dgm:t>
        <a:bodyPr/>
        <a:lstStyle/>
        <a:p>
          <a:endParaRPr lang="en-GB">
            <a:solidFill>
              <a:schemeClr val="accent6">
                <a:lumMod val="75000"/>
              </a:schemeClr>
            </a:solidFill>
          </a:endParaRPr>
        </a:p>
      </dgm:t>
    </dgm:pt>
    <dgm:pt modelId="{8CA58FC4-3438-4C5F-975A-2A63901212C6}" type="sibTrans" cxnId="{829EFB43-7B71-4A4A-9A64-7E5DA0DD5AD5}">
      <dgm:prSet/>
      <dgm:spPr/>
      <dgm:t>
        <a:bodyPr/>
        <a:lstStyle/>
        <a:p>
          <a:endParaRPr lang="en-GB">
            <a:solidFill>
              <a:schemeClr val="accent6">
                <a:lumMod val="75000"/>
              </a:schemeClr>
            </a:solidFill>
          </a:endParaRPr>
        </a:p>
      </dgm:t>
    </dgm:pt>
    <dgm:pt modelId="{2099AC68-F27E-4A4C-BCF6-824518DA5EAC}">
      <dgm:prSet/>
      <dgm:spPr/>
      <dgm:t>
        <a:bodyPr/>
        <a:lstStyle/>
        <a:p>
          <a:r>
            <a:rPr lang="en-GB" dirty="0" smtClean="0">
              <a:solidFill>
                <a:schemeClr val="accent6">
                  <a:lumMod val="75000"/>
                </a:schemeClr>
              </a:solidFill>
            </a:rPr>
            <a:t>introduction to </a:t>
          </a:r>
        </a:p>
      </dgm:t>
    </dgm:pt>
    <dgm:pt modelId="{3B7A020A-E287-4C75-BCD3-A475EC546463}" type="parTrans" cxnId="{776CD30E-5CBD-4B33-B7A9-E626821029A1}">
      <dgm:prSet/>
      <dgm:spPr/>
      <dgm:t>
        <a:bodyPr/>
        <a:lstStyle/>
        <a:p>
          <a:endParaRPr lang="en-GB">
            <a:solidFill>
              <a:schemeClr val="accent6">
                <a:lumMod val="75000"/>
              </a:schemeClr>
            </a:solidFill>
          </a:endParaRPr>
        </a:p>
      </dgm:t>
    </dgm:pt>
    <dgm:pt modelId="{B1F96835-A89D-462E-8BCB-F0FA74C2D08F}" type="sibTrans" cxnId="{776CD30E-5CBD-4B33-B7A9-E626821029A1}">
      <dgm:prSet/>
      <dgm:spPr/>
      <dgm:t>
        <a:bodyPr/>
        <a:lstStyle/>
        <a:p>
          <a:endParaRPr lang="en-GB">
            <a:solidFill>
              <a:schemeClr val="accent6">
                <a:lumMod val="75000"/>
              </a:schemeClr>
            </a:solidFill>
          </a:endParaRPr>
        </a:p>
      </dgm:t>
    </dgm:pt>
    <dgm:pt modelId="{6B3A5D34-5609-4330-9FFD-6A7D4DD318E1}" type="pres">
      <dgm:prSet presAssocID="{C3969572-6657-4449-BF3A-1159FA8CDAB4}" presName="Name0" presStyleCnt="0">
        <dgm:presLayoutVars>
          <dgm:chMax val="1"/>
          <dgm:chPref val="1"/>
          <dgm:dir/>
          <dgm:animOne val="branch"/>
          <dgm:animLvl val="lvl"/>
        </dgm:presLayoutVars>
      </dgm:prSet>
      <dgm:spPr/>
      <dgm:t>
        <a:bodyPr/>
        <a:lstStyle/>
        <a:p>
          <a:endParaRPr lang="nl-NL"/>
        </a:p>
      </dgm:t>
    </dgm:pt>
    <dgm:pt modelId="{20EA9AFE-CAF2-41C4-BD1E-4933BE830EB1}" type="pres">
      <dgm:prSet presAssocID="{2099AC68-F27E-4A4C-BCF6-824518DA5EAC}" presName="Parent" presStyleLbl="node0" presStyleIdx="0" presStyleCnt="1">
        <dgm:presLayoutVars>
          <dgm:chMax val="6"/>
          <dgm:chPref val="6"/>
        </dgm:presLayoutVars>
      </dgm:prSet>
      <dgm:spPr/>
      <dgm:t>
        <a:bodyPr/>
        <a:lstStyle/>
        <a:p>
          <a:endParaRPr lang="en-GB"/>
        </a:p>
      </dgm:t>
    </dgm:pt>
    <dgm:pt modelId="{915D55C0-C7DD-4327-90D2-46FD7824F3EA}" type="pres">
      <dgm:prSet presAssocID="{AE5B9255-9EA2-4817-BFA4-6CF898F40ED1}" presName="Accent1" presStyleCnt="0"/>
      <dgm:spPr/>
    </dgm:pt>
    <dgm:pt modelId="{9884D4B5-71B1-49E6-BB3A-C449BD786D8A}" type="pres">
      <dgm:prSet presAssocID="{AE5B9255-9EA2-4817-BFA4-6CF898F40ED1}" presName="Accent" presStyleLbl="bgShp" presStyleIdx="0" presStyleCnt="2"/>
      <dgm:spPr/>
    </dgm:pt>
    <dgm:pt modelId="{A4137A6F-8FC6-43CC-AA33-62A84E77A874}" type="pres">
      <dgm:prSet presAssocID="{AE5B9255-9EA2-4817-BFA4-6CF898F40ED1}" presName="Child1" presStyleLbl="node1" presStyleIdx="0" presStyleCnt="2">
        <dgm:presLayoutVars>
          <dgm:chMax val="0"/>
          <dgm:chPref val="0"/>
          <dgm:bulletEnabled val="1"/>
        </dgm:presLayoutVars>
      </dgm:prSet>
      <dgm:spPr/>
      <dgm:t>
        <a:bodyPr/>
        <a:lstStyle/>
        <a:p>
          <a:endParaRPr lang="nl-NL"/>
        </a:p>
      </dgm:t>
    </dgm:pt>
    <dgm:pt modelId="{60496BDA-7CEA-4B14-B9BA-1840AFD357FB}" type="pres">
      <dgm:prSet presAssocID="{703728F8-A8A6-4E2D-9202-C562B5A17614}" presName="Accent2" presStyleCnt="0"/>
      <dgm:spPr/>
    </dgm:pt>
    <dgm:pt modelId="{32F8290A-B341-4BAF-83F4-FE95927C07FC}" type="pres">
      <dgm:prSet presAssocID="{703728F8-A8A6-4E2D-9202-C562B5A17614}" presName="Accent" presStyleLbl="bgShp" presStyleIdx="1" presStyleCnt="2"/>
      <dgm:spPr/>
    </dgm:pt>
    <dgm:pt modelId="{B9F40B39-39E6-473F-8F94-7335FEBD2915}" type="pres">
      <dgm:prSet presAssocID="{703728F8-A8A6-4E2D-9202-C562B5A17614}" presName="Child2" presStyleLbl="node1" presStyleIdx="1" presStyleCnt="2">
        <dgm:presLayoutVars>
          <dgm:chMax val="0"/>
          <dgm:chPref val="0"/>
          <dgm:bulletEnabled val="1"/>
        </dgm:presLayoutVars>
      </dgm:prSet>
      <dgm:spPr/>
      <dgm:t>
        <a:bodyPr/>
        <a:lstStyle/>
        <a:p>
          <a:endParaRPr lang="nl-NL"/>
        </a:p>
      </dgm:t>
    </dgm:pt>
  </dgm:ptLst>
  <dgm:cxnLst>
    <dgm:cxn modelId="{37C39B31-2C8D-404D-A524-BA5C7D7DFA15}" type="presOf" srcId="{2099AC68-F27E-4A4C-BCF6-824518DA5EAC}" destId="{20EA9AFE-CAF2-41C4-BD1E-4933BE830EB1}" srcOrd="0" destOrd="0" presId="urn:microsoft.com/office/officeart/2011/layout/HexagonRadial"/>
    <dgm:cxn modelId="{6FFC20E0-091B-4562-BA3E-9ABBC8143DD2}" type="presOf" srcId="{703728F8-A8A6-4E2D-9202-C562B5A17614}" destId="{B9F40B39-39E6-473F-8F94-7335FEBD2915}" srcOrd="0" destOrd="0" presId="urn:microsoft.com/office/officeart/2011/layout/HexagonRadial"/>
    <dgm:cxn modelId="{A932C7DF-4995-480A-AACA-7D7EE3B05EB9}" type="presOf" srcId="{AE5B9255-9EA2-4817-BFA4-6CF898F40ED1}" destId="{A4137A6F-8FC6-43CC-AA33-62A84E77A874}" srcOrd="0" destOrd="0" presId="urn:microsoft.com/office/officeart/2011/layout/HexagonRadial"/>
    <dgm:cxn modelId="{32C6B455-C337-432F-966C-926AB4A6CF2E}" srcId="{2099AC68-F27E-4A4C-BCF6-824518DA5EAC}" destId="{AE5B9255-9EA2-4817-BFA4-6CF898F40ED1}" srcOrd="0" destOrd="0" parTransId="{52E41BFF-6790-41E1-8FBD-6DEC700C0990}" sibTransId="{BCE60779-D338-4911-845D-B73CAD5C09AF}"/>
    <dgm:cxn modelId="{776CD30E-5CBD-4B33-B7A9-E626821029A1}" srcId="{C3969572-6657-4449-BF3A-1159FA8CDAB4}" destId="{2099AC68-F27E-4A4C-BCF6-824518DA5EAC}" srcOrd="0" destOrd="0" parTransId="{3B7A020A-E287-4C75-BCD3-A475EC546463}" sibTransId="{B1F96835-A89D-462E-8BCB-F0FA74C2D08F}"/>
    <dgm:cxn modelId="{789E7B1A-7224-43EF-82B3-807E2EAA0DCE}" type="presOf" srcId="{C3969572-6657-4449-BF3A-1159FA8CDAB4}" destId="{6B3A5D34-5609-4330-9FFD-6A7D4DD318E1}" srcOrd="0" destOrd="0" presId="urn:microsoft.com/office/officeart/2011/layout/HexagonRadial"/>
    <dgm:cxn modelId="{829EFB43-7B71-4A4A-9A64-7E5DA0DD5AD5}" srcId="{2099AC68-F27E-4A4C-BCF6-824518DA5EAC}" destId="{703728F8-A8A6-4E2D-9202-C562B5A17614}" srcOrd="1" destOrd="0" parTransId="{D5AA6A72-D6BA-4EAB-B5FE-5EFB7F9F0B67}" sibTransId="{8CA58FC4-3438-4C5F-975A-2A63901212C6}"/>
    <dgm:cxn modelId="{4652731E-F7D7-4FBA-876A-96F78DBDD7D5}" type="presParOf" srcId="{6B3A5D34-5609-4330-9FFD-6A7D4DD318E1}" destId="{20EA9AFE-CAF2-41C4-BD1E-4933BE830EB1}" srcOrd="0" destOrd="0" presId="urn:microsoft.com/office/officeart/2011/layout/HexagonRadial"/>
    <dgm:cxn modelId="{4B276052-3551-4854-B277-D680A8F440DF}" type="presParOf" srcId="{6B3A5D34-5609-4330-9FFD-6A7D4DD318E1}" destId="{915D55C0-C7DD-4327-90D2-46FD7824F3EA}" srcOrd="1" destOrd="0" presId="urn:microsoft.com/office/officeart/2011/layout/HexagonRadial"/>
    <dgm:cxn modelId="{5F31D3D9-76C1-41AF-B21F-44B674883AA2}" type="presParOf" srcId="{915D55C0-C7DD-4327-90D2-46FD7824F3EA}" destId="{9884D4B5-71B1-49E6-BB3A-C449BD786D8A}" srcOrd="0" destOrd="0" presId="urn:microsoft.com/office/officeart/2011/layout/HexagonRadial"/>
    <dgm:cxn modelId="{823F188C-D325-4DBB-A6DC-3325301ADA32}" type="presParOf" srcId="{6B3A5D34-5609-4330-9FFD-6A7D4DD318E1}" destId="{A4137A6F-8FC6-43CC-AA33-62A84E77A874}" srcOrd="2" destOrd="0" presId="urn:microsoft.com/office/officeart/2011/layout/HexagonRadial"/>
    <dgm:cxn modelId="{24227EE3-0E2B-4753-9FBB-0F26B36FBF18}" type="presParOf" srcId="{6B3A5D34-5609-4330-9FFD-6A7D4DD318E1}" destId="{60496BDA-7CEA-4B14-B9BA-1840AFD357FB}" srcOrd="3" destOrd="0" presId="urn:microsoft.com/office/officeart/2011/layout/HexagonRadial"/>
    <dgm:cxn modelId="{EE17F19C-A224-4B67-98B9-6A379731DBAE}" type="presParOf" srcId="{60496BDA-7CEA-4B14-B9BA-1840AFD357FB}" destId="{32F8290A-B341-4BAF-83F4-FE95927C07FC}" srcOrd="0" destOrd="0" presId="urn:microsoft.com/office/officeart/2011/layout/HexagonRadial"/>
    <dgm:cxn modelId="{AC7A32DC-3151-4825-99DB-BBE27EE14EE9}" type="presParOf" srcId="{6B3A5D34-5609-4330-9FFD-6A7D4DD318E1}" destId="{B9F40B39-39E6-473F-8F94-7335FEBD2915}" srcOrd="4"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9435A7-0475-488A-8C6D-901DE3BE7119}" type="doc">
      <dgm:prSet loTypeId="urn:microsoft.com/office/officeart/2005/8/layout/hList7#2" loCatId="list" qsTypeId="urn:microsoft.com/office/officeart/2005/8/quickstyle/simple3" qsCatId="simple" csTypeId="urn:microsoft.com/office/officeart/2005/8/colors/accent6_3" csCatId="accent6" phldr="1"/>
      <dgm:spPr/>
      <dgm:t>
        <a:bodyPr/>
        <a:lstStyle/>
        <a:p>
          <a:endParaRPr lang="en-GB"/>
        </a:p>
      </dgm:t>
    </dgm:pt>
    <dgm:pt modelId="{B1DB67C7-C5D7-49DB-A09F-AF5F02DF6C65}">
      <dgm:prSet/>
      <dgm:spPr/>
      <dgm:t>
        <a:bodyPr/>
        <a:lstStyle/>
        <a:p>
          <a:pPr rtl="0"/>
          <a:r>
            <a:rPr lang="en-GB" sz="1200" i="1" dirty="0" smtClean="0"/>
            <a:t>Evaluetor</a:t>
          </a:r>
          <a:r>
            <a:rPr lang="en-GB" sz="1200" i="1" baseline="30000" dirty="0" smtClean="0"/>
            <a:t>tm</a:t>
          </a:r>
          <a:r>
            <a:rPr lang="en-GB" sz="1200" dirty="0" smtClean="0"/>
            <a:t>  </a:t>
          </a:r>
          <a:endParaRPr lang="nl-NL" sz="1200" dirty="0"/>
        </a:p>
      </dgm:t>
    </dgm:pt>
    <dgm:pt modelId="{62FB363C-6BDD-4B5D-969C-677457BA703B}" type="parTrans" cxnId="{650ABB87-B8DF-4A37-AE45-E73B1B464029}">
      <dgm:prSet/>
      <dgm:spPr/>
      <dgm:t>
        <a:bodyPr/>
        <a:lstStyle/>
        <a:p>
          <a:endParaRPr lang="en-GB"/>
        </a:p>
      </dgm:t>
    </dgm:pt>
    <dgm:pt modelId="{738ABC46-55AF-4C4B-A0F4-B08D19808FB6}" type="sibTrans" cxnId="{650ABB87-B8DF-4A37-AE45-E73B1B464029}">
      <dgm:prSet/>
      <dgm:spPr/>
      <dgm:t>
        <a:bodyPr/>
        <a:lstStyle/>
        <a:p>
          <a:endParaRPr lang="en-GB"/>
        </a:p>
      </dgm:t>
    </dgm:pt>
    <dgm:pt modelId="{0393C25F-5ACF-4490-80CB-12D35BC26901}">
      <dgm:prSet custT="1"/>
      <dgm:spPr/>
      <dgm:t>
        <a:bodyPr/>
        <a:lstStyle/>
        <a:p>
          <a:pPr rtl="0"/>
          <a:r>
            <a:rPr lang="en-GB" sz="1000" dirty="0" smtClean="0"/>
            <a:t>Software solution, the secret sauce</a:t>
          </a:r>
          <a:endParaRPr lang="nl-NL" sz="1000" dirty="0"/>
        </a:p>
      </dgm:t>
    </dgm:pt>
    <dgm:pt modelId="{6A2999B6-5A8C-4A31-AF58-446C4722EB15}" type="parTrans" cxnId="{A757CC64-85DB-46A6-8199-1582CA2E7636}">
      <dgm:prSet/>
      <dgm:spPr/>
      <dgm:t>
        <a:bodyPr/>
        <a:lstStyle/>
        <a:p>
          <a:endParaRPr lang="en-GB"/>
        </a:p>
      </dgm:t>
    </dgm:pt>
    <dgm:pt modelId="{87F51CBF-4610-4F88-9563-261A47A786EF}" type="sibTrans" cxnId="{A757CC64-85DB-46A6-8199-1582CA2E7636}">
      <dgm:prSet/>
      <dgm:spPr/>
      <dgm:t>
        <a:bodyPr/>
        <a:lstStyle/>
        <a:p>
          <a:endParaRPr lang="en-GB"/>
        </a:p>
      </dgm:t>
    </dgm:pt>
    <dgm:pt modelId="{3D77AFC0-CE94-4DB8-9F44-C12300454657}">
      <dgm:prSet custT="1"/>
      <dgm:spPr/>
      <dgm:t>
        <a:bodyPr/>
        <a:lstStyle/>
        <a:p>
          <a:pPr rtl="0"/>
          <a:r>
            <a:rPr lang="en-GB" sz="1000" dirty="0" smtClean="0"/>
            <a:t>Secure processes in a workbench enabling integrated management</a:t>
          </a:r>
          <a:endParaRPr lang="nl-NL" sz="1000" dirty="0"/>
        </a:p>
      </dgm:t>
    </dgm:pt>
    <dgm:pt modelId="{AB0BEE21-BE8D-4899-A59D-97FD47F3FE4D}" type="parTrans" cxnId="{C57C0951-976E-4950-8F30-1376D100AA6C}">
      <dgm:prSet/>
      <dgm:spPr/>
      <dgm:t>
        <a:bodyPr/>
        <a:lstStyle/>
        <a:p>
          <a:endParaRPr lang="en-GB"/>
        </a:p>
      </dgm:t>
    </dgm:pt>
    <dgm:pt modelId="{812F865E-77AE-4E8F-AF7F-0D1C7C26918B}" type="sibTrans" cxnId="{C57C0951-976E-4950-8F30-1376D100AA6C}">
      <dgm:prSet/>
      <dgm:spPr/>
      <dgm:t>
        <a:bodyPr/>
        <a:lstStyle/>
        <a:p>
          <a:endParaRPr lang="en-GB"/>
        </a:p>
      </dgm:t>
    </dgm:pt>
    <dgm:pt modelId="{D0C0925A-97E2-4072-BC61-C78498E28121}">
      <dgm:prSet/>
      <dgm:spPr/>
      <dgm:t>
        <a:bodyPr/>
        <a:lstStyle/>
        <a:p>
          <a:pPr rtl="0"/>
          <a:r>
            <a:rPr lang="en-GB" sz="1200" smtClean="0"/>
            <a:t>Process templates</a:t>
          </a:r>
          <a:endParaRPr lang="nl-NL" sz="1200"/>
        </a:p>
      </dgm:t>
    </dgm:pt>
    <dgm:pt modelId="{8F7F501C-A0BE-4781-885D-50BAB057B17A}" type="parTrans" cxnId="{8F5F972B-C63B-46C5-BA2E-378F595F18C6}">
      <dgm:prSet/>
      <dgm:spPr/>
      <dgm:t>
        <a:bodyPr/>
        <a:lstStyle/>
        <a:p>
          <a:endParaRPr lang="en-GB"/>
        </a:p>
      </dgm:t>
    </dgm:pt>
    <dgm:pt modelId="{09ED19DB-9F11-43D4-9313-92C025B99D50}" type="sibTrans" cxnId="{8F5F972B-C63B-46C5-BA2E-378F595F18C6}">
      <dgm:prSet/>
      <dgm:spPr/>
      <dgm:t>
        <a:bodyPr/>
        <a:lstStyle/>
        <a:p>
          <a:endParaRPr lang="en-GB"/>
        </a:p>
      </dgm:t>
    </dgm:pt>
    <dgm:pt modelId="{1D2075A1-BC1D-4E85-8878-D420CC891F2B}">
      <dgm:prSet custT="1"/>
      <dgm:spPr/>
      <dgm:t>
        <a:bodyPr/>
        <a:lstStyle/>
        <a:p>
          <a:pPr rtl="0"/>
          <a:r>
            <a:rPr lang="en-GB" sz="1000" dirty="0" smtClean="0"/>
            <a:t>We can Lead or Follow, your choice</a:t>
          </a:r>
          <a:endParaRPr lang="nl-NL" sz="1000" dirty="0"/>
        </a:p>
      </dgm:t>
    </dgm:pt>
    <dgm:pt modelId="{D0AA74FC-3433-46F8-954E-84C177828127}" type="parTrans" cxnId="{D663C07C-4AB8-417D-A7C4-E5A4F4B72EE8}">
      <dgm:prSet/>
      <dgm:spPr/>
      <dgm:t>
        <a:bodyPr/>
        <a:lstStyle/>
        <a:p>
          <a:endParaRPr lang="en-GB"/>
        </a:p>
      </dgm:t>
    </dgm:pt>
    <dgm:pt modelId="{C4DEA199-16A3-4320-AA20-657E47048A6F}" type="sibTrans" cxnId="{D663C07C-4AB8-417D-A7C4-E5A4F4B72EE8}">
      <dgm:prSet/>
      <dgm:spPr/>
      <dgm:t>
        <a:bodyPr/>
        <a:lstStyle/>
        <a:p>
          <a:endParaRPr lang="en-GB"/>
        </a:p>
      </dgm:t>
    </dgm:pt>
    <dgm:pt modelId="{1FBC67A1-4496-4C0A-A7C6-4AB48035F287}">
      <dgm:prSet custT="1"/>
      <dgm:spPr/>
      <dgm:t>
        <a:bodyPr/>
        <a:lstStyle/>
        <a:p>
          <a:pPr rtl="0"/>
          <a:r>
            <a:rPr lang="en-GB" sz="1000" dirty="0" smtClean="0"/>
            <a:t>Using experience driven proven processes</a:t>
          </a:r>
          <a:endParaRPr lang="nl-NL" sz="1000" dirty="0"/>
        </a:p>
      </dgm:t>
    </dgm:pt>
    <dgm:pt modelId="{FA04C3B3-4FCB-408D-8EFE-04D4DEE52755}" type="parTrans" cxnId="{E412EAED-655B-4307-ABCA-982E6BFD9E43}">
      <dgm:prSet/>
      <dgm:spPr/>
      <dgm:t>
        <a:bodyPr/>
        <a:lstStyle/>
        <a:p>
          <a:endParaRPr lang="en-GB"/>
        </a:p>
      </dgm:t>
    </dgm:pt>
    <dgm:pt modelId="{63FC5E58-98D0-4865-8F2E-B4197CAE2F09}" type="sibTrans" cxnId="{E412EAED-655B-4307-ABCA-982E6BFD9E43}">
      <dgm:prSet/>
      <dgm:spPr/>
      <dgm:t>
        <a:bodyPr/>
        <a:lstStyle/>
        <a:p>
          <a:endParaRPr lang="en-GB"/>
        </a:p>
      </dgm:t>
    </dgm:pt>
    <dgm:pt modelId="{329117CA-61AD-4287-855E-D6C45A2DEFD6}">
      <dgm:prSet/>
      <dgm:spPr/>
      <dgm:t>
        <a:bodyPr/>
        <a:lstStyle/>
        <a:p>
          <a:pPr rtl="0"/>
          <a:r>
            <a:rPr lang="en-GB" sz="1200" smtClean="0"/>
            <a:t>Advisory group </a:t>
          </a:r>
          <a:endParaRPr lang="nl-NL" sz="1200"/>
        </a:p>
      </dgm:t>
    </dgm:pt>
    <dgm:pt modelId="{93A0880C-55F9-4313-B66C-80320A412633}" type="parTrans" cxnId="{E7F214F8-A5FF-4F81-ABD7-929DE85C2611}">
      <dgm:prSet/>
      <dgm:spPr/>
      <dgm:t>
        <a:bodyPr/>
        <a:lstStyle/>
        <a:p>
          <a:endParaRPr lang="en-GB"/>
        </a:p>
      </dgm:t>
    </dgm:pt>
    <dgm:pt modelId="{E7D175FA-0E14-40A5-88C6-8D8A9FAA42A3}" type="sibTrans" cxnId="{E7F214F8-A5FF-4F81-ABD7-929DE85C2611}">
      <dgm:prSet/>
      <dgm:spPr/>
      <dgm:t>
        <a:bodyPr/>
        <a:lstStyle/>
        <a:p>
          <a:endParaRPr lang="en-GB"/>
        </a:p>
      </dgm:t>
    </dgm:pt>
    <dgm:pt modelId="{C9D07E9B-4AC2-4E9E-8EAF-4A98D043FCDD}">
      <dgm:prSet custT="1"/>
      <dgm:spPr/>
      <dgm:t>
        <a:bodyPr/>
        <a:lstStyle/>
        <a:p>
          <a:pPr rtl="0"/>
          <a:r>
            <a:rPr lang="en-GB" sz="1000" dirty="0" smtClean="0"/>
            <a:t>Strength in Knowledge</a:t>
          </a:r>
          <a:endParaRPr lang="nl-NL" sz="1000" dirty="0"/>
        </a:p>
      </dgm:t>
    </dgm:pt>
    <dgm:pt modelId="{6BB4660A-A515-49AD-B987-24E573C36F4B}" type="parTrans" cxnId="{6E12B46F-A69C-4AE3-91F8-E2782752E14D}">
      <dgm:prSet/>
      <dgm:spPr/>
      <dgm:t>
        <a:bodyPr/>
        <a:lstStyle/>
        <a:p>
          <a:endParaRPr lang="en-GB"/>
        </a:p>
      </dgm:t>
    </dgm:pt>
    <dgm:pt modelId="{B3E73469-1CCD-413B-89DB-872364260079}" type="sibTrans" cxnId="{6E12B46F-A69C-4AE3-91F8-E2782752E14D}">
      <dgm:prSet/>
      <dgm:spPr/>
      <dgm:t>
        <a:bodyPr/>
        <a:lstStyle/>
        <a:p>
          <a:endParaRPr lang="en-GB"/>
        </a:p>
      </dgm:t>
    </dgm:pt>
    <dgm:pt modelId="{C81E16B6-6393-4F27-BFFE-27D506E470D4}">
      <dgm:prSet custT="1"/>
      <dgm:spPr/>
      <dgm:t>
        <a:bodyPr/>
        <a:lstStyle/>
        <a:p>
          <a:pPr rtl="0"/>
          <a:r>
            <a:rPr lang="en-GB" sz="1000" dirty="0" smtClean="0"/>
            <a:t>Experienced advisors that help your organisation with the process framework</a:t>
          </a:r>
          <a:endParaRPr lang="nl-NL" sz="1000" dirty="0"/>
        </a:p>
      </dgm:t>
    </dgm:pt>
    <dgm:pt modelId="{7E39D1C6-0BC3-4D0C-BAA5-78672D09CB25}" type="parTrans" cxnId="{D9C074C1-C542-45B2-8FBE-CAAA049D3201}">
      <dgm:prSet/>
      <dgm:spPr/>
      <dgm:t>
        <a:bodyPr/>
        <a:lstStyle/>
        <a:p>
          <a:endParaRPr lang="en-GB"/>
        </a:p>
      </dgm:t>
    </dgm:pt>
    <dgm:pt modelId="{150EBFC3-999A-4B41-B40C-73B1F6B6311B}" type="sibTrans" cxnId="{D9C074C1-C542-45B2-8FBE-CAAA049D3201}">
      <dgm:prSet/>
      <dgm:spPr/>
      <dgm:t>
        <a:bodyPr/>
        <a:lstStyle/>
        <a:p>
          <a:endParaRPr lang="en-GB"/>
        </a:p>
      </dgm:t>
    </dgm:pt>
    <dgm:pt modelId="{27759ACD-225B-4137-B750-90161F789C17}" type="pres">
      <dgm:prSet presAssocID="{7D9435A7-0475-488A-8C6D-901DE3BE7119}" presName="Name0" presStyleCnt="0">
        <dgm:presLayoutVars>
          <dgm:dir/>
          <dgm:resizeHandles val="exact"/>
        </dgm:presLayoutVars>
      </dgm:prSet>
      <dgm:spPr/>
      <dgm:t>
        <a:bodyPr/>
        <a:lstStyle/>
        <a:p>
          <a:endParaRPr lang="en-GB"/>
        </a:p>
      </dgm:t>
    </dgm:pt>
    <dgm:pt modelId="{CD3C5EFD-96AB-44A1-A226-DD6E22ACDCDB}" type="pres">
      <dgm:prSet presAssocID="{7D9435A7-0475-488A-8C6D-901DE3BE7119}" presName="fgShape" presStyleLbl="fgShp" presStyleIdx="0" presStyleCnt="1"/>
      <dgm:spPr/>
      <dgm:t>
        <a:bodyPr/>
        <a:lstStyle/>
        <a:p>
          <a:endParaRPr lang="en-GB"/>
        </a:p>
      </dgm:t>
    </dgm:pt>
    <dgm:pt modelId="{581A66C9-9F44-446C-ABCF-81065E2A6066}" type="pres">
      <dgm:prSet presAssocID="{7D9435A7-0475-488A-8C6D-901DE3BE7119}" presName="linComp" presStyleCnt="0"/>
      <dgm:spPr/>
      <dgm:t>
        <a:bodyPr/>
        <a:lstStyle/>
        <a:p>
          <a:endParaRPr lang="en-GB"/>
        </a:p>
      </dgm:t>
    </dgm:pt>
    <dgm:pt modelId="{E25571E0-1AAD-4D92-A183-060116E81607}" type="pres">
      <dgm:prSet presAssocID="{B1DB67C7-C5D7-49DB-A09F-AF5F02DF6C65}" presName="compNode" presStyleCnt="0"/>
      <dgm:spPr/>
      <dgm:t>
        <a:bodyPr/>
        <a:lstStyle/>
        <a:p>
          <a:endParaRPr lang="en-GB"/>
        </a:p>
      </dgm:t>
    </dgm:pt>
    <dgm:pt modelId="{489C6B7A-4196-4F3C-A924-FAF2B67D0041}" type="pres">
      <dgm:prSet presAssocID="{B1DB67C7-C5D7-49DB-A09F-AF5F02DF6C65}" presName="bkgdShape" presStyleLbl="node1" presStyleIdx="0" presStyleCnt="3"/>
      <dgm:spPr/>
      <dgm:t>
        <a:bodyPr/>
        <a:lstStyle/>
        <a:p>
          <a:endParaRPr lang="en-GB"/>
        </a:p>
      </dgm:t>
    </dgm:pt>
    <dgm:pt modelId="{14E15AC2-E0F8-415E-826F-F290B6DDA546}" type="pres">
      <dgm:prSet presAssocID="{B1DB67C7-C5D7-49DB-A09F-AF5F02DF6C65}" presName="nodeTx" presStyleLbl="node1" presStyleIdx="0" presStyleCnt="3">
        <dgm:presLayoutVars>
          <dgm:bulletEnabled val="1"/>
        </dgm:presLayoutVars>
      </dgm:prSet>
      <dgm:spPr/>
      <dgm:t>
        <a:bodyPr/>
        <a:lstStyle/>
        <a:p>
          <a:endParaRPr lang="en-GB"/>
        </a:p>
      </dgm:t>
    </dgm:pt>
    <dgm:pt modelId="{4D72C307-4FB0-4220-9110-38ED97476991}" type="pres">
      <dgm:prSet presAssocID="{B1DB67C7-C5D7-49DB-A09F-AF5F02DF6C65}" presName="invisiNode" presStyleLbl="node1" presStyleIdx="0" presStyleCnt="3"/>
      <dgm:spPr/>
      <dgm:t>
        <a:bodyPr/>
        <a:lstStyle/>
        <a:p>
          <a:endParaRPr lang="en-GB"/>
        </a:p>
      </dgm:t>
    </dgm:pt>
    <dgm:pt modelId="{DB6E4A5C-6849-43F1-8B62-68DD80E6AF35}" type="pres">
      <dgm:prSet presAssocID="{B1DB67C7-C5D7-49DB-A09F-AF5F02DF6C65}" presName="imagNode" presStyleLbl="fgImgPlace1" presStyleIdx="0" presStyleCnt="3" custLinFactNeighborX="-4942" custLinFactNeighborY="1865"/>
      <dgm:spPr>
        <a:blipFill>
          <a:blip xmlns:r="http://schemas.openxmlformats.org/officeDocument/2006/relationships" r:embed="rId1">
            <a:extLst>
              <a:ext uri="{28A0092B-C50C-407E-A947-70E740481C1C}">
                <a14:useLocalDpi xmlns:a14="http://schemas.microsoft.com/office/drawing/2010/main" val="0"/>
              </a:ext>
            </a:extLst>
          </a:blip>
          <a:srcRect/>
          <a:stretch>
            <a:fillRect l="-8000" r="-8000"/>
          </a:stretch>
        </a:blipFill>
      </dgm:spPr>
      <dgm:t>
        <a:bodyPr/>
        <a:lstStyle/>
        <a:p>
          <a:endParaRPr lang="en-GB"/>
        </a:p>
      </dgm:t>
    </dgm:pt>
    <dgm:pt modelId="{C463A83E-DD0B-45A6-8F5D-7762418DA70D}" type="pres">
      <dgm:prSet presAssocID="{738ABC46-55AF-4C4B-A0F4-B08D19808FB6}" presName="sibTrans" presStyleLbl="sibTrans2D1" presStyleIdx="0" presStyleCnt="0"/>
      <dgm:spPr/>
      <dgm:t>
        <a:bodyPr/>
        <a:lstStyle/>
        <a:p>
          <a:endParaRPr lang="en-GB"/>
        </a:p>
      </dgm:t>
    </dgm:pt>
    <dgm:pt modelId="{1F6A5949-C066-4017-BA77-FFB1B73AAD24}" type="pres">
      <dgm:prSet presAssocID="{D0C0925A-97E2-4072-BC61-C78498E28121}" presName="compNode" presStyleCnt="0"/>
      <dgm:spPr/>
      <dgm:t>
        <a:bodyPr/>
        <a:lstStyle/>
        <a:p>
          <a:endParaRPr lang="en-GB"/>
        </a:p>
      </dgm:t>
    </dgm:pt>
    <dgm:pt modelId="{339A440C-7902-4F70-8908-69AA8733F41E}" type="pres">
      <dgm:prSet presAssocID="{D0C0925A-97E2-4072-BC61-C78498E28121}" presName="bkgdShape" presStyleLbl="node1" presStyleIdx="1" presStyleCnt="3"/>
      <dgm:spPr/>
      <dgm:t>
        <a:bodyPr/>
        <a:lstStyle/>
        <a:p>
          <a:endParaRPr lang="en-GB"/>
        </a:p>
      </dgm:t>
    </dgm:pt>
    <dgm:pt modelId="{87234204-34C8-496C-A0E3-BDECD66B5C72}" type="pres">
      <dgm:prSet presAssocID="{D0C0925A-97E2-4072-BC61-C78498E28121}" presName="nodeTx" presStyleLbl="node1" presStyleIdx="1" presStyleCnt="3">
        <dgm:presLayoutVars>
          <dgm:bulletEnabled val="1"/>
        </dgm:presLayoutVars>
      </dgm:prSet>
      <dgm:spPr/>
      <dgm:t>
        <a:bodyPr/>
        <a:lstStyle/>
        <a:p>
          <a:endParaRPr lang="en-GB"/>
        </a:p>
      </dgm:t>
    </dgm:pt>
    <dgm:pt modelId="{6D928281-83F2-493D-A68B-5C91589A062C}" type="pres">
      <dgm:prSet presAssocID="{D0C0925A-97E2-4072-BC61-C78498E28121}" presName="invisiNode" presStyleLbl="node1" presStyleIdx="1" presStyleCnt="3"/>
      <dgm:spPr/>
      <dgm:t>
        <a:bodyPr/>
        <a:lstStyle/>
        <a:p>
          <a:endParaRPr lang="en-GB"/>
        </a:p>
      </dgm:t>
    </dgm:pt>
    <dgm:pt modelId="{64BF7552-B49D-4D37-9EF9-1B3A015F67FC}" type="pres">
      <dgm:prSet presAssocID="{D0C0925A-97E2-4072-BC61-C78498E28121}" presName="imagNode"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1000" b="-1000"/>
          </a:stretch>
        </a:blipFill>
      </dgm:spPr>
      <dgm:t>
        <a:bodyPr/>
        <a:lstStyle/>
        <a:p>
          <a:endParaRPr lang="en-GB"/>
        </a:p>
      </dgm:t>
    </dgm:pt>
    <dgm:pt modelId="{5F83E3DC-6F9F-4FA9-B39B-068F48D59B18}" type="pres">
      <dgm:prSet presAssocID="{09ED19DB-9F11-43D4-9313-92C025B99D50}" presName="sibTrans" presStyleLbl="sibTrans2D1" presStyleIdx="0" presStyleCnt="0"/>
      <dgm:spPr/>
      <dgm:t>
        <a:bodyPr/>
        <a:lstStyle/>
        <a:p>
          <a:endParaRPr lang="en-GB"/>
        </a:p>
      </dgm:t>
    </dgm:pt>
    <dgm:pt modelId="{1C6F3BCD-CD2A-43D1-BDAD-67E44E72F77F}" type="pres">
      <dgm:prSet presAssocID="{329117CA-61AD-4287-855E-D6C45A2DEFD6}" presName="compNode" presStyleCnt="0"/>
      <dgm:spPr/>
      <dgm:t>
        <a:bodyPr/>
        <a:lstStyle/>
        <a:p>
          <a:endParaRPr lang="en-GB"/>
        </a:p>
      </dgm:t>
    </dgm:pt>
    <dgm:pt modelId="{8BB923C1-78F4-4C58-9627-71F58786FCF6}" type="pres">
      <dgm:prSet presAssocID="{329117CA-61AD-4287-855E-D6C45A2DEFD6}" presName="bkgdShape" presStyleLbl="node1" presStyleIdx="2" presStyleCnt="3"/>
      <dgm:spPr/>
      <dgm:t>
        <a:bodyPr/>
        <a:lstStyle/>
        <a:p>
          <a:endParaRPr lang="en-GB"/>
        </a:p>
      </dgm:t>
    </dgm:pt>
    <dgm:pt modelId="{88ED7D67-C7C5-4285-BF95-804D71146D2C}" type="pres">
      <dgm:prSet presAssocID="{329117CA-61AD-4287-855E-D6C45A2DEFD6}" presName="nodeTx" presStyleLbl="node1" presStyleIdx="2" presStyleCnt="3">
        <dgm:presLayoutVars>
          <dgm:bulletEnabled val="1"/>
        </dgm:presLayoutVars>
      </dgm:prSet>
      <dgm:spPr/>
      <dgm:t>
        <a:bodyPr/>
        <a:lstStyle/>
        <a:p>
          <a:endParaRPr lang="en-GB"/>
        </a:p>
      </dgm:t>
    </dgm:pt>
    <dgm:pt modelId="{DD083872-07AF-424E-865A-8D2EA4DC6F5A}" type="pres">
      <dgm:prSet presAssocID="{329117CA-61AD-4287-855E-D6C45A2DEFD6}" presName="invisiNode" presStyleLbl="node1" presStyleIdx="2" presStyleCnt="3"/>
      <dgm:spPr/>
      <dgm:t>
        <a:bodyPr/>
        <a:lstStyle/>
        <a:p>
          <a:endParaRPr lang="en-GB"/>
        </a:p>
      </dgm:t>
    </dgm:pt>
    <dgm:pt modelId="{A8C4741D-4AB0-42D6-8C4B-38CB5BA2DD9D}" type="pres">
      <dgm:prSet presAssocID="{329117CA-61AD-4287-855E-D6C45A2DEFD6}" presName="imagNode" presStyleLbl="fgImgPlac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dgm:spPr>
      <dgm:t>
        <a:bodyPr/>
        <a:lstStyle/>
        <a:p>
          <a:endParaRPr lang="en-GB"/>
        </a:p>
      </dgm:t>
    </dgm:pt>
  </dgm:ptLst>
  <dgm:cxnLst>
    <dgm:cxn modelId="{D663C07C-4AB8-417D-A7C4-E5A4F4B72EE8}" srcId="{D0C0925A-97E2-4072-BC61-C78498E28121}" destId="{1D2075A1-BC1D-4E85-8878-D420CC891F2B}" srcOrd="0" destOrd="0" parTransId="{D0AA74FC-3433-46F8-954E-84C177828127}" sibTransId="{C4DEA199-16A3-4320-AA20-657E47048A6F}"/>
    <dgm:cxn modelId="{A757CC64-85DB-46A6-8199-1582CA2E7636}" srcId="{B1DB67C7-C5D7-49DB-A09F-AF5F02DF6C65}" destId="{0393C25F-5ACF-4490-80CB-12D35BC26901}" srcOrd="0" destOrd="0" parTransId="{6A2999B6-5A8C-4A31-AF58-446C4722EB15}" sibTransId="{87F51CBF-4610-4F88-9563-261A47A786EF}"/>
    <dgm:cxn modelId="{E412EAED-655B-4307-ABCA-982E6BFD9E43}" srcId="{D0C0925A-97E2-4072-BC61-C78498E28121}" destId="{1FBC67A1-4496-4C0A-A7C6-4AB48035F287}" srcOrd="1" destOrd="0" parTransId="{FA04C3B3-4FCB-408D-8EFE-04D4DEE52755}" sibTransId="{63FC5E58-98D0-4865-8F2E-B4197CAE2F09}"/>
    <dgm:cxn modelId="{650ABB87-B8DF-4A37-AE45-E73B1B464029}" srcId="{7D9435A7-0475-488A-8C6D-901DE3BE7119}" destId="{B1DB67C7-C5D7-49DB-A09F-AF5F02DF6C65}" srcOrd="0" destOrd="0" parTransId="{62FB363C-6BDD-4B5D-969C-677457BA703B}" sibTransId="{738ABC46-55AF-4C4B-A0F4-B08D19808FB6}"/>
    <dgm:cxn modelId="{CF0B880E-D451-4024-A6E0-E1E6BEA0A0BC}" type="presOf" srcId="{1FBC67A1-4496-4C0A-A7C6-4AB48035F287}" destId="{87234204-34C8-496C-A0E3-BDECD66B5C72}" srcOrd="1" destOrd="2" presId="urn:microsoft.com/office/officeart/2005/8/layout/hList7#2"/>
    <dgm:cxn modelId="{6E12B46F-A69C-4AE3-91F8-E2782752E14D}" srcId="{329117CA-61AD-4287-855E-D6C45A2DEFD6}" destId="{C9D07E9B-4AC2-4E9E-8EAF-4A98D043FCDD}" srcOrd="0" destOrd="0" parTransId="{6BB4660A-A515-49AD-B987-24E573C36F4B}" sibTransId="{B3E73469-1CCD-413B-89DB-872364260079}"/>
    <dgm:cxn modelId="{689C6DBB-016F-4B09-AF5D-B3DAC1779735}" type="presOf" srcId="{7D9435A7-0475-488A-8C6D-901DE3BE7119}" destId="{27759ACD-225B-4137-B750-90161F789C17}" srcOrd="0" destOrd="0" presId="urn:microsoft.com/office/officeart/2005/8/layout/hList7#2"/>
    <dgm:cxn modelId="{A58C5D9D-31CC-404E-A0C5-37BCCACD8098}" type="presOf" srcId="{3D77AFC0-CE94-4DB8-9F44-C12300454657}" destId="{14E15AC2-E0F8-415E-826F-F290B6DDA546}" srcOrd="1" destOrd="2" presId="urn:microsoft.com/office/officeart/2005/8/layout/hList7#2"/>
    <dgm:cxn modelId="{A4E152DC-A5F8-4365-B2CE-296C0428A013}" type="presOf" srcId="{D0C0925A-97E2-4072-BC61-C78498E28121}" destId="{87234204-34C8-496C-A0E3-BDECD66B5C72}" srcOrd="1" destOrd="0" presId="urn:microsoft.com/office/officeart/2005/8/layout/hList7#2"/>
    <dgm:cxn modelId="{94B3C409-B4AF-46AC-9A39-6C8E1C20700A}" type="presOf" srcId="{1D2075A1-BC1D-4E85-8878-D420CC891F2B}" destId="{87234204-34C8-496C-A0E3-BDECD66B5C72}" srcOrd="1" destOrd="1" presId="urn:microsoft.com/office/officeart/2005/8/layout/hList7#2"/>
    <dgm:cxn modelId="{D9C074C1-C542-45B2-8FBE-CAAA049D3201}" srcId="{329117CA-61AD-4287-855E-D6C45A2DEFD6}" destId="{C81E16B6-6393-4F27-BFFE-27D506E470D4}" srcOrd="1" destOrd="0" parTransId="{7E39D1C6-0BC3-4D0C-BAA5-78672D09CB25}" sibTransId="{150EBFC3-999A-4B41-B40C-73B1F6B6311B}"/>
    <dgm:cxn modelId="{EAB0DCB3-E7C2-40F7-9FEC-685EFC3F6FB2}" type="presOf" srcId="{C9D07E9B-4AC2-4E9E-8EAF-4A98D043FCDD}" destId="{88ED7D67-C7C5-4285-BF95-804D71146D2C}" srcOrd="1" destOrd="1" presId="urn:microsoft.com/office/officeart/2005/8/layout/hList7#2"/>
    <dgm:cxn modelId="{4C399B00-E262-4D06-858A-64369F045D0D}" type="presOf" srcId="{738ABC46-55AF-4C4B-A0F4-B08D19808FB6}" destId="{C463A83E-DD0B-45A6-8F5D-7762418DA70D}" srcOrd="0" destOrd="0" presId="urn:microsoft.com/office/officeart/2005/8/layout/hList7#2"/>
    <dgm:cxn modelId="{2D1EF001-8DAC-40CD-8B9A-FB9E50087801}" type="presOf" srcId="{1FBC67A1-4496-4C0A-A7C6-4AB48035F287}" destId="{339A440C-7902-4F70-8908-69AA8733F41E}" srcOrd="0" destOrd="2" presId="urn:microsoft.com/office/officeart/2005/8/layout/hList7#2"/>
    <dgm:cxn modelId="{A1D4F75E-F316-49E6-BADB-BEE9228A4B8B}" type="presOf" srcId="{D0C0925A-97E2-4072-BC61-C78498E28121}" destId="{339A440C-7902-4F70-8908-69AA8733F41E}" srcOrd="0" destOrd="0" presId="urn:microsoft.com/office/officeart/2005/8/layout/hList7#2"/>
    <dgm:cxn modelId="{06A5A763-76A2-4B11-925A-613DF21B1667}" type="presOf" srcId="{C81E16B6-6393-4F27-BFFE-27D506E470D4}" destId="{8BB923C1-78F4-4C58-9627-71F58786FCF6}" srcOrd="0" destOrd="2" presId="urn:microsoft.com/office/officeart/2005/8/layout/hList7#2"/>
    <dgm:cxn modelId="{3CEC7F6D-0614-4C77-BD89-2F4ADBFCB750}" type="presOf" srcId="{1D2075A1-BC1D-4E85-8878-D420CC891F2B}" destId="{339A440C-7902-4F70-8908-69AA8733F41E}" srcOrd="0" destOrd="1" presId="urn:microsoft.com/office/officeart/2005/8/layout/hList7#2"/>
    <dgm:cxn modelId="{21368B92-80F9-42A0-9135-95FB65D9B33A}" type="presOf" srcId="{B1DB67C7-C5D7-49DB-A09F-AF5F02DF6C65}" destId="{14E15AC2-E0F8-415E-826F-F290B6DDA546}" srcOrd="1" destOrd="0" presId="urn:microsoft.com/office/officeart/2005/8/layout/hList7#2"/>
    <dgm:cxn modelId="{B55AA9F7-7195-41CA-A6F9-D521F69878F2}" type="presOf" srcId="{329117CA-61AD-4287-855E-D6C45A2DEFD6}" destId="{8BB923C1-78F4-4C58-9627-71F58786FCF6}" srcOrd="0" destOrd="0" presId="urn:microsoft.com/office/officeart/2005/8/layout/hList7#2"/>
    <dgm:cxn modelId="{E7F214F8-A5FF-4F81-ABD7-929DE85C2611}" srcId="{7D9435A7-0475-488A-8C6D-901DE3BE7119}" destId="{329117CA-61AD-4287-855E-D6C45A2DEFD6}" srcOrd="2" destOrd="0" parTransId="{93A0880C-55F9-4313-B66C-80320A412633}" sibTransId="{E7D175FA-0E14-40A5-88C6-8D8A9FAA42A3}"/>
    <dgm:cxn modelId="{EE9EE112-EB7B-4D3F-AAAD-AD4E32224D5A}" type="presOf" srcId="{09ED19DB-9F11-43D4-9313-92C025B99D50}" destId="{5F83E3DC-6F9F-4FA9-B39B-068F48D59B18}" srcOrd="0" destOrd="0" presId="urn:microsoft.com/office/officeart/2005/8/layout/hList7#2"/>
    <dgm:cxn modelId="{B7F374BA-3695-435A-B172-6608D164F092}" type="presOf" srcId="{C9D07E9B-4AC2-4E9E-8EAF-4A98D043FCDD}" destId="{8BB923C1-78F4-4C58-9627-71F58786FCF6}" srcOrd="0" destOrd="1" presId="urn:microsoft.com/office/officeart/2005/8/layout/hList7#2"/>
    <dgm:cxn modelId="{9573797F-FB07-45A9-B4EA-CD4CED9510CF}" type="presOf" srcId="{B1DB67C7-C5D7-49DB-A09F-AF5F02DF6C65}" destId="{489C6B7A-4196-4F3C-A924-FAF2B67D0041}" srcOrd="0" destOrd="0" presId="urn:microsoft.com/office/officeart/2005/8/layout/hList7#2"/>
    <dgm:cxn modelId="{9FE0DA5B-4361-4817-9E09-20ED4F7465B3}" type="presOf" srcId="{3D77AFC0-CE94-4DB8-9F44-C12300454657}" destId="{489C6B7A-4196-4F3C-A924-FAF2B67D0041}" srcOrd="0" destOrd="2" presId="urn:microsoft.com/office/officeart/2005/8/layout/hList7#2"/>
    <dgm:cxn modelId="{69DFEB0C-405A-497B-A476-4ED408AA9460}" type="presOf" srcId="{0393C25F-5ACF-4490-80CB-12D35BC26901}" destId="{489C6B7A-4196-4F3C-A924-FAF2B67D0041}" srcOrd="0" destOrd="1" presId="urn:microsoft.com/office/officeart/2005/8/layout/hList7#2"/>
    <dgm:cxn modelId="{C57C0951-976E-4950-8F30-1376D100AA6C}" srcId="{B1DB67C7-C5D7-49DB-A09F-AF5F02DF6C65}" destId="{3D77AFC0-CE94-4DB8-9F44-C12300454657}" srcOrd="1" destOrd="0" parTransId="{AB0BEE21-BE8D-4899-A59D-97FD47F3FE4D}" sibTransId="{812F865E-77AE-4E8F-AF7F-0D1C7C26918B}"/>
    <dgm:cxn modelId="{7FE797CD-2F28-4776-95EC-E551257E93EE}" type="presOf" srcId="{329117CA-61AD-4287-855E-D6C45A2DEFD6}" destId="{88ED7D67-C7C5-4285-BF95-804D71146D2C}" srcOrd="1" destOrd="0" presId="urn:microsoft.com/office/officeart/2005/8/layout/hList7#2"/>
    <dgm:cxn modelId="{8F5F972B-C63B-46C5-BA2E-378F595F18C6}" srcId="{7D9435A7-0475-488A-8C6D-901DE3BE7119}" destId="{D0C0925A-97E2-4072-BC61-C78498E28121}" srcOrd="1" destOrd="0" parTransId="{8F7F501C-A0BE-4781-885D-50BAB057B17A}" sibTransId="{09ED19DB-9F11-43D4-9313-92C025B99D50}"/>
    <dgm:cxn modelId="{44DDF9E3-9CEE-4CC3-AD17-E6D0DF020495}" type="presOf" srcId="{C81E16B6-6393-4F27-BFFE-27D506E470D4}" destId="{88ED7D67-C7C5-4285-BF95-804D71146D2C}" srcOrd="1" destOrd="2" presId="urn:microsoft.com/office/officeart/2005/8/layout/hList7#2"/>
    <dgm:cxn modelId="{40E27F53-BD1C-4645-ABA3-631F924B12B5}" type="presOf" srcId="{0393C25F-5ACF-4490-80CB-12D35BC26901}" destId="{14E15AC2-E0F8-415E-826F-F290B6DDA546}" srcOrd="1" destOrd="1" presId="urn:microsoft.com/office/officeart/2005/8/layout/hList7#2"/>
    <dgm:cxn modelId="{4629E4E9-AC79-4068-B470-D4189B43F1C7}" type="presParOf" srcId="{27759ACD-225B-4137-B750-90161F789C17}" destId="{CD3C5EFD-96AB-44A1-A226-DD6E22ACDCDB}" srcOrd="0" destOrd="0" presId="urn:microsoft.com/office/officeart/2005/8/layout/hList7#2"/>
    <dgm:cxn modelId="{53BB2B48-E450-4387-B979-849589213227}" type="presParOf" srcId="{27759ACD-225B-4137-B750-90161F789C17}" destId="{581A66C9-9F44-446C-ABCF-81065E2A6066}" srcOrd="1" destOrd="0" presId="urn:microsoft.com/office/officeart/2005/8/layout/hList7#2"/>
    <dgm:cxn modelId="{723FBB99-9662-4F03-A73A-99B9415CECB2}" type="presParOf" srcId="{581A66C9-9F44-446C-ABCF-81065E2A6066}" destId="{E25571E0-1AAD-4D92-A183-060116E81607}" srcOrd="0" destOrd="0" presId="urn:microsoft.com/office/officeart/2005/8/layout/hList7#2"/>
    <dgm:cxn modelId="{F6F04DC2-303A-4CC7-8856-3A25279DC776}" type="presParOf" srcId="{E25571E0-1AAD-4D92-A183-060116E81607}" destId="{489C6B7A-4196-4F3C-A924-FAF2B67D0041}" srcOrd="0" destOrd="0" presId="urn:microsoft.com/office/officeart/2005/8/layout/hList7#2"/>
    <dgm:cxn modelId="{F7B7CD60-3CBB-4179-82E3-64F6A354E22A}" type="presParOf" srcId="{E25571E0-1AAD-4D92-A183-060116E81607}" destId="{14E15AC2-E0F8-415E-826F-F290B6DDA546}" srcOrd="1" destOrd="0" presId="urn:microsoft.com/office/officeart/2005/8/layout/hList7#2"/>
    <dgm:cxn modelId="{CAA997B6-9DF7-41E4-802A-9915676FF980}" type="presParOf" srcId="{E25571E0-1AAD-4D92-A183-060116E81607}" destId="{4D72C307-4FB0-4220-9110-38ED97476991}" srcOrd="2" destOrd="0" presId="urn:microsoft.com/office/officeart/2005/8/layout/hList7#2"/>
    <dgm:cxn modelId="{04016E96-C1DD-413C-B190-A5C6608C0886}" type="presParOf" srcId="{E25571E0-1AAD-4D92-A183-060116E81607}" destId="{DB6E4A5C-6849-43F1-8B62-68DD80E6AF35}" srcOrd="3" destOrd="0" presId="urn:microsoft.com/office/officeart/2005/8/layout/hList7#2"/>
    <dgm:cxn modelId="{7AD5989C-30B4-4D0F-8D1D-E189B4FF3BA5}" type="presParOf" srcId="{581A66C9-9F44-446C-ABCF-81065E2A6066}" destId="{C463A83E-DD0B-45A6-8F5D-7762418DA70D}" srcOrd="1" destOrd="0" presId="urn:microsoft.com/office/officeart/2005/8/layout/hList7#2"/>
    <dgm:cxn modelId="{08E856A0-85CD-45E9-8F35-8BD204157DC5}" type="presParOf" srcId="{581A66C9-9F44-446C-ABCF-81065E2A6066}" destId="{1F6A5949-C066-4017-BA77-FFB1B73AAD24}" srcOrd="2" destOrd="0" presId="urn:microsoft.com/office/officeart/2005/8/layout/hList7#2"/>
    <dgm:cxn modelId="{4D46CFDA-2143-460B-BEB3-71797F2F3DF8}" type="presParOf" srcId="{1F6A5949-C066-4017-BA77-FFB1B73AAD24}" destId="{339A440C-7902-4F70-8908-69AA8733F41E}" srcOrd="0" destOrd="0" presId="urn:microsoft.com/office/officeart/2005/8/layout/hList7#2"/>
    <dgm:cxn modelId="{5B61D309-7F3B-45F1-8A8C-FB7F225B4BE0}" type="presParOf" srcId="{1F6A5949-C066-4017-BA77-FFB1B73AAD24}" destId="{87234204-34C8-496C-A0E3-BDECD66B5C72}" srcOrd="1" destOrd="0" presId="urn:microsoft.com/office/officeart/2005/8/layout/hList7#2"/>
    <dgm:cxn modelId="{E5E14BB9-519A-4FFB-8BDE-870D351DE068}" type="presParOf" srcId="{1F6A5949-C066-4017-BA77-FFB1B73AAD24}" destId="{6D928281-83F2-493D-A68B-5C91589A062C}" srcOrd="2" destOrd="0" presId="urn:microsoft.com/office/officeart/2005/8/layout/hList7#2"/>
    <dgm:cxn modelId="{9D24B38D-CBF2-4108-A6E3-5EBDB3857A3E}" type="presParOf" srcId="{1F6A5949-C066-4017-BA77-FFB1B73AAD24}" destId="{64BF7552-B49D-4D37-9EF9-1B3A015F67FC}" srcOrd="3" destOrd="0" presId="urn:microsoft.com/office/officeart/2005/8/layout/hList7#2"/>
    <dgm:cxn modelId="{31FECFDE-0B57-47C9-B9AF-EF2EC8E83F27}" type="presParOf" srcId="{581A66C9-9F44-446C-ABCF-81065E2A6066}" destId="{5F83E3DC-6F9F-4FA9-B39B-068F48D59B18}" srcOrd="3" destOrd="0" presId="urn:microsoft.com/office/officeart/2005/8/layout/hList7#2"/>
    <dgm:cxn modelId="{48CB0A71-9B06-4F0F-9BA2-9666DF945CDD}" type="presParOf" srcId="{581A66C9-9F44-446C-ABCF-81065E2A6066}" destId="{1C6F3BCD-CD2A-43D1-BDAD-67E44E72F77F}" srcOrd="4" destOrd="0" presId="urn:microsoft.com/office/officeart/2005/8/layout/hList7#2"/>
    <dgm:cxn modelId="{35649D4E-F372-4245-8D0A-578D90CEA70D}" type="presParOf" srcId="{1C6F3BCD-CD2A-43D1-BDAD-67E44E72F77F}" destId="{8BB923C1-78F4-4C58-9627-71F58786FCF6}" srcOrd="0" destOrd="0" presId="urn:microsoft.com/office/officeart/2005/8/layout/hList7#2"/>
    <dgm:cxn modelId="{8DDEB321-0FE7-4D90-9358-5A8F4E583D71}" type="presParOf" srcId="{1C6F3BCD-CD2A-43D1-BDAD-67E44E72F77F}" destId="{88ED7D67-C7C5-4285-BF95-804D71146D2C}" srcOrd="1" destOrd="0" presId="urn:microsoft.com/office/officeart/2005/8/layout/hList7#2"/>
    <dgm:cxn modelId="{B27954F1-BEE0-4453-95A6-CFF01D30F7C0}" type="presParOf" srcId="{1C6F3BCD-CD2A-43D1-BDAD-67E44E72F77F}" destId="{DD083872-07AF-424E-865A-8D2EA4DC6F5A}" srcOrd="2" destOrd="0" presId="urn:microsoft.com/office/officeart/2005/8/layout/hList7#2"/>
    <dgm:cxn modelId="{6C2240D5-2F28-4FEC-806E-BA9B08292947}" type="presParOf" srcId="{1C6F3BCD-CD2A-43D1-BDAD-67E44E72F77F}" destId="{A8C4741D-4AB0-42D6-8C4B-38CB5BA2DD9D}" srcOrd="3" destOrd="0" presId="urn:microsoft.com/office/officeart/2005/8/layout/hList7#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F7AA9A-3C22-4BDB-A74B-C9651A3F0FD9}" type="doc">
      <dgm:prSet loTypeId="urn:microsoft.com/office/officeart/2005/8/layout/vList3#2" loCatId="picture" qsTypeId="urn:microsoft.com/office/officeart/2005/8/quickstyle/3d3" qsCatId="3D" csTypeId="urn:microsoft.com/office/officeart/2005/8/colors/accent1_2" csCatId="accent1" phldr="1"/>
      <dgm:spPr/>
    </dgm:pt>
    <dgm:pt modelId="{6DE6BC17-0D2E-4DB6-B684-98865D6EE647}">
      <dgm:prSet phldrT="[Text]" custT="1"/>
      <dgm:spPr/>
      <dgm:t>
        <a:bodyPr/>
        <a:lstStyle/>
        <a:p>
          <a:r>
            <a:rPr lang="en-US" sz="1100" i="1" dirty="0" smtClean="0">
              <a:solidFill>
                <a:schemeClr val="accent6">
                  <a:lumMod val="75000"/>
                </a:schemeClr>
              </a:solidFill>
              <a:latin typeface="Calibri" pitchFamily="34" charset="0"/>
              <a:cs typeface="Calibri" pitchFamily="34" charset="0"/>
            </a:rPr>
            <a:t>Rob van Leeuwen (1960), managing partner, has a wide experience in both Managing Service Organizations, and selling and shaping  Outsourcing contracts. He has been an independent Sales – and IT Consultant over the past 9 years and has worked on both the customer and the vendor side of Service Excellence. Rob is a firm believer in successful strategic partnerships based on a foundation of transparency and trust.</a:t>
          </a:r>
          <a:endParaRPr lang="en-GB" sz="1100" dirty="0">
            <a:solidFill>
              <a:schemeClr val="accent6">
                <a:lumMod val="75000"/>
              </a:schemeClr>
            </a:solidFill>
            <a:latin typeface="Calibri" pitchFamily="34" charset="0"/>
            <a:cs typeface="Calibri" pitchFamily="34" charset="0"/>
          </a:endParaRPr>
        </a:p>
      </dgm:t>
    </dgm:pt>
    <dgm:pt modelId="{FCD7CE9E-2B3A-4BED-A897-239CCAB12F2F}" type="parTrans" cxnId="{0DF3ED74-7088-40F0-8CB3-320DC3A8DE98}">
      <dgm:prSet/>
      <dgm:spPr/>
      <dgm:t>
        <a:bodyPr/>
        <a:lstStyle/>
        <a:p>
          <a:endParaRPr lang="en-GB"/>
        </a:p>
      </dgm:t>
    </dgm:pt>
    <dgm:pt modelId="{3E25A767-0F30-4974-AE5E-A67E790784A9}" type="sibTrans" cxnId="{0DF3ED74-7088-40F0-8CB3-320DC3A8DE98}">
      <dgm:prSet/>
      <dgm:spPr/>
      <dgm:t>
        <a:bodyPr/>
        <a:lstStyle/>
        <a:p>
          <a:endParaRPr lang="en-GB"/>
        </a:p>
      </dgm:t>
    </dgm:pt>
    <dgm:pt modelId="{D330C8C3-FCD9-4D07-B1EB-DE3E2C9AC8B3}">
      <dgm:prSet phldrT="[Text]" custT="1"/>
      <dgm:spPr/>
      <dgm:t>
        <a:bodyPr/>
        <a:lstStyle/>
        <a:p>
          <a:r>
            <a:rPr lang="en-GB" sz="1100" i="1" dirty="0" smtClean="0">
              <a:solidFill>
                <a:schemeClr val="accent6">
                  <a:lumMod val="75000"/>
                </a:schemeClr>
              </a:solidFill>
              <a:latin typeface="Calibri" pitchFamily="34" charset="0"/>
              <a:cs typeface="Calibri" pitchFamily="34" charset="0"/>
            </a:rPr>
            <a:t>Steven Visser  (1956), Managing Partner, has a vast experience in out-sourcing in various industry sectors. Focused on creating mutual beneficial value propositions thus creating successful and sustainable business relationships. Experienced in all aspects of outsourcing both as client and supplier, including deal structuring, negotiations, HR process, technical solution validation, and (multi supplier) governance models Been Instrumental in closing more than 15 B$ TCV, Largest single transaction deal 2.4B$ in 57 countries, redesigned 40.000 FTE European Services organisation, successfully managed a 1B$ annual sales target.</a:t>
          </a:r>
          <a:endParaRPr lang="en-GB" sz="1100" dirty="0">
            <a:solidFill>
              <a:schemeClr val="accent6">
                <a:lumMod val="75000"/>
              </a:schemeClr>
            </a:solidFill>
            <a:latin typeface="Calibri" pitchFamily="34" charset="0"/>
            <a:cs typeface="Calibri" pitchFamily="34" charset="0"/>
          </a:endParaRPr>
        </a:p>
      </dgm:t>
    </dgm:pt>
    <dgm:pt modelId="{AEC1F793-CA0D-4F40-82BF-04C1623129FA}" type="parTrans" cxnId="{330F2402-CAD7-400F-80A3-1C3B5E14033D}">
      <dgm:prSet/>
      <dgm:spPr/>
      <dgm:t>
        <a:bodyPr/>
        <a:lstStyle/>
        <a:p>
          <a:endParaRPr lang="en-GB"/>
        </a:p>
      </dgm:t>
    </dgm:pt>
    <dgm:pt modelId="{A18168E3-740D-4AAD-BDFF-39EC5047D86D}" type="sibTrans" cxnId="{330F2402-CAD7-400F-80A3-1C3B5E14033D}">
      <dgm:prSet/>
      <dgm:spPr/>
      <dgm:t>
        <a:bodyPr/>
        <a:lstStyle/>
        <a:p>
          <a:endParaRPr lang="en-GB"/>
        </a:p>
      </dgm:t>
    </dgm:pt>
    <dgm:pt modelId="{833F5325-234E-4723-8719-27171F0DE91E}">
      <dgm:prSet phldrT="[Text]" custT="1"/>
      <dgm:spPr/>
      <dgm:t>
        <a:bodyPr/>
        <a:lstStyle/>
        <a:p>
          <a:r>
            <a:rPr lang="en-GB" sz="1100" i="1" dirty="0" smtClean="0">
              <a:solidFill>
                <a:schemeClr val="accent6">
                  <a:lumMod val="75000"/>
                </a:schemeClr>
              </a:solidFill>
              <a:latin typeface="Calibri" pitchFamily="34" charset="0"/>
              <a:cs typeface="Calibri" pitchFamily="34" charset="0"/>
            </a:rPr>
            <a:t>Steve Koutros (1955), Managing Partner is a </a:t>
          </a:r>
          <a:r>
            <a:rPr lang="en-US" sz="1100" i="1" dirty="0" smtClean="0">
              <a:solidFill>
                <a:schemeClr val="accent6">
                  <a:lumMod val="75000"/>
                </a:schemeClr>
              </a:solidFill>
              <a:latin typeface="Calibri" pitchFamily="34" charset="0"/>
              <a:cs typeface="Calibri" pitchFamily="34" charset="0"/>
            </a:rPr>
            <a:t>senior executive who brings a broad global vision of successfully and profitably managing businesses, people and IT through experiences acquired in Europe and the United States. Experienced through extensive industry and consulting experience covering oil &amp; gas, manufacturing, wholesale distribution and pharmacy. Seasoned team builder and fire fighter who can lead an organization as COO down to building process models and strategy design. </a:t>
          </a:r>
          <a:r>
            <a:rPr lang="en-GB" sz="1100" i="1" dirty="0" smtClean="0">
              <a:solidFill>
                <a:schemeClr val="accent6">
                  <a:lumMod val="75000"/>
                </a:schemeClr>
              </a:solidFill>
              <a:latin typeface="Calibri" pitchFamily="34" charset="0"/>
              <a:cs typeface="Calibri" pitchFamily="34" charset="0"/>
            </a:rPr>
            <a:t> </a:t>
          </a:r>
          <a:endParaRPr lang="en-GB" sz="1100" dirty="0">
            <a:solidFill>
              <a:schemeClr val="accent6">
                <a:lumMod val="75000"/>
              </a:schemeClr>
            </a:solidFill>
            <a:latin typeface="Calibri" pitchFamily="34" charset="0"/>
            <a:cs typeface="Calibri" pitchFamily="34" charset="0"/>
          </a:endParaRPr>
        </a:p>
      </dgm:t>
    </dgm:pt>
    <dgm:pt modelId="{6559BFE6-52B1-4D31-9F97-71A5E4F7282B}" type="parTrans" cxnId="{CEE585CE-BDFD-4883-88DD-6AB863CD5C58}">
      <dgm:prSet/>
      <dgm:spPr/>
      <dgm:t>
        <a:bodyPr/>
        <a:lstStyle/>
        <a:p>
          <a:endParaRPr lang="en-GB"/>
        </a:p>
      </dgm:t>
    </dgm:pt>
    <dgm:pt modelId="{2277E2DC-0AFE-48C5-BD22-0B1F2E4936E2}" type="sibTrans" cxnId="{CEE585CE-BDFD-4883-88DD-6AB863CD5C58}">
      <dgm:prSet/>
      <dgm:spPr/>
      <dgm:t>
        <a:bodyPr/>
        <a:lstStyle/>
        <a:p>
          <a:endParaRPr lang="en-GB"/>
        </a:p>
      </dgm:t>
    </dgm:pt>
    <dgm:pt modelId="{8B497514-2FEC-45B7-8718-3DD7F2781951}">
      <dgm:prSet phldrT="[Text]" custT="1"/>
      <dgm:spPr/>
      <dgm:t>
        <a:bodyPr/>
        <a:lstStyle/>
        <a:p>
          <a:pPr algn="ctr"/>
          <a:r>
            <a:rPr lang="en-US" sz="1100" i="1" dirty="0" smtClean="0">
              <a:solidFill>
                <a:schemeClr val="accent6">
                  <a:lumMod val="75000"/>
                </a:schemeClr>
              </a:solidFill>
              <a:latin typeface="Calibri" pitchFamily="34" charset="0"/>
              <a:cs typeface="Calibri" pitchFamily="34" charset="0"/>
            </a:rPr>
            <a:t>Enrico de Boer (1965), managing partner, has a wide experience in selling and shaping of sourcing contracts in various industry sectors, managing  IT Service organizations and consulting practices.</a:t>
          </a:r>
          <a:r>
            <a:rPr lang="en-GB" sz="1100" i="1" dirty="0" smtClean="0">
              <a:solidFill>
                <a:schemeClr val="accent6">
                  <a:lumMod val="75000"/>
                </a:schemeClr>
              </a:solidFill>
              <a:latin typeface="Calibri" pitchFamily="34" charset="0"/>
              <a:cs typeface="Calibri" pitchFamily="34" charset="0"/>
            </a:rPr>
            <a:t>. His experience includes all aspects of sourcing, i.e. deal structuring, negotiations, HR, </a:t>
          </a:r>
          <a:r>
            <a:rPr lang="en-GB" sz="1100" i="1" dirty="0" err="1" smtClean="0">
              <a:solidFill>
                <a:schemeClr val="accent6">
                  <a:lumMod val="75000"/>
                </a:schemeClr>
              </a:solidFill>
              <a:latin typeface="Calibri" pitchFamily="34" charset="0"/>
              <a:cs typeface="Calibri" pitchFamily="34" charset="0"/>
            </a:rPr>
            <a:t>solutioning</a:t>
          </a:r>
          <a:r>
            <a:rPr lang="en-GB" sz="1100" i="1" dirty="0" smtClean="0">
              <a:solidFill>
                <a:schemeClr val="accent6">
                  <a:lumMod val="75000"/>
                </a:schemeClr>
              </a:solidFill>
              <a:latin typeface="Calibri" pitchFamily="34" charset="0"/>
              <a:cs typeface="Calibri" pitchFamily="34" charset="0"/>
            </a:rPr>
            <a:t> and governance models. Enrico started his career in 1987 as a professional and grew into several management positions. Great believer that everybody is connected, where business models are based on alliances.</a:t>
          </a:r>
          <a:endParaRPr lang="en-GB" sz="1100" dirty="0">
            <a:solidFill>
              <a:schemeClr val="accent6">
                <a:lumMod val="75000"/>
              </a:schemeClr>
            </a:solidFill>
            <a:latin typeface="Calibri" pitchFamily="34" charset="0"/>
            <a:cs typeface="Calibri" pitchFamily="34" charset="0"/>
          </a:endParaRPr>
        </a:p>
      </dgm:t>
    </dgm:pt>
    <dgm:pt modelId="{62D62AE4-63BF-42CF-ACB5-9C50914127E4}" type="parTrans" cxnId="{DC413EEA-1489-44E4-B676-1B6B2F939251}">
      <dgm:prSet/>
      <dgm:spPr/>
      <dgm:t>
        <a:bodyPr/>
        <a:lstStyle/>
        <a:p>
          <a:endParaRPr lang="en-GB"/>
        </a:p>
      </dgm:t>
    </dgm:pt>
    <dgm:pt modelId="{C4BDB87C-2514-447A-8EE3-00703D39AB42}" type="sibTrans" cxnId="{DC413EEA-1489-44E4-B676-1B6B2F939251}">
      <dgm:prSet/>
      <dgm:spPr/>
      <dgm:t>
        <a:bodyPr/>
        <a:lstStyle/>
        <a:p>
          <a:endParaRPr lang="en-GB"/>
        </a:p>
      </dgm:t>
    </dgm:pt>
    <dgm:pt modelId="{DB92A97E-4DB0-42B0-A68D-CECD15159B28}" type="pres">
      <dgm:prSet presAssocID="{C8F7AA9A-3C22-4BDB-A74B-C9651A3F0FD9}" presName="linearFlow" presStyleCnt="0">
        <dgm:presLayoutVars>
          <dgm:dir/>
          <dgm:resizeHandles val="exact"/>
        </dgm:presLayoutVars>
      </dgm:prSet>
      <dgm:spPr/>
    </dgm:pt>
    <dgm:pt modelId="{30206465-A09E-4E97-9C3F-D37F9BA9CFAD}" type="pres">
      <dgm:prSet presAssocID="{D330C8C3-FCD9-4D07-B1EB-DE3E2C9AC8B3}" presName="composite" presStyleCnt="0"/>
      <dgm:spPr/>
    </dgm:pt>
    <dgm:pt modelId="{C4C30D06-F776-4F3D-BD08-344F9A913974}" type="pres">
      <dgm:prSet presAssocID="{D330C8C3-FCD9-4D07-B1EB-DE3E2C9AC8B3}" presName="imgShp" presStyleLbl="fgImgPlace1" presStyleIdx="0" presStyleCnt="4"/>
      <dgm:spPr>
        <a:blipFill>
          <a:blip xmlns:r="http://schemas.openxmlformats.org/officeDocument/2006/relationships" r:embed="rId1">
            <a:duotone>
              <a:schemeClr val="accent1">
                <a:hueOff val="0"/>
                <a:satOff val="0"/>
                <a:lumOff val="0"/>
                <a:alphaOff val="0"/>
                <a:shade val="20000"/>
                <a:satMod val="200000"/>
              </a:schemeClr>
              <a:schemeClr val="accent1">
                <a:hueOff val="0"/>
                <a:satOff val="0"/>
                <a:lumOff val="0"/>
                <a:alphaOff val="0"/>
                <a:tint val="12000"/>
                <a:satMod val="190000"/>
              </a:schemeClr>
            </a:duotone>
            <a:extLst>
              <a:ext uri="{28A0092B-C50C-407E-A947-70E740481C1C}">
                <a14:useLocalDpi xmlns:a14="http://schemas.microsoft.com/office/drawing/2010/main" val="0"/>
              </a:ext>
            </a:extLst>
          </a:blip>
          <a:srcRect/>
          <a:stretch>
            <a:fillRect t="-25000" b="-25000"/>
          </a:stretch>
        </a:blipFill>
      </dgm:spPr>
    </dgm:pt>
    <dgm:pt modelId="{32113042-5859-4C5A-8B76-0F43774D84F4}" type="pres">
      <dgm:prSet presAssocID="{D330C8C3-FCD9-4D07-B1EB-DE3E2C9AC8B3}" presName="txShp" presStyleLbl="node1" presStyleIdx="0" presStyleCnt="4" custScaleX="120705" custLinFactNeighborX="11707" custLinFactNeighborY="-1020">
        <dgm:presLayoutVars>
          <dgm:bulletEnabled val="1"/>
        </dgm:presLayoutVars>
      </dgm:prSet>
      <dgm:spPr/>
      <dgm:t>
        <a:bodyPr/>
        <a:lstStyle/>
        <a:p>
          <a:endParaRPr lang="en-GB"/>
        </a:p>
      </dgm:t>
    </dgm:pt>
    <dgm:pt modelId="{5F39552C-3467-41E9-B577-8FE93C8CCA07}" type="pres">
      <dgm:prSet presAssocID="{A18168E3-740D-4AAD-BDFF-39EC5047D86D}" presName="spacing" presStyleCnt="0"/>
      <dgm:spPr/>
    </dgm:pt>
    <dgm:pt modelId="{AA22DB07-509C-4EBB-83B1-C6DDB7E29A80}" type="pres">
      <dgm:prSet presAssocID="{833F5325-234E-4723-8719-27171F0DE91E}" presName="composite" presStyleCnt="0"/>
      <dgm:spPr/>
    </dgm:pt>
    <dgm:pt modelId="{10F31F0F-A905-4339-ADEE-360B59BC2750}" type="pres">
      <dgm:prSet presAssocID="{833F5325-234E-4723-8719-27171F0DE91E}" presName="imgShp" presStyleLbl="fgImgPlace1" presStyleIdx="1" presStyleCnt="4" custLinFactNeighborX="-3138" custLinFactNeighborY="1605"/>
      <dgm:spPr>
        <a:blipFill>
          <a:blip xmlns:r="http://schemas.openxmlformats.org/officeDocument/2006/relationships" r:embed="rId2">
            <a:duotone>
              <a:schemeClr val="accent1">
                <a:hueOff val="0"/>
                <a:satOff val="0"/>
                <a:lumOff val="0"/>
                <a:alphaOff val="0"/>
                <a:shade val="20000"/>
                <a:satMod val="200000"/>
              </a:schemeClr>
              <a:schemeClr val="accent1">
                <a:hueOff val="0"/>
                <a:satOff val="0"/>
                <a:lumOff val="0"/>
                <a:alphaOff val="0"/>
                <a:tint val="12000"/>
                <a:satMod val="190000"/>
              </a:schemeClr>
            </a:duotone>
            <a:extLst>
              <a:ext uri="{28A0092B-C50C-407E-A947-70E740481C1C}">
                <a14:useLocalDpi xmlns:a14="http://schemas.microsoft.com/office/drawing/2010/main" val="0"/>
              </a:ext>
            </a:extLst>
          </a:blip>
          <a:srcRect/>
          <a:stretch>
            <a:fillRect t="-20000" b="-20000"/>
          </a:stretch>
        </a:blipFill>
      </dgm:spPr>
    </dgm:pt>
    <dgm:pt modelId="{D9855F82-EFAA-4EA1-85E3-C99BA4C1D089}" type="pres">
      <dgm:prSet presAssocID="{833F5325-234E-4723-8719-27171F0DE91E}" presName="txShp" presStyleLbl="node1" presStyleIdx="1" presStyleCnt="4" custScaleX="124076" custLinFactNeighborX="10463" custLinFactNeighborY="1593">
        <dgm:presLayoutVars>
          <dgm:bulletEnabled val="1"/>
        </dgm:presLayoutVars>
      </dgm:prSet>
      <dgm:spPr/>
      <dgm:t>
        <a:bodyPr/>
        <a:lstStyle/>
        <a:p>
          <a:endParaRPr lang="en-GB"/>
        </a:p>
      </dgm:t>
    </dgm:pt>
    <dgm:pt modelId="{676D2B5E-95C5-4CAC-9B39-6F4375C645FA}" type="pres">
      <dgm:prSet presAssocID="{2277E2DC-0AFE-48C5-BD22-0B1F2E4936E2}" presName="spacing" presStyleCnt="0"/>
      <dgm:spPr/>
    </dgm:pt>
    <dgm:pt modelId="{91E47AC0-AB6F-43E3-829D-ECE77E685F73}" type="pres">
      <dgm:prSet presAssocID="{6DE6BC17-0D2E-4DB6-B684-98865D6EE647}" presName="composite" presStyleCnt="0"/>
      <dgm:spPr/>
    </dgm:pt>
    <dgm:pt modelId="{B2AAFD6D-D99E-4B3B-96C2-2318280C5D62}" type="pres">
      <dgm:prSet presAssocID="{6DE6BC17-0D2E-4DB6-B684-98865D6EE647}" presName="imgShp" presStyleLbl="fgImgPlace1" presStyleIdx="2" presStyleCnt="4"/>
      <dgm:spPr>
        <a:blipFill>
          <a:blip xmlns:r="http://schemas.openxmlformats.org/officeDocument/2006/relationships" r:embed="rId3">
            <a:duotone>
              <a:schemeClr val="accent1">
                <a:hueOff val="0"/>
                <a:satOff val="0"/>
                <a:lumOff val="0"/>
                <a:alphaOff val="0"/>
                <a:shade val="20000"/>
                <a:satMod val="200000"/>
              </a:schemeClr>
              <a:schemeClr val="accent1">
                <a:hueOff val="0"/>
                <a:satOff val="0"/>
                <a:lumOff val="0"/>
                <a:alphaOff val="0"/>
                <a:tint val="12000"/>
                <a:satMod val="190000"/>
              </a:schemeClr>
            </a:duotone>
            <a:extLst>
              <a:ext uri="{28A0092B-C50C-407E-A947-70E740481C1C}">
                <a14:useLocalDpi xmlns:a14="http://schemas.microsoft.com/office/drawing/2010/main" val="0"/>
              </a:ext>
            </a:extLst>
          </a:blip>
          <a:srcRect/>
          <a:stretch>
            <a:fillRect t="-17000" b="-17000"/>
          </a:stretch>
        </a:blipFill>
      </dgm:spPr>
    </dgm:pt>
    <dgm:pt modelId="{F1722906-85BC-4E50-9B5E-A127C15AAEB1}" type="pres">
      <dgm:prSet presAssocID="{6DE6BC17-0D2E-4DB6-B684-98865D6EE647}" presName="txShp" presStyleLbl="node1" presStyleIdx="2" presStyleCnt="4" custScaleX="120705" custLinFactNeighborX="11707" custLinFactNeighborY="-1020">
        <dgm:presLayoutVars>
          <dgm:bulletEnabled val="1"/>
        </dgm:presLayoutVars>
      </dgm:prSet>
      <dgm:spPr/>
      <dgm:t>
        <a:bodyPr/>
        <a:lstStyle/>
        <a:p>
          <a:endParaRPr lang="en-GB"/>
        </a:p>
      </dgm:t>
    </dgm:pt>
    <dgm:pt modelId="{6CB98868-D34C-42EE-BC52-AB6C0813FC0E}" type="pres">
      <dgm:prSet presAssocID="{3E25A767-0F30-4974-AE5E-A67E790784A9}" presName="spacing" presStyleCnt="0"/>
      <dgm:spPr/>
    </dgm:pt>
    <dgm:pt modelId="{ED31FE52-0FCE-4F89-9933-B350F93EB767}" type="pres">
      <dgm:prSet presAssocID="{8B497514-2FEC-45B7-8718-3DD7F2781951}" presName="composite" presStyleCnt="0"/>
      <dgm:spPr/>
    </dgm:pt>
    <dgm:pt modelId="{A46C5854-AEB7-4B31-8CE5-832EEE648A86}" type="pres">
      <dgm:prSet presAssocID="{8B497514-2FEC-45B7-8718-3DD7F2781951}" presName="imgShp" presStyleLbl="fgImgPlace1" presStyleIdx="3" presStyleCnt="4" custLinFactNeighborX="-774"/>
      <dgm:spPr>
        <a:blipFill>
          <a:blip xmlns:r="http://schemas.openxmlformats.org/officeDocument/2006/relationships" r:embed="rId4">
            <a:duotone>
              <a:schemeClr val="accent1">
                <a:hueOff val="0"/>
                <a:satOff val="0"/>
                <a:lumOff val="0"/>
                <a:alphaOff val="0"/>
                <a:shade val="20000"/>
                <a:satMod val="200000"/>
              </a:schemeClr>
              <a:schemeClr val="accent1">
                <a:hueOff val="0"/>
                <a:satOff val="0"/>
                <a:lumOff val="0"/>
                <a:alphaOff val="0"/>
                <a:tint val="12000"/>
                <a:satMod val="190000"/>
              </a:schemeClr>
            </a:duotone>
            <a:extLst>
              <a:ext uri="{28A0092B-C50C-407E-A947-70E740481C1C}">
                <a14:useLocalDpi xmlns:a14="http://schemas.microsoft.com/office/drawing/2010/main" val="0"/>
              </a:ext>
            </a:extLst>
          </a:blip>
          <a:srcRect/>
          <a:stretch>
            <a:fillRect l="-17000" r="-17000"/>
          </a:stretch>
        </a:blipFill>
      </dgm:spPr>
    </dgm:pt>
    <dgm:pt modelId="{E0AA3264-BE97-4BC5-8FEA-89E07D6ACDB5}" type="pres">
      <dgm:prSet presAssocID="{8B497514-2FEC-45B7-8718-3DD7F2781951}" presName="txShp" presStyleLbl="node1" presStyleIdx="3" presStyleCnt="4" custScaleX="125481" custLinFactNeighborX="9923">
        <dgm:presLayoutVars>
          <dgm:bulletEnabled val="1"/>
        </dgm:presLayoutVars>
      </dgm:prSet>
      <dgm:spPr/>
      <dgm:t>
        <a:bodyPr/>
        <a:lstStyle/>
        <a:p>
          <a:endParaRPr lang="en-GB"/>
        </a:p>
      </dgm:t>
    </dgm:pt>
  </dgm:ptLst>
  <dgm:cxnLst>
    <dgm:cxn modelId="{5308208F-0D17-4BF7-A5EA-2A9FD6B9D6D5}" type="presOf" srcId="{D330C8C3-FCD9-4D07-B1EB-DE3E2C9AC8B3}" destId="{32113042-5859-4C5A-8B76-0F43774D84F4}" srcOrd="0" destOrd="0" presId="urn:microsoft.com/office/officeart/2005/8/layout/vList3#2"/>
    <dgm:cxn modelId="{C778E4CC-F1BD-4821-AC6C-97CF3AF20662}" type="presOf" srcId="{C8F7AA9A-3C22-4BDB-A74B-C9651A3F0FD9}" destId="{DB92A97E-4DB0-42B0-A68D-CECD15159B28}" srcOrd="0" destOrd="0" presId="urn:microsoft.com/office/officeart/2005/8/layout/vList3#2"/>
    <dgm:cxn modelId="{330F2402-CAD7-400F-80A3-1C3B5E14033D}" srcId="{C8F7AA9A-3C22-4BDB-A74B-C9651A3F0FD9}" destId="{D330C8C3-FCD9-4D07-B1EB-DE3E2C9AC8B3}" srcOrd="0" destOrd="0" parTransId="{AEC1F793-CA0D-4F40-82BF-04C1623129FA}" sibTransId="{A18168E3-740D-4AAD-BDFF-39EC5047D86D}"/>
    <dgm:cxn modelId="{E7707512-55D3-477D-BCF5-A2FCE9F5D69A}" type="presOf" srcId="{8B497514-2FEC-45B7-8718-3DD7F2781951}" destId="{E0AA3264-BE97-4BC5-8FEA-89E07D6ACDB5}" srcOrd="0" destOrd="0" presId="urn:microsoft.com/office/officeart/2005/8/layout/vList3#2"/>
    <dgm:cxn modelId="{402318B9-37CC-4FEE-A15A-5D9791337736}" type="presOf" srcId="{833F5325-234E-4723-8719-27171F0DE91E}" destId="{D9855F82-EFAA-4EA1-85E3-C99BA4C1D089}" srcOrd="0" destOrd="0" presId="urn:microsoft.com/office/officeart/2005/8/layout/vList3#2"/>
    <dgm:cxn modelId="{CEE585CE-BDFD-4883-88DD-6AB863CD5C58}" srcId="{C8F7AA9A-3C22-4BDB-A74B-C9651A3F0FD9}" destId="{833F5325-234E-4723-8719-27171F0DE91E}" srcOrd="1" destOrd="0" parTransId="{6559BFE6-52B1-4D31-9F97-71A5E4F7282B}" sibTransId="{2277E2DC-0AFE-48C5-BD22-0B1F2E4936E2}"/>
    <dgm:cxn modelId="{9BFA2885-D817-463F-B93F-0F8E72322ECF}" type="presOf" srcId="{6DE6BC17-0D2E-4DB6-B684-98865D6EE647}" destId="{F1722906-85BC-4E50-9B5E-A127C15AAEB1}" srcOrd="0" destOrd="0" presId="urn:microsoft.com/office/officeart/2005/8/layout/vList3#2"/>
    <dgm:cxn modelId="{DC413EEA-1489-44E4-B676-1B6B2F939251}" srcId="{C8F7AA9A-3C22-4BDB-A74B-C9651A3F0FD9}" destId="{8B497514-2FEC-45B7-8718-3DD7F2781951}" srcOrd="3" destOrd="0" parTransId="{62D62AE4-63BF-42CF-ACB5-9C50914127E4}" sibTransId="{C4BDB87C-2514-447A-8EE3-00703D39AB42}"/>
    <dgm:cxn modelId="{0DF3ED74-7088-40F0-8CB3-320DC3A8DE98}" srcId="{C8F7AA9A-3C22-4BDB-A74B-C9651A3F0FD9}" destId="{6DE6BC17-0D2E-4DB6-B684-98865D6EE647}" srcOrd="2" destOrd="0" parTransId="{FCD7CE9E-2B3A-4BED-A897-239CCAB12F2F}" sibTransId="{3E25A767-0F30-4974-AE5E-A67E790784A9}"/>
    <dgm:cxn modelId="{AAFA5757-1E91-4F1A-9F2C-1076D14652CD}" type="presParOf" srcId="{DB92A97E-4DB0-42B0-A68D-CECD15159B28}" destId="{30206465-A09E-4E97-9C3F-D37F9BA9CFAD}" srcOrd="0" destOrd="0" presId="urn:microsoft.com/office/officeart/2005/8/layout/vList3#2"/>
    <dgm:cxn modelId="{2D1B417C-4E83-4814-ADFF-C40AD31DCC0C}" type="presParOf" srcId="{30206465-A09E-4E97-9C3F-D37F9BA9CFAD}" destId="{C4C30D06-F776-4F3D-BD08-344F9A913974}" srcOrd="0" destOrd="0" presId="urn:microsoft.com/office/officeart/2005/8/layout/vList3#2"/>
    <dgm:cxn modelId="{FC2D1937-7131-429F-8FE2-D66CC3BC7CDA}" type="presParOf" srcId="{30206465-A09E-4E97-9C3F-D37F9BA9CFAD}" destId="{32113042-5859-4C5A-8B76-0F43774D84F4}" srcOrd="1" destOrd="0" presId="urn:microsoft.com/office/officeart/2005/8/layout/vList3#2"/>
    <dgm:cxn modelId="{02DCA654-392E-464B-A6B8-F2CB1DC68158}" type="presParOf" srcId="{DB92A97E-4DB0-42B0-A68D-CECD15159B28}" destId="{5F39552C-3467-41E9-B577-8FE93C8CCA07}" srcOrd="1" destOrd="0" presId="urn:microsoft.com/office/officeart/2005/8/layout/vList3#2"/>
    <dgm:cxn modelId="{9C86726E-39DF-4BD6-AF93-BCB717D4D128}" type="presParOf" srcId="{DB92A97E-4DB0-42B0-A68D-CECD15159B28}" destId="{AA22DB07-509C-4EBB-83B1-C6DDB7E29A80}" srcOrd="2" destOrd="0" presId="urn:microsoft.com/office/officeart/2005/8/layout/vList3#2"/>
    <dgm:cxn modelId="{526F6EEA-248F-4267-934A-C9BE0B55A8B3}" type="presParOf" srcId="{AA22DB07-509C-4EBB-83B1-C6DDB7E29A80}" destId="{10F31F0F-A905-4339-ADEE-360B59BC2750}" srcOrd="0" destOrd="0" presId="urn:microsoft.com/office/officeart/2005/8/layout/vList3#2"/>
    <dgm:cxn modelId="{3A26D7F8-CBA2-4FF3-B221-65B693AEEFAE}" type="presParOf" srcId="{AA22DB07-509C-4EBB-83B1-C6DDB7E29A80}" destId="{D9855F82-EFAA-4EA1-85E3-C99BA4C1D089}" srcOrd="1" destOrd="0" presId="urn:microsoft.com/office/officeart/2005/8/layout/vList3#2"/>
    <dgm:cxn modelId="{74EDF90E-8070-4B03-A373-06B4C7BFDEE3}" type="presParOf" srcId="{DB92A97E-4DB0-42B0-A68D-CECD15159B28}" destId="{676D2B5E-95C5-4CAC-9B39-6F4375C645FA}" srcOrd="3" destOrd="0" presId="urn:microsoft.com/office/officeart/2005/8/layout/vList3#2"/>
    <dgm:cxn modelId="{8E0AE239-0245-46B3-A9EF-F13046ABBA13}" type="presParOf" srcId="{DB92A97E-4DB0-42B0-A68D-CECD15159B28}" destId="{91E47AC0-AB6F-43E3-829D-ECE77E685F73}" srcOrd="4" destOrd="0" presId="urn:microsoft.com/office/officeart/2005/8/layout/vList3#2"/>
    <dgm:cxn modelId="{D93EDB12-5B8C-4C98-8E58-CF4790161A63}" type="presParOf" srcId="{91E47AC0-AB6F-43E3-829D-ECE77E685F73}" destId="{B2AAFD6D-D99E-4B3B-96C2-2318280C5D62}" srcOrd="0" destOrd="0" presId="urn:microsoft.com/office/officeart/2005/8/layout/vList3#2"/>
    <dgm:cxn modelId="{0ACF4BF4-4395-4C21-ACC9-3A8A9406CAE9}" type="presParOf" srcId="{91E47AC0-AB6F-43E3-829D-ECE77E685F73}" destId="{F1722906-85BC-4E50-9B5E-A127C15AAEB1}" srcOrd="1" destOrd="0" presId="urn:microsoft.com/office/officeart/2005/8/layout/vList3#2"/>
    <dgm:cxn modelId="{83426951-70A0-4491-B7A0-61E96F36BF22}" type="presParOf" srcId="{DB92A97E-4DB0-42B0-A68D-CECD15159B28}" destId="{6CB98868-D34C-42EE-BC52-AB6C0813FC0E}" srcOrd="5" destOrd="0" presId="urn:microsoft.com/office/officeart/2005/8/layout/vList3#2"/>
    <dgm:cxn modelId="{EFCB39C7-EFC5-48F4-A2F4-C751E801FE5B}" type="presParOf" srcId="{DB92A97E-4DB0-42B0-A68D-CECD15159B28}" destId="{ED31FE52-0FCE-4F89-9933-B350F93EB767}" srcOrd="6" destOrd="0" presId="urn:microsoft.com/office/officeart/2005/8/layout/vList3#2"/>
    <dgm:cxn modelId="{E49B04DE-E780-4B62-80FD-C4B13A226CE2}" type="presParOf" srcId="{ED31FE52-0FCE-4F89-9933-B350F93EB767}" destId="{A46C5854-AEB7-4B31-8CE5-832EEE648A86}" srcOrd="0" destOrd="0" presId="urn:microsoft.com/office/officeart/2005/8/layout/vList3#2"/>
    <dgm:cxn modelId="{646BB78B-CCB2-464F-B26A-5C1A083A5784}" type="presParOf" srcId="{ED31FE52-0FCE-4F89-9933-B350F93EB767}" destId="{E0AA3264-BE97-4BC5-8FEA-89E07D6ACDB5}" srcOrd="1" destOrd="0" presId="urn:microsoft.com/office/officeart/2005/8/layout/vList3#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86788144-AB8B-41C7-A5F9-39BC7D99469F}" type="doc">
      <dgm:prSet loTypeId="urn:microsoft.com/office/officeart/2005/8/layout/vList2" loCatId="list" qsTypeId="urn:microsoft.com/office/officeart/2005/8/quickstyle/simple3" qsCatId="simple" csTypeId="urn:microsoft.com/office/officeart/2005/8/colors/accent1_4" csCatId="accent1" phldr="1"/>
      <dgm:spPr/>
      <dgm:t>
        <a:bodyPr/>
        <a:lstStyle/>
        <a:p>
          <a:endParaRPr lang="en-GB"/>
        </a:p>
      </dgm:t>
    </dgm:pt>
    <dgm:pt modelId="{C4263511-E9D8-402E-A36E-3EB7749A3760}">
      <dgm:prSet>
        <dgm:style>
          <a:lnRef idx="2">
            <a:schemeClr val="accent1"/>
          </a:lnRef>
          <a:fillRef idx="1">
            <a:schemeClr val="lt1"/>
          </a:fillRef>
          <a:effectRef idx="0">
            <a:schemeClr val="accent1"/>
          </a:effectRef>
          <a:fontRef idx="minor">
            <a:schemeClr val="dk1"/>
          </a:fontRef>
        </dgm:style>
      </dgm:prSet>
      <dgm:spPr/>
      <dgm:t>
        <a:bodyPr/>
        <a:lstStyle/>
        <a:p>
          <a:pPr rtl="0"/>
          <a:r>
            <a:rPr lang="en-GB" noProof="0" dirty="0" smtClean="0"/>
            <a:t>Use of    </a:t>
          </a:r>
          <a:r>
            <a:rPr lang="en-GB" b="1" i="1" noProof="0" dirty="0" smtClean="0"/>
            <a:t>Evalueto</a:t>
          </a:r>
          <a:r>
            <a:rPr lang="en-GB" i="1" noProof="0" dirty="0" smtClean="0"/>
            <a:t>r</a:t>
          </a:r>
          <a:r>
            <a:rPr lang="en-GB" baseline="30000" noProof="0" dirty="0" smtClean="0"/>
            <a:t>© </a:t>
          </a:r>
          <a:r>
            <a:rPr lang="en-GB" noProof="0" dirty="0" smtClean="0"/>
            <a:t>will enable:</a:t>
          </a:r>
          <a:endParaRPr lang="en-GB" noProof="0" dirty="0"/>
        </a:p>
      </dgm:t>
    </dgm:pt>
    <dgm:pt modelId="{1F9D307D-0EC1-4B86-BC11-DFC429574244}" type="parTrans" cxnId="{C7EB3CD7-313B-45ED-9836-D1BD86FDA618}">
      <dgm:prSet/>
      <dgm:spPr/>
      <dgm:t>
        <a:bodyPr/>
        <a:lstStyle/>
        <a:p>
          <a:endParaRPr lang="en-GB"/>
        </a:p>
      </dgm:t>
    </dgm:pt>
    <dgm:pt modelId="{FCF59BD8-5F26-4B17-95ED-0CCE3551069F}" type="sibTrans" cxnId="{C7EB3CD7-313B-45ED-9836-D1BD86FDA618}">
      <dgm:prSet/>
      <dgm:spPr/>
      <dgm:t>
        <a:bodyPr/>
        <a:lstStyle/>
        <a:p>
          <a:endParaRPr lang="en-GB"/>
        </a:p>
      </dgm:t>
    </dgm:pt>
    <dgm:pt modelId="{60BFDA68-6FBC-4D64-A8BC-10E2AFE0BF3C}">
      <dgm:prSet/>
      <dgm:spPr/>
      <dgm:t>
        <a:bodyPr/>
        <a:lstStyle/>
        <a:p>
          <a:pPr rtl="0"/>
          <a:r>
            <a:rPr lang="en-GB" noProof="0" dirty="0" smtClean="0"/>
            <a:t>Shared dash-boarding;</a:t>
          </a:r>
          <a:endParaRPr lang="en-GB" noProof="0" dirty="0"/>
        </a:p>
      </dgm:t>
    </dgm:pt>
    <dgm:pt modelId="{3354F11A-1465-46D2-96FC-F0A2B8CF1844}" type="parTrans" cxnId="{36523629-D059-448B-987F-38DBABBDA39F}">
      <dgm:prSet/>
      <dgm:spPr/>
      <dgm:t>
        <a:bodyPr/>
        <a:lstStyle/>
        <a:p>
          <a:endParaRPr lang="en-GB"/>
        </a:p>
      </dgm:t>
    </dgm:pt>
    <dgm:pt modelId="{3178CB07-B37E-4272-9D54-E33923600D7D}" type="sibTrans" cxnId="{36523629-D059-448B-987F-38DBABBDA39F}">
      <dgm:prSet/>
      <dgm:spPr/>
      <dgm:t>
        <a:bodyPr/>
        <a:lstStyle/>
        <a:p>
          <a:endParaRPr lang="en-GB"/>
        </a:p>
      </dgm:t>
    </dgm:pt>
    <dgm:pt modelId="{8E701DB2-AC48-4A88-882A-72E0145F5492}">
      <dgm:prSet/>
      <dgm:spPr/>
      <dgm:t>
        <a:bodyPr/>
        <a:lstStyle/>
        <a:p>
          <a:pPr rtl="0"/>
          <a:r>
            <a:rPr lang="en-GB" noProof="0" smtClean="0"/>
            <a:t>Internal perception recording;</a:t>
          </a:r>
          <a:endParaRPr lang="en-GB" noProof="0"/>
        </a:p>
      </dgm:t>
    </dgm:pt>
    <dgm:pt modelId="{DBFAEC44-D860-4FC2-A9A4-BC17391AEBE9}" type="parTrans" cxnId="{449C94ED-3EE4-4BBF-9D18-6C7DE0D7F9C8}">
      <dgm:prSet/>
      <dgm:spPr/>
      <dgm:t>
        <a:bodyPr/>
        <a:lstStyle/>
        <a:p>
          <a:endParaRPr lang="en-GB"/>
        </a:p>
      </dgm:t>
    </dgm:pt>
    <dgm:pt modelId="{B2DACCA4-FF5C-41E5-B51F-DD2A2880F6B1}" type="sibTrans" cxnId="{449C94ED-3EE4-4BBF-9D18-6C7DE0D7F9C8}">
      <dgm:prSet/>
      <dgm:spPr/>
      <dgm:t>
        <a:bodyPr/>
        <a:lstStyle/>
        <a:p>
          <a:endParaRPr lang="en-GB"/>
        </a:p>
      </dgm:t>
    </dgm:pt>
    <dgm:pt modelId="{8B1A3647-94A1-4B8A-96B4-487A2CEA4DCE}">
      <dgm:prSet/>
      <dgm:spPr/>
      <dgm:t>
        <a:bodyPr/>
        <a:lstStyle/>
        <a:p>
          <a:pPr rtl="0"/>
          <a:r>
            <a:rPr lang="en-GB" noProof="0" dirty="0" smtClean="0"/>
            <a:t>Client perception measurement;</a:t>
          </a:r>
          <a:endParaRPr lang="en-GB" noProof="0" dirty="0"/>
        </a:p>
      </dgm:t>
    </dgm:pt>
    <dgm:pt modelId="{A38EDC32-1A9F-43DA-8753-C4555A56315C}" type="parTrans" cxnId="{4B3D15D5-C740-45B0-9F1E-528EE5F70154}">
      <dgm:prSet/>
      <dgm:spPr/>
      <dgm:t>
        <a:bodyPr/>
        <a:lstStyle/>
        <a:p>
          <a:endParaRPr lang="en-GB"/>
        </a:p>
      </dgm:t>
    </dgm:pt>
    <dgm:pt modelId="{FDB0D21A-C42B-4B9C-8FE4-38556FD64F2A}" type="sibTrans" cxnId="{4B3D15D5-C740-45B0-9F1E-528EE5F70154}">
      <dgm:prSet/>
      <dgm:spPr/>
      <dgm:t>
        <a:bodyPr/>
        <a:lstStyle/>
        <a:p>
          <a:endParaRPr lang="en-GB"/>
        </a:p>
      </dgm:t>
    </dgm:pt>
    <dgm:pt modelId="{9EF76E97-5BBD-4D55-B7F9-DEB0E533E6E7}">
      <dgm:prSet/>
      <dgm:spPr/>
      <dgm:t>
        <a:bodyPr/>
        <a:lstStyle/>
        <a:p>
          <a:pPr rtl="0"/>
          <a:r>
            <a:rPr lang="en-GB" noProof="0" dirty="0" smtClean="0"/>
            <a:t>Early identification of issues and opportunities;</a:t>
          </a:r>
          <a:endParaRPr lang="en-GB" noProof="0" dirty="0"/>
        </a:p>
      </dgm:t>
    </dgm:pt>
    <dgm:pt modelId="{6F3815F2-0F4C-4003-AF5A-19261DFD82FB}" type="parTrans" cxnId="{FAABF722-8A00-47A0-BCAE-BFCC231EDB18}">
      <dgm:prSet/>
      <dgm:spPr/>
      <dgm:t>
        <a:bodyPr/>
        <a:lstStyle/>
        <a:p>
          <a:endParaRPr lang="en-GB"/>
        </a:p>
      </dgm:t>
    </dgm:pt>
    <dgm:pt modelId="{123AA962-6566-48F9-BA0A-4DDFCB925A0A}" type="sibTrans" cxnId="{FAABF722-8A00-47A0-BCAE-BFCC231EDB18}">
      <dgm:prSet/>
      <dgm:spPr/>
      <dgm:t>
        <a:bodyPr/>
        <a:lstStyle/>
        <a:p>
          <a:endParaRPr lang="en-GB"/>
        </a:p>
      </dgm:t>
    </dgm:pt>
    <dgm:pt modelId="{A6E227A2-332E-46BB-8955-7F1177334684}">
      <dgm:prSet/>
      <dgm:spPr/>
      <dgm:t>
        <a:bodyPr/>
        <a:lstStyle/>
        <a:p>
          <a:pPr rtl="0"/>
          <a:r>
            <a:rPr lang="en-GB" noProof="0" dirty="0" smtClean="0"/>
            <a:t>Structured improvements;</a:t>
          </a:r>
          <a:endParaRPr lang="en-GB" noProof="0" dirty="0"/>
        </a:p>
      </dgm:t>
    </dgm:pt>
    <dgm:pt modelId="{6D06668C-F3C3-45F6-9D48-0C9EA027DC43}" type="parTrans" cxnId="{09D4583C-E12F-4D16-A459-FF54F129FAE4}">
      <dgm:prSet/>
      <dgm:spPr/>
      <dgm:t>
        <a:bodyPr/>
        <a:lstStyle/>
        <a:p>
          <a:endParaRPr lang="en-GB"/>
        </a:p>
      </dgm:t>
    </dgm:pt>
    <dgm:pt modelId="{CF91944F-02CC-4520-83B6-11EE0CB57AC1}" type="sibTrans" cxnId="{09D4583C-E12F-4D16-A459-FF54F129FAE4}">
      <dgm:prSet/>
      <dgm:spPr/>
      <dgm:t>
        <a:bodyPr/>
        <a:lstStyle/>
        <a:p>
          <a:endParaRPr lang="en-GB"/>
        </a:p>
      </dgm:t>
    </dgm:pt>
    <dgm:pt modelId="{75B00B01-E4DA-4219-80AD-063FE158790F}">
      <dgm:prSet/>
      <dgm:spPr/>
      <dgm:t>
        <a:bodyPr/>
        <a:lstStyle/>
        <a:p>
          <a:pPr rtl="0"/>
          <a:r>
            <a:rPr lang="en-GB" noProof="0" dirty="0" smtClean="0"/>
            <a:t>Pro-active governance;</a:t>
          </a:r>
          <a:endParaRPr lang="en-GB" noProof="0" dirty="0"/>
        </a:p>
      </dgm:t>
    </dgm:pt>
    <dgm:pt modelId="{667A4FE0-6F4E-4A6E-A93F-94ED0EB6075E}" type="parTrans" cxnId="{CCD7D51D-DD14-40FE-A21C-20EAAE98658C}">
      <dgm:prSet/>
      <dgm:spPr/>
      <dgm:t>
        <a:bodyPr/>
        <a:lstStyle/>
        <a:p>
          <a:endParaRPr lang="en-GB"/>
        </a:p>
      </dgm:t>
    </dgm:pt>
    <dgm:pt modelId="{7B9CFBEE-FB14-49D8-8530-8C125610BAAC}" type="sibTrans" cxnId="{CCD7D51D-DD14-40FE-A21C-20EAAE98658C}">
      <dgm:prSet/>
      <dgm:spPr/>
      <dgm:t>
        <a:bodyPr/>
        <a:lstStyle/>
        <a:p>
          <a:endParaRPr lang="en-GB"/>
        </a:p>
      </dgm:t>
    </dgm:pt>
    <dgm:pt modelId="{97995B71-A8B4-403D-B49C-DA014127819B}">
      <dgm:prSet/>
      <dgm:spPr/>
      <dgm:t>
        <a:bodyPr/>
        <a:lstStyle/>
        <a:p>
          <a:pPr rtl="0"/>
          <a:r>
            <a:rPr lang="en-GB" noProof="0" dirty="0" smtClean="0"/>
            <a:t>Automated contract alerts;</a:t>
          </a:r>
          <a:endParaRPr lang="en-GB" noProof="0" dirty="0"/>
        </a:p>
      </dgm:t>
    </dgm:pt>
    <dgm:pt modelId="{CFF0484E-19FC-4A49-815B-74F3E2867876}" type="parTrans" cxnId="{F644D2CE-0367-4C79-B1AC-78A9CF552981}">
      <dgm:prSet/>
      <dgm:spPr/>
      <dgm:t>
        <a:bodyPr/>
        <a:lstStyle/>
        <a:p>
          <a:endParaRPr lang="en-GB"/>
        </a:p>
      </dgm:t>
    </dgm:pt>
    <dgm:pt modelId="{875483C4-5F8A-4F63-92AA-D491DFEF0D02}" type="sibTrans" cxnId="{F644D2CE-0367-4C79-B1AC-78A9CF552981}">
      <dgm:prSet/>
      <dgm:spPr/>
      <dgm:t>
        <a:bodyPr/>
        <a:lstStyle/>
        <a:p>
          <a:endParaRPr lang="en-GB"/>
        </a:p>
      </dgm:t>
    </dgm:pt>
    <dgm:pt modelId="{FFCFEDEA-807E-4F37-890D-B12358A8756B}">
      <dgm:prSet/>
      <dgm:spPr/>
      <dgm:t>
        <a:bodyPr/>
        <a:lstStyle/>
        <a:p>
          <a:pPr rtl="0"/>
          <a:r>
            <a:rPr lang="en-GB" noProof="0" dirty="0" smtClean="0"/>
            <a:t>Key performance indicator monitoring;</a:t>
          </a:r>
          <a:endParaRPr lang="en-GB" noProof="0" dirty="0"/>
        </a:p>
      </dgm:t>
    </dgm:pt>
    <dgm:pt modelId="{9403F160-1F70-4B8F-BED2-A1837761DB06}" type="parTrans" cxnId="{993E8C70-B7A6-46FE-92F7-FA3F91E5FDED}">
      <dgm:prSet/>
      <dgm:spPr/>
      <dgm:t>
        <a:bodyPr/>
        <a:lstStyle/>
        <a:p>
          <a:endParaRPr lang="en-GB"/>
        </a:p>
      </dgm:t>
    </dgm:pt>
    <dgm:pt modelId="{E93750E7-9502-4A85-86AE-59168BE21624}" type="sibTrans" cxnId="{993E8C70-B7A6-46FE-92F7-FA3F91E5FDED}">
      <dgm:prSet/>
      <dgm:spPr/>
      <dgm:t>
        <a:bodyPr/>
        <a:lstStyle/>
        <a:p>
          <a:endParaRPr lang="en-GB"/>
        </a:p>
      </dgm:t>
    </dgm:pt>
    <dgm:pt modelId="{889D4CB2-3C92-4075-A963-E0651600FED9}">
      <dgm:prSet/>
      <dgm:spPr/>
      <dgm:t>
        <a:bodyPr/>
        <a:lstStyle/>
        <a:p>
          <a:pPr rtl="0"/>
          <a:r>
            <a:rPr lang="en-GB" noProof="0" dirty="0" smtClean="0"/>
            <a:t>Real time relationship monitoring.</a:t>
          </a:r>
          <a:endParaRPr lang="en-GB" noProof="0" dirty="0"/>
        </a:p>
      </dgm:t>
    </dgm:pt>
    <dgm:pt modelId="{C78BE7AC-B982-4D7D-928B-341657E1EEB2}" type="parTrans" cxnId="{70ED1371-9F6D-4769-AF71-847ACC6FCB90}">
      <dgm:prSet/>
      <dgm:spPr/>
      <dgm:t>
        <a:bodyPr/>
        <a:lstStyle/>
        <a:p>
          <a:endParaRPr lang="en-GB"/>
        </a:p>
      </dgm:t>
    </dgm:pt>
    <dgm:pt modelId="{7569C85C-CF3A-46E6-85F5-85BA7AC67DB4}" type="sibTrans" cxnId="{70ED1371-9F6D-4769-AF71-847ACC6FCB90}">
      <dgm:prSet/>
      <dgm:spPr/>
      <dgm:t>
        <a:bodyPr/>
        <a:lstStyle/>
        <a:p>
          <a:endParaRPr lang="en-GB"/>
        </a:p>
      </dgm:t>
    </dgm:pt>
    <dgm:pt modelId="{2C2A033F-7DF1-4EBD-9770-413CBE8B97FD}">
      <dgm:prSet/>
      <dgm:spPr/>
      <dgm:t>
        <a:bodyPr/>
        <a:lstStyle/>
        <a:p>
          <a:pPr rtl="0"/>
          <a:r>
            <a:rPr lang="en-GB" noProof="0" dirty="0" smtClean="0"/>
            <a:t>De-risked backlog</a:t>
          </a:r>
          <a:endParaRPr lang="en-GB" noProof="0" dirty="0"/>
        </a:p>
      </dgm:t>
    </dgm:pt>
    <dgm:pt modelId="{4500E328-0C1B-4B8D-A96A-CCFB8C525465}" type="parTrans" cxnId="{1293A748-6799-4795-BCD4-1C003077A898}">
      <dgm:prSet/>
      <dgm:spPr/>
      <dgm:t>
        <a:bodyPr/>
        <a:lstStyle/>
        <a:p>
          <a:endParaRPr lang="en-GB"/>
        </a:p>
      </dgm:t>
    </dgm:pt>
    <dgm:pt modelId="{13233077-9013-4412-9E73-04AAD81067CE}" type="sibTrans" cxnId="{1293A748-6799-4795-BCD4-1C003077A898}">
      <dgm:prSet/>
      <dgm:spPr/>
      <dgm:t>
        <a:bodyPr/>
        <a:lstStyle/>
        <a:p>
          <a:endParaRPr lang="en-GB"/>
        </a:p>
      </dgm:t>
    </dgm:pt>
    <dgm:pt modelId="{5F513F04-101D-40D2-A310-E8BAB8EE0E26}">
      <dgm:prSet/>
      <dgm:spPr/>
      <dgm:t>
        <a:bodyPr/>
        <a:lstStyle/>
        <a:p>
          <a:pPr rtl="0"/>
          <a:r>
            <a:rPr lang="en-GB" noProof="0" dirty="0" smtClean="0">
              <a:ln w="18415" cmpd="sng">
                <a:prstDash val="solid"/>
              </a:ln>
              <a:latin typeface="Verdana" pitchFamily="-123" charset="0"/>
            </a:rPr>
            <a:t>Improved collaboration several entities and clients</a:t>
          </a:r>
          <a:endParaRPr lang="en-GB" noProof="0" dirty="0"/>
        </a:p>
      </dgm:t>
    </dgm:pt>
    <dgm:pt modelId="{331960EE-3FE5-49D4-8423-3AEE123FB4B9}" type="parTrans" cxnId="{FEB60F30-8DE4-4F65-9B52-184BD2872C7A}">
      <dgm:prSet/>
      <dgm:spPr/>
      <dgm:t>
        <a:bodyPr/>
        <a:lstStyle/>
        <a:p>
          <a:endParaRPr lang="en-GB"/>
        </a:p>
      </dgm:t>
    </dgm:pt>
    <dgm:pt modelId="{B5C0770B-F305-490C-ACB0-1422929B01A2}" type="sibTrans" cxnId="{FEB60F30-8DE4-4F65-9B52-184BD2872C7A}">
      <dgm:prSet/>
      <dgm:spPr/>
      <dgm:t>
        <a:bodyPr/>
        <a:lstStyle/>
        <a:p>
          <a:endParaRPr lang="en-GB"/>
        </a:p>
      </dgm:t>
    </dgm:pt>
    <dgm:pt modelId="{4B229F3B-9A87-4333-930B-ABDA14694AA0}">
      <dgm:prSet/>
      <dgm:spPr/>
      <dgm:t>
        <a:bodyPr/>
        <a:lstStyle/>
        <a:p>
          <a:pPr rtl="0"/>
          <a:r>
            <a:rPr lang="en-GB" noProof="0" smtClean="0"/>
            <a:t>Reliable revenue predictions;</a:t>
          </a:r>
          <a:endParaRPr lang="en-GB" noProof="0"/>
        </a:p>
      </dgm:t>
    </dgm:pt>
    <dgm:pt modelId="{F43B3DD5-08B3-489D-87AB-F264E2B38719}" type="parTrans" cxnId="{B94CE784-E5FB-44C4-8111-76DD4FB97732}">
      <dgm:prSet/>
      <dgm:spPr/>
      <dgm:t>
        <a:bodyPr/>
        <a:lstStyle/>
        <a:p>
          <a:endParaRPr lang="en-GB"/>
        </a:p>
      </dgm:t>
    </dgm:pt>
    <dgm:pt modelId="{E3D6DE12-58C5-41AF-8163-312A003A49B6}" type="sibTrans" cxnId="{B94CE784-E5FB-44C4-8111-76DD4FB97732}">
      <dgm:prSet/>
      <dgm:spPr/>
      <dgm:t>
        <a:bodyPr/>
        <a:lstStyle/>
        <a:p>
          <a:endParaRPr lang="en-GB"/>
        </a:p>
      </dgm:t>
    </dgm:pt>
    <dgm:pt modelId="{2E3C848A-CBE1-48EF-B77D-66CBD7638EA3}">
      <dgm:prSet/>
      <dgm:spPr/>
      <dgm:t>
        <a:bodyPr/>
        <a:lstStyle/>
        <a:p>
          <a:pPr rtl="0"/>
          <a:r>
            <a:rPr lang="en-GB" noProof="0" smtClean="0">
              <a:ln w="18415" cmpd="sng">
                <a:prstDash val="solid"/>
              </a:ln>
              <a:latin typeface="Verdana" pitchFamily="-123" charset="0"/>
            </a:rPr>
            <a:t>One way of working, Culture change, first time right attitude</a:t>
          </a:r>
          <a:endParaRPr lang="en-GB" noProof="0"/>
        </a:p>
      </dgm:t>
    </dgm:pt>
    <dgm:pt modelId="{6EB2784F-0189-48EB-A914-16364CF93F5C}" type="parTrans" cxnId="{8DF37D37-EA19-4255-B400-8A48376F631F}">
      <dgm:prSet/>
      <dgm:spPr/>
      <dgm:t>
        <a:bodyPr/>
        <a:lstStyle/>
        <a:p>
          <a:endParaRPr lang="en-GB"/>
        </a:p>
      </dgm:t>
    </dgm:pt>
    <dgm:pt modelId="{EF34BB02-9DB1-4A5B-A89E-D630FA53E8BF}" type="sibTrans" cxnId="{8DF37D37-EA19-4255-B400-8A48376F631F}">
      <dgm:prSet/>
      <dgm:spPr/>
      <dgm:t>
        <a:bodyPr/>
        <a:lstStyle/>
        <a:p>
          <a:endParaRPr lang="en-GB"/>
        </a:p>
      </dgm:t>
    </dgm:pt>
    <dgm:pt modelId="{5BC0DC4E-CB5D-414C-9317-FCE1E8CF2A7E}">
      <dgm:prSet/>
      <dgm:spPr/>
      <dgm:t>
        <a:bodyPr/>
        <a:lstStyle/>
        <a:p>
          <a:pPr rtl="0"/>
          <a:r>
            <a:rPr lang="en-GB" noProof="0" smtClean="0">
              <a:ln w="18415" cmpd="sng">
                <a:prstDash val="solid"/>
              </a:ln>
              <a:latin typeface="Verdana" pitchFamily="-123" charset="0"/>
            </a:rPr>
            <a:t>Focused on the client;</a:t>
          </a:r>
          <a:endParaRPr lang="en-GB" noProof="0"/>
        </a:p>
      </dgm:t>
    </dgm:pt>
    <dgm:pt modelId="{35E4D475-0A6C-4626-80A9-732FD30BF7FE}" type="parTrans" cxnId="{88F95B8A-4A07-4537-B726-D1CDE686CD0E}">
      <dgm:prSet/>
      <dgm:spPr/>
      <dgm:t>
        <a:bodyPr/>
        <a:lstStyle/>
        <a:p>
          <a:endParaRPr lang="en-GB"/>
        </a:p>
      </dgm:t>
    </dgm:pt>
    <dgm:pt modelId="{88158F33-48EB-4B2E-807A-23191EE6AF9C}" type="sibTrans" cxnId="{88F95B8A-4A07-4537-B726-D1CDE686CD0E}">
      <dgm:prSet/>
      <dgm:spPr/>
      <dgm:t>
        <a:bodyPr/>
        <a:lstStyle/>
        <a:p>
          <a:endParaRPr lang="en-GB"/>
        </a:p>
      </dgm:t>
    </dgm:pt>
    <dgm:pt modelId="{68AB5084-595E-4370-AB64-F3F64A9EA394}">
      <dgm:prSet/>
      <dgm:spPr/>
      <dgm:t>
        <a:bodyPr/>
        <a:lstStyle/>
        <a:p>
          <a:pPr rtl="0"/>
          <a:r>
            <a:rPr lang="en-GB" noProof="0" dirty="0" smtClean="0">
              <a:ln w="18415" cmpd="sng">
                <a:prstDash val="solid"/>
              </a:ln>
              <a:latin typeface="Verdana" pitchFamily="-123" charset="0"/>
            </a:rPr>
            <a:t>Transparent Client relationship with aligned expectations; increase of Net Promoter Score</a:t>
          </a:r>
          <a:endParaRPr lang="en-GB" noProof="0" dirty="0"/>
        </a:p>
      </dgm:t>
    </dgm:pt>
    <dgm:pt modelId="{7BCB3E6A-5EE8-4F84-97D4-F0511C2C2BB4}" type="parTrans" cxnId="{02445625-C219-407F-B931-02F83B533051}">
      <dgm:prSet/>
      <dgm:spPr/>
      <dgm:t>
        <a:bodyPr/>
        <a:lstStyle/>
        <a:p>
          <a:endParaRPr lang="en-GB"/>
        </a:p>
      </dgm:t>
    </dgm:pt>
    <dgm:pt modelId="{089502FC-287E-4918-912E-8D5FDC146B9E}" type="sibTrans" cxnId="{02445625-C219-407F-B931-02F83B533051}">
      <dgm:prSet/>
      <dgm:spPr/>
      <dgm:t>
        <a:bodyPr/>
        <a:lstStyle/>
        <a:p>
          <a:endParaRPr lang="en-GB"/>
        </a:p>
      </dgm:t>
    </dgm:pt>
    <dgm:pt modelId="{59E7658B-D95B-4318-B455-A877CA4FED9E}">
      <dgm:prSet/>
      <dgm:spPr/>
      <dgm:t>
        <a:bodyPr/>
        <a:lstStyle/>
        <a:p>
          <a:pPr rtl="0"/>
          <a:r>
            <a:rPr lang="en-GB" noProof="0" smtClean="0">
              <a:ln w="18415" cmpd="sng">
                <a:prstDash val="solid"/>
              </a:ln>
              <a:latin typeface="Verdana" pitchFamily="-123" charset="0"/>
            </a:rPr>
            <a:t>Trusted relation</a:t>
          </a:r>
          <a:endParaRPr lang="en-GB" noProof="0"/>
        </a:p>
      </dgm:t>
    </dgm:pt>
    <dgm:pt modelId="{94EBCCA4-12A0-452A-8CB8-3F235A98014C}" type="parTrans" cxnId="{6DC3860B-6454-4F62-918F-74A4D917D24E}">
      <dgm:prSet/>
      <dgm:spPr/>
      <dgm:t>
        <a:bodyPr/>
        <a:lstStyle/>
        <a:p>
          <a:endParaRPr lang="en-GB"/>
        </a:p>
      </dgm:t>
    </dgm:pt>
    <dgm:pt modelId="{287170BA-2730-47E4-AFEE-61355F0D0325}" type="sibTrans" cxnId="{6DC3860B-6454-4F62-918F-74A4D917D24E}">
      <dgm:prSet/>
      <dgm:spPr/>
      <dgm:t>
        <a:bodyPr/>
        <a:lstStyle/>
        <a:p>
          <a:endParaRPr lang="en-GB"/>
        </a:p>
      </dgm:t>
    </dgm:pt>
    <dgm:pt modelId="{4419EDE0-8765-414D-90B2-B2C8FE3E695E}">
      <dgm:prSet/>
      <dgm:spPr/>
      <dgm:t>
        <a:bodyPr/>
        <a:lstStyle/>
        <a:p>
          <a:pPr rtl="0"/>
          <a:r>
            <a:rPr lang="en-GB" noProof="0" smtClean="0">
              <a:ln w="18415" cmpd="sng">
                <a:prstDash val="solid"/>
              </a:ln>
              <a:latin typeface="Verdana" pitchFamily="-123" charset="0"/>
            </a:rPr>
            <a:t>One corporate “language”;</a:t>
          </a:r>
          <a:endParaRPr lang="en-GB" noProof="0"/>
        </a:p>
      </dgm:t>
    </dgm:pt>
    <dgm:pt modelId="{C17A6A7A-2CC7-447E-87F6-F3799A3D43E8}" type="parTrans" cxnId="{210982D6-3ABF-4193-BDA8-FEC75C744052}">
      <dgm:prSet/>
      <dgm:spPr/>
      <dgm:t>
        <a:bodyPr/>
        <a:lstStyle/>
        <a:p>
          <a:endParaRPr lang="en-GB"/>
        </a:p>
      </dgm:t>
    </dgm:pt>
    <dgm:pt modelId="{F73CF24F-2D10-46BB-A896-7A8C7BFC4820}" type="sibTrans" cxnId="{210982D6-3ABF-4193-BDA8-FEC75C744052}">
      <dgm:prSet/>
      <dgm:spPr/>
      <dgm:t>
        <a:bodyPr/>
        <a:lstStyle/>
        <a:p>
          <a:endParaRPr lang="en-GB"/>
        </a:p>
      </dgm:t>
    </dgm:pt>
    <dgm:pt modelId="{27475E21-E1B7-484C-958B-92E9855E2D2B}">
      <dgm:prSet/>
      <dgm:spPr/>
      <dgm:t>
        <a:bodyPr/>
        <a:lstStyle/>
        <a:p>
          <a:pPr rtl="0"/>
          <a:r>
            <a:rPr lang="en-GB" noProof="0" smtClean="0"/>
            <a:t>Making informed decisions</a:t>
          </a:r>
          <a:endParaRPr lang="en-GB" noProof="0"/>
        </a:p>
      </dgm:t>
    </dgm:pt>
    <dgm:pt modelId="{75C3759E-ECC8-4E96-96D5-E8538FD59FE2}" type="parTrans" cxnId="{15B27116-C564-4FD2-BFC4-849F92E20EA7}">
      <dgm:prSet/>
      <dgm:spPr/>
      <dgm:t>
        <a:bodyPr/>
        <a:lstStyle/>
        <a:p>
          <a:endParaRPr lang="en-GB"/>
        </a:p>
      </dgm:t>
    </dgm:pt>
    <dgm:pt modelId="{3A689173-48C0-4820-BBCF-56369228E962}" type="sibTrans" cxnId="{15B27116-C564-4FD2-BFC4-849F92E20EA7}">
      <dgm:prSet/>
      <dgm:spPr/>
      <dgm:t>
        <a:bodyPr/>
        <a:lstStyle/>
        <a:p>
          <a:endParaRPr lang="en-GB"/>
        </a:p>
      </dgm:t>
    </dgm:pt>
    <dgm:pt modelId="{0D35B574-F859-46D8-86D8-973F4EB17F55}" type="pres">
      <dgm:prSet presAssocID="{86788144-AB8B-41C7-A5F9-39BC7D99469F}" presName="linear" presStyleCnt="0">
        <dgm:presLayoutVars>
          <dgm:animLvl val="lvl"/>
          <dgm:resizeHandles val="exact"/>
        </dgm:presLayoutVars>
      </dgm:prSet>
      <dgm:spPr/>
      <dgm:t>
        <a:bodyPr/>
        <a:lstStyle/>
        <a:p>
          <a:endParaRPr lang="en-GB"/>
        </a:p>
      </dgm:t>
    </dgm:pt>
    <dgm:pt modelId="{0776731B-C8B7-4006-86FB-69BA90F712D3}" type="pres">
      <dgm:prSet presAssocID="{C4263511-E9D8-402E-A36E-3EB7749A3760}" presName="parentText" presStyleLbl="node1" presStyleIdx="0" presStyleCnt="10">
        <dgm:presLayoutVars>
          <dgm:chMax val="0"/>
          <dgm:bulletEnabled val="1"/>
        </dgm:presLayoutVars>
      </dgm:prSet>
      <dgm:spPr/>
      <dgm:t>
        <a:bodyPr/>
        <a:lstStyle/>
        <a:p>
          <a:endParaRPr lang="en-GB"/>
        </a:p>
      </dgm:t>
    </dgm:pt>
    <dgm:pt modelId="{FDF9BCCC-53BE-4B1B-9D5D-19BAA58CBD6C}" type="pres">
      <dgm:prSet presAssocID="{FCF59BD8-5F26-4B17-95ED-0CCE3551069F}" presName="spacer" presStyleCnt="0"/>
      <dgm:spPr/>
    </dgm:pt>
    <dgm:pt modelId="{0FDCD26A-134C-4DB8-AE8F-88A5B3F72E0B}" type="pres">
      <dgm:prSet presAssocID="{60BFDA68-6FBC-4D64-A8BC-10E2AFE0BF3C}" presName="parentText" presStyleLbl="node1" presStyleIdx="1" presStyleCnt="10">
        <dgm:presLayoutVars>
          <dgm:chMax val="0"/>
          <dgm:bulletEnabled val="1"/>
        </dgm:presLayoutVars>
      </dgm:prSet>
      <dgm:spPr/>
      <dgm:t>
        <a:bodyPr/>
        <a:lstStyle/>
        <a:p>
          <a:endParaRPr lang="en-GB"/>
        </a:p>
      </dgm:t>
    </dgm:pt>
    <dgm:pt modelId="{D3C9C67F-7AF3-4C8A-9632-2A4BFAA375E0}" type="pres">
      <dgm:prSet presAssocID="{60BFDA68-6FBC-4D64-A8BC-10E2AFE0BF3C}" presName="childText" presStyleLbl="revTx" presStyleIdx="0" presStyleCnt="9">
        <dgm:presLayoutVars>
          <dgm:bulletEnabled val="1"/>
        </dgm:presLayoutVars>
      </dgm:prSet>
      <dgm:spPr/>
      <dgm:t>
        <a:bodyPr/>
        <a:lstStyle/>
        <a:p>
          <a:endParaRPr lang="en-GB"/>
        </a:p>
      </dgm:t>
    </dgm:pt>
    <dgm:pt modelId="{2C370813-10F5-4802-A9E2-FC5B8C4D7B60}" type="pres">
      <dgm:prSet presAssocID="{8E701DB2-AC48-4A88-882A-72E0145F5492}" presName="parentText" presStyleLbl="node1" presStyleIdx="2" presStyleCnt="10">
        <dgm:presLayoutVars>
          <dgm:chMax val="0"/>
          <dgm:bulletEnabled val="1"/>
        </dgm:presLayoutVars>
      </dgm:prSet>
      <dgm:spPr/>
      <dgm:t>
        <a:bodyPr/>
        <a:lstStyle/>
        <a:p>
          <a:endParaRPr lang="en-GB"/>
        </a:p>
      </dgm:t>
    </dgm:pt>
    <dgm:pt modelId="{2C580378-EF55-4D3C-A38E-CB7D0BFE0DBC}" type="pres">
      <dgm:prSet presAssocID="{8E701DB2-AC48-4A88-882A-72E0145F5492}" presName="childText" presStyleLbl="revTx" presStyleIdx="1" presStyleCnt="9">
        <dgm:presLayoutVars>
          <dgm:bulletEnabled val="1"/>
        </dgm:presLayoutVars>
      </dgm:prSet>
      <dgm:spPr/>
      <dgm:t>
        <a:bodyPr/>
        <a:lstStyle/>
        <a:p>
          <a:endParaRPr lang="en-GB"/>
        </a:p>
      </dgm:t>
    </dgm:pt>
    <dgm:pt modelId="{02B10E09-60AB-4B80-B6CC-5EBF98518F99}" type="pres">
      <dgm:prSet presAssocID="{8B1A3647-94A1-4B8A-96B4-487A2CEA4DCE}" presName="parentText" presStyleLbl="node1" presStyleIdx="3" presStyleCnt="10">
        <dgm:presLayoutVars>
          <dgm:chMax val="0"/>
          <dgm:bulletEnabled val="1"/>
        </dgm:presLayoutVars>
      </dgm:prSet>
      <dgm:spPr/>
      <dgm:t>
        <a:bodyPr/>
        <a:lstStyle/>
        <a:p>
          <a:endParaRPr lang="en-GB"/>
        </a:p>
      </dgm:t>
    </dgm:pt>
    <dgm:pt modelId="{A2F44118-3DAC-46F5-AE5B-F20FEB31C012}" type="pres">
      <dgm:prSet presAssocID="{8B1A3647-94A1-4B8A-96B4-487A2CEA4DCE}" presName="childText" presStyleLbl="revTx" presStyleIdx="2" presStyleCnt="9">
        <dgm:presLayoutVars>
          <dgm:bulletEnabled val="1"/>
        </dgm:presLayoutVars>
      </dgm:prSet>
      <dgm:spPr/>
      <dgm:t>
        <a:bodyPr/>
        <a:lstStyle/>
        <a:p>
          <a:endParaRPr lang="en-GB"/>
        </a:p>
      </dgm:t>
    </dgm:pt>
    <dgm:pt modelId="{9C5AE01C-16D3-45BE-91B2-73EB025F9F12}" type="pres">
      <dgm:prSet presAssocID="{9EF76E97-5BBD-4D55-B7F9-DEB0E533E6E7}" presName="parentText" presStyleLbl="node1" presStyleIdx="4" presStyleCnt="10">
        <dgm:presLayoutVars>
          <dgm:chMax val="0"/>
          <dgm:bulletEnabled val="1"/>
        </dgm:presLayoutVars>
      </dgm:prSet>
      <dgm:spPr/>
      <dgm:t>
        <a:bodyPr/>
        <a:lstStyle/>
        <a:p>
          <a:endParaRPr lang="en-GB"/>
        </a:p>
      </dgm:t>
    </dgm:pt>
    <dgm:pt modelId="{059A21E9-0696-4685-8EC3-30F17CD51E07}" type="pres">
      <dgm:prSet presAssocID="{9EF76E97-5BBD-4D55-B7F9-DEB0E533E6E7}" presName="childText" presStyleLbl="revTx" presStyleIdx="3" presStyleCnt="9">
        <dgm:presLayoutVars>
          <dgm:bulletEnabled val="1"/>
        </dgm:presLayoutVars>
      </dgm:prSet>
      <dgm:spPr/>
      <dgm:t>
        <a:bodyPr/>
        <a:lstStyle/>
        <a:p>
          <a:endParaRPr lang="en-GB"/>
        </a:p>
      </dgm:t>
    </dgm:pt>
    <dgm:pt modelId="{7EADE9C6-7958-45A7-BA58-16CB209A7FE4}" type="pres">
      <dgm:prSet presAssocID="{A6E227A2-332E-46BB-8955-7F1177334684}" presName="parentText" presStyleLbl="node1" presStyleIdx="5" presStyleCnt="10">
        <dgm:presLayoutVars>
          <dgm:chMax val="0"/>
          <dgm:bulletEnabled val="1"/>
        </dgm:presLayoutVars>
      </dgm:prSet>
      <dgm:spPr/>
      <dgm:t>
        <a:bodyPr/>
        <a:lstStyle/>
        <a:p>
          <a:endParaRPr lang="en-GB"/>
        </a:p>
      </dgm:t>
    </dgm:pt>
    <dgm:pt modelId="{EDF91466-E1E4-4F34-9D5F-1182533C5D62}" type="pres">
      <dgm:prSet presAssocID="{A6E227A2-332E-46BB-8955-7F1177334684}" presName="childText" presStyleLbl="revTx" presStyleIdx="4" presStyleCnt="9">
        <dgm:presLayoutVars>
          <dgm:bulletEnabled val="1"/>
        </dgm:presLayoutVars>
      </dgm:prSet>
      <dgm:spPr/>
      <dgm:t>
        <a:bodyPr/>
        <a:lstStyle/>
        <a:p>
          <a:endParaRPr lang="en-GB"/>
        </a:p>
      </dgm:t>
    </dgm:pt>
    <dgm:pt modelId="{34978DA9-F51D-4DD5-B462-8C652D1D7CC7}" type="pres">
      <dgm:prSet presAssocID="{75B00B01-E4DA-4219-80AD-063FE158790F}" presName="parentText" presStyleLbl="node1" presStyleIdx="6" presStyleCnt="10">
        <dgm:presLayoutVars>
          <dgm:chMax val="0"/>
          <dgm:bulletEnabled val="1"/>
        </dgm:presLayoutVars>
      </dgm:prSet>
      <dgm:spPr/>
      <dgm:t>
        <a:bodyPr/>
        <a:lstStyle/>
        <a:p>
          <a:endParaRPr lang="en-GB"/>
        </a:p>
      </dgm:t>
    </dgm:pt>
    <dgm:pt modelId="{D3967A9B-C73E-41C6-A3FA-6B496224063D}" type="pres">
      <dgm:prSet presAssocID="{75B00B01-E4DA-4219-80AD-063FE158790F}" presName="childText" presStyleLbl="revTx" presStyleIdx="5" presStyleCnt="9">
        <dgm:presLayoutVars>
          <dgm:bulletEnabled val="1"/>
        </dgm:presLayoutVars>
      </dgm:prSet>
      <dgm:spPr/>
      <dgm:t>
        <a:bodyPr/>
        <a:lstStyle/>
        <a:p>
          <a:endParaRPr lang="en-GB"/>
        </a:p>
      </dgm:t>
    </dgm:pt>
    <dgm:pt modelId="{9FD8CB45-97D9-4CA3-9851-19AB90997476}" type="pres">
      <dgm:prSet presAssocID="{97995B71-A8B4-403D-B49C-DA014127819B}" presName="parentText" presStyleLbl="node1" presStyleIdx="7" presStyleCnt="10">
        <dgm:presLayoutVars>
          <dgm:chMax val="0"/>
          <dgm:bulletEnabled val="1"/>
        </dgm:presLayoutVars>
      </dgm:prSet>
      <dgm:spPr/>
      <dgm:t>
        <a:bodyPr/>
        <a:lstStyle/>
        <a:p>
          <a:endParaRPr lang="en-GB"/>
        </a:p>
      </dgm:t>
    </dgm:pt>
    <dgm:pt modelId="{63408014-4AE2-412E-8A70-D983D93E849F}" type="pres">
      <dgm:prSet presAssocID="{97995B71-A8B4-403D-B49C-DA014127819B}" presName="childText" presStyleLbl="revTx" presStyleIdx="6" presStyleCnt="9">
        <dgm:presLayoutVars>
          <dgm:bulletEnabled val="1"/>
        </dgm:presLayoutVars>
      </dgm:prSet>
      <dgm:spPr/>
      <dgm:t>
        <a:bodyPr/>
        <a:lstStyle/>
        <a:p>
          <a:endParaRPr lang="en-GB"/>
        </a:p>
      </dgm:t>
    </dgm:pt>
    <dgm:pt modelId="{DD41DCA4-A6EF-4E13-BEA4-E99AFD626581}" type="pres">
      <dgm:prSet presAssocID="{FFCFEDEA-807E-4F37-890D-B12358A8756B}" presName="parentText" presStyleLbl="node1" presStyleIdx="8" presStyleCnt="10">
        <dgm:presLayoutVars>
          <dgm:chMax val="0"/>
          <dgm:bulletEnabled val="1"/>
        </dgm:presLayoutVars>
      </dgm:prSet>
      <dgm:spPr/>
      <dgm:t>
        <a:bodyPr/>
        <a:lstStyle/>
        <a:p>
          <a:endParaRPr lang="en-GB"/>
        </a:p>
      </dgm:t>
    </dgm:pt>
    <dgm:pt modelId="{88DB2579-A8A1-43EB-AB9C-868D5704223B}" type="pres">
      <dgm:prSet presAssocID="{FFCFEDEA-807E-4F37-890D-B12358A8756B}" presName="childText" presStyleLbl="revTx" presStyleIdx="7" presStyleCnt="9">
        <dgm:presLayoutVars>
          <dgm:bulletEnabled val="1"/>
        </dgm:presLayoutVars>
      </dgm:prSet>
      <dgm:spPr/>
      <dgm:t>
        <a:bodyPr/>
        <a:lstStyle/>
        <a:p>
          <a:endParaRPr lang="en-GB"/>
        </a:p>
      </dgm:t>
    </dgm:pt>
    <dgm:pt modelId="{183BAC4B-4358-4A0B-91E7-15773A9E7332}" type="pres">
      <dgm:prSet presAssocID="{889D4CB2-3C92-4075-A963-E0651600FED9}" presName="parentText" presStyleLbl="node1" presStyleIdx="9" presStyleCnt="10">
        <dgm:presLayoutVars>
          <dgm:chMax val="0"/>
          <dgm:bulletEnabled val="1"/>
        </dgm:presLayoutVars>
      </dgm:prSet>
      <dgm:spPr/>
      <dgm:t>
        <a:bodyPr/>
        <a:lstStyle/>
        <a:p>
          <a:endParaRPr lang="en-GB"/>
        </a:p>
      </dgm:t>
    </dgm:pt>
    <dgm:pt modelId="{E050F450-1864-44ED-AB2A-827D253B1BEF}" type="pres">
      <dgm:prSet presAssocID="{889D4CB2-3C92-4075-A963-E0651600FED9}" presName="childText" presStyleLbl="revTx" presStyleIdx="8" presStyleCnt="9">
        <dgm:presLayoutVars>
          <dgm:bulletEnabled val="1"/>
        </dgm:presLayoutVars>
      </dgm:prSet>
      <dgm:spPr/>
      <dgm:t>
        <a:bodyPr/>
        <a:lstStyle/>
        <a:p>
          <a:endParaRPr lang="en-GB"/>
        </a:p>
      </dgm:t>
    </dgm:pt>
  </dgm:ptLst>
  <dgm:cxnLst>
    <dgm:cxn modelId="{3A55B405-7D9A-4C60-8A0C-E519A0100982}" type="presOf" srcId="{2C2A033F-7DF1-4EBD-9770-413CBE8B97FD}" destId="{E050F450-1864-44ED-AB2A-827D253B1BEF}" srcOrd="0" destOrd="0" presId="urn:microsoft.com/office/officeart/2005/8/layout/vList2"/>
    <dgm:cxn modelId="{1293A748-6799-4795-BCD4-1C003077A898}" srcId="{889D4CB2-3C92-4075-A963-E0651600FED9}" destId="{2C2A033F-7DF1-4EBD-9770-413CBE8B97FD}" srcOrd="0" destOrd="0" parTransId="{4500E328-0C1B-4B8D-A96A-CCFB8C525465}" sibTransId="{13233077-9013-4412-9E73-04AAD81067CE}"/>
    <dgm:cxn modelId="{210982D6-3ABF-4193-BDA8-FEC75C744052}" srcId="{FFCFEDEA-807E-4F37-890D-B12358A8756B}" destId="{4419EDE0-8765-414D-90B2-B2C8FE3E695E}" srcOrd="0" destOrd="0" parTransId="{C17A6A7A-2CC7-447E-87F6-F3799A3D43E8}" sibTransId="{F73CF24F-2D10-46BB-A896-7A8C7BFC4820}"/>
    <dgm:cxn modelId="{B94CE784-E5FB-44C4-8111-76DD4FB97732}" srcId="{97995B71-A8B4-403D-B49C-DA014127819B}" destId="{4B229F3B-9A87-4333-930B-ABDA14694AA0}" srcOrd="0" destOrd="0" parTransId="{F43B3DD5-08B3-489D-87AB-F264E2B38719}" sibTransId="{E3D6DE12-58C5-41AF-8163-312A003A49B6}"/>
    <dgm:cxn modelId="{449C94ED-3EE4-4BBF-9D18-6C7DE0D7F9C8}" srcId="{86788144-AB8B-41C7-A5F9-39BC7D99469F}" destId="{8E701DB2-AC48-4A88-882A-72E0145F5492}" srcOrd="2" destOrd="0" parTransId="{DBFAEC44-D860-4FC2-A9A4-BC17391AEBE9}" sibTransId="{B2DACCA4-FF5C-41E5-B51F-DD2A2880F6B1}"/>
    <dgm:cxn modelId="{02445625-C219-407F-B931-02F83B533051}" srcId="{8B1A3647-94A1-4B8A-96B4-487A2CEA4DCE}" destId="{68AB5084-595E-4370-AB64-F3F64A9EA394}" srcOrd="0" destOrd="0" parTransId="{7BCB3E6A-5EE8-4F84-97D4-F0511C2C2BB4}" sibTransId="{089502FC-287E-4918-912E-8D5FDC146B9E}"/>
    <dgm:cxn modelId="{CCD7D51D-DD14-40FE-A21C-20EAAE98658C}" srcId="{86788144-AB8B-41C7-A5F9-39BC7D99469F}" destId="{75B00B01-E4DA-4219-80AD-063FE158790F}" srcOrd="6" destOrd="0" parTransId="{667A4FE0-6F4E-4A6E-A93F-94ED0EB6075E}" sibTransId="{7B9CFBEE-FB14-49D8-8530-8C125610BAAC}"/>
    <dgm:cxn modelId="{FBEAE908-37C5-414B-B168-03E40A13855A}" type="presOf" srcId="{4B229F3B-9A87-4333-930B-ABDA14694AA0}" destId="{63408014-4AE2-412E-8A70-D983D93E849F}" srcOrd="0" destOrd="0" presId="urn:microsoft.com/office/officeart/2005/8/layout/vList2"/>
    <dgm:cxn modelId="{CC3B2ABA-2CE4-4010-9D85-774BD7F6CF1B}" type="presOf" srcId="{75B00B01-E4DA-4219-80AD-063FE158790F}" destId="{34978DA9-F51D-4DD5-B462-8C652D1D7CC7}" srcOrd="0" destOrd="0" presId="urn:microsoft.com/office/officeart/2005/8/layout/vList2"/>
    <dgm:cxn modelId="{F9001595-957D-4ADC-93F7-DD7609CFDD61}" type="presOf" srcId="{2E3C848A-CBE1-48EF-B77D-66CBD7638EA3}" destId="{EDF91466-E1E4-4F34-9D5F-1182533C5D62}" srcOrd="0" destOrd="0" presId="urn:microsoft.com/office/officeart/2005/8/layout/vList2"/>
    <dgm:cxn modelId="{6EF41AA6-3330-4F4D-9BB0-CCACE8AD95C0}" type="presOf" srcId="{9EF76E97-5BBD-4D55-B7F9-DEB0E533E6E7}" destId="{9C5AE01C-16D3-45BE-91B2-73EB025F9F12}" srcOrd="0" destOrd="0" presId="urn:microsoft.com/office/officeart/2005/8/layout/vList2"/>
    <dgm:cxn modelId="{F7D4C557-3502-465A-8686-76E5AE11DF80}" type="presOf" srcId="{8E701DB2-AC48-4A88-882A-72E0145F5492}" destId="{2C370813-10F5-4802-A9E2-FC5B8C4D7B60}" srcOrd="0" destOrd="0" presId="urn:microsoft.com/office/officeart/2005/8/layout/vList2"/>
    <dgm:cxn modelId="{D809A380-6AFF-4451-A730-FDD417543E95}" type="presOf" srcId="{86788144-AB8B-41C7-A5F9-39BC7D99469F}" destId="{0D35B574-F859-46D8-86D8-973F4EB17F55}" srcOrd="0" destOrd="0" presId="urn:microsoft.com/office/officeart/2005/8/layout/vList2"/>
    <dgm:cxn modelId="{6FDF9357-09AE-4467-A209-DE8B8F815A58}" type="presOf" srcId="{60BFDA68-6FBC-4D64-A8BC-10E2AFE0BF3C}" destId="{0FDCD26A-134C-4DB8-AE8F-88A5B3F72E0B}" srcOrd="0" destOrd="0" presId="urn:microsoft.com/office/officeart/2005/8/layout/vList2"/>
    <dgm:cxn modelId="{ED1EE775-5EF0-47B5-8627-3137A0C67E5A}" type="presOf" srcId="{27475E21-E1B7-484C-958B-92E9855E2D2B}" destId="{D3967A9B-C73E-41C6-A3FA-6B496224063D}" srcOrd="0" destOrd="0" presId="urn:microsoft.com/office/officeart/2005/8/layout/vList2"/>
    <dgm:cxn modelId="{15B27116-C564-4FD2-BFC4-849F92E20EA7}" srcId="{75B00B01-E4DA-4219-80AD-063FE158790F}" destId="{27475E21-E1B7-484C-958B-92E9855E2D2B}" srcOrd="0" destOrd="0" parTransId="{75C3759E-ECC8-4E96-96D5-E8538FD59FE2}" sibTransId="{3A689173-48C0-4820-BBCF-56369228E962}"/>
    <dgm:cxn modelId="{09D4583C-E12F-4D16-A459-FF54F129FAE4}" srcId="{86788144-AB8B-41C7-A5F9-39BC7D99469F}" destId="{A6E227A2-332E-46BB-8955-7F1177334684}" srcOrd="5" destOrd="0" parTransId="{6D06668C-F3C3-45F6-9D48-0C9EA027DC43}" sibTransId="{CF91944F-02CC-4520-83B6-11EE0CB57AC1}"/>
    <dgm:cxn modelId="{5374F182-B30F-4467-B137-A4FF5616C709}" type="presOf" srcId="{889D4CB2-3C92-4075-A963-E0651600FED9}" destId="{183BAC4B-4358-4A0B-91E7-15773A9E7332}" srcOrd="0" destOrd="0" presId="urn:microsoft.com/office/officeart/2005/8/layout/vList2"/>
    <dgm:cxn modelId="{5C2F055E-F440-4D87-B85C-D7607B9514CA}" type="presOf" srcId="{C4263511-E9D8-402E-A36E-3EB7749A3760}" destId="{0776731B-C8B7-4006-86FB-69BA90F712D3}" srcOrd="0" destOrd="0" presId="urn:microsoft.com/office/officeart/2005/8/layout/vList2"/>
    <dgm:cxn modelId="{FAABF722-8A00-47A0-BCAE-BFCC231EDB18}" srcId="{86788144-AB8B-41C7-A5F9-39BC7D99469F}" destId="{9EF76E97-5BBD-4D55-B7F9-DEB0E533E6E7}" srcOrd="4" destOrd="0" parTransId="{6F3815F2-0F4C-4003-AF5A-19261DFD82FB}" sibTransId="{123AA962-6566-48F9-BA0A-4DDFCB925A0A}"/>
    <dgm:cxn modelId="{4B3D15D5-C740-45B0-9F1E-528EE5F70154}" srcId="{86788144-AB8B-41C7-A5F9-39BC7D99469F}" destId="{8B1A3647-94A1-4B8A-96B4-487A2CEA4DCE}" srcOrd="3" destOrd="0" parTransId="{A38EDC32-1A9F-43DA-8753-C4555A56315C}" sibTransId="{FDB0D21A-C42B-4B9C-8FE4-38556FD64F2A}"/>
    <dgm:cxn modelId="{6DC3860B-6454-4F62-918F-74A4D917D24E}" srcId="{9EF76E97-5BBD-4D55-B7F9-DEB0E533E6E7}" destId="{59E7658B-D95B-4318-B455-A877CA4FED9E}" srcOrd="0" destOrd="0" parTransId="{94EBCCA4-12A0-452A-8CB8-3F235A98014C}" sibTransId="{287170BA-2730-47E4-AFEE-61355F0D0325}"/>
    <dgm:cxn modelId="{70ED1371-9F6D-4769-AF71-847ACC6FCB90}" srcId="{86788144-AB8B-41C7-A5F9-39BC7D99469F}" destId="{889D4CB2-3C92-4075-A963-E0651600FED9}" srcOrd="9" destOrd="0" parTransId="{C78BE7AC-B982-4D7D-928B-341657E1EEB2}" sibTransId="{7569C85C-CF3A-46E6-85F5-85BA7AC67DB4}"/>
    <dgm:cxn modelId="{698A3426-7893-4E1F-A049-5F38A1BEDB68}" type="presOf" srcId="{A6E227A2-332E-46BB-8955-7F1177334684}" destId="{7EADE9C6-7958-45A7-BA58-16CB209A7FE4}" srcOrd="0" destOrd="0" presId="urn:microsoft.com/office/officeart/2005/8/layout/vList2"/>
    <dgm:cxn modelId="{23FD7DBF-34B9-419B-A918-CF56214165AF}" type="presOf" srcId="{5F513F04-101D-40D2-A310-E8BAB8EE0E26}" destId="{D3C9C67F-7AF3-4C8A-9632-2A4BFAA375E0}" srcOrd="0" destOrd="0" presId="urn:microsoft.com/office/officeart/2005/8/layout/vList2"/>
    <dgm:cxn modelId="{88F95B8A-4A07-4537-B726-D1CDE686CD0E}" srcId="{8E701DB2-AC48-4A88-882A-72E0145F5492}" destId="{5BC0DC4E-CB5D-414C-9317-FCE1E8CF2A7E}" srcOrd="0" destOrd="0" parTransId="{35E4D475-0A6C-4626-80A9-732FD30BF7FE}" sibTransId="{88158F33-48EB-4B2E-807A-23191EE6AF9C}"/>
    <dgm:cxn modelId="{9A53D2A1-E759-4796-86E0-5DDF878A877A}" type="presOf" srcId="{68AB5084-595E-4370-AB64-F3F64A9EA394}" destId="{A2F44118-3DAC-46F5-AE5B-F20FEB31C012}" srcOrd="0" destOrd="0" presId="urn:microsoft.com/office/officeart/2005/8/layout/vList2"/>
    <dgm:cxn modelId="{FC203759-9727-4A34-B5F6-7FA1142A88D0}" type="presOf" srcId="{59E7658B-D95B-4318-B455-A877CA4FED9E}" destId="{059A21E9-0696-4685-8EC3-30F17CD51E07}" srcOrd="0" destOrd="0" presId="urn:microsoft.com/office/officeart/2005/8/layout/vList2"/>
    <dgm:cxn modelId="{36523629-D059-448B-987F-38DBABBDA39F}" srcId="{86788144-AB8B-41C7-A5F9-39BC7D99469F}" destId="{60BFDA68-6FBC-4D64-A8BC-10E2AFE0BF3C}" srcOrd="1" destOrd="0" parTransId="{3354F11A-1465-46D2-96FC-F0A2B8CF1844}" sibTransId="{3178CB07-B37E-4272-9D54-E33923600D7D}"/>
    <dgm:cxn modelId="{C7EB3CD7-313B-45ED-9836-D1BD86FDA618}" srcId="{86788144-AB8B-41C7-A5F9-39BC7D99469F}" destId="{C4263511-E9D8-402E-A36E-3EB7749A3760}" srcOrd="0" destOrd="0" parTransId="{1F9D307D-0EC1-4B86-BC11-DFC429574244}" sibTransId="{FCF59BD8-5F26-4B17-95ED-0CCE3551069F}"/>
    <dgm:cxn modelId="{2C7A30C1-0E8A-497F-8ACE-BD8112B18FFC}" type="presOf" srcId="{4419EDE0-8765-414D-90B2-B2C8FE3E695E}" destId="{88DB2579-A8A1-43EB-AB9C-868D5704223B}" srcOrd="0" destOrd="0" presId="urn:microsoft.com/office/officeart/2005/8/layout/vList2"/>
    <dgm:cxn modelId="{CBB6D0F3-9C97-41F0-8665-A0F4FEE5893D}" type="presOf" srcId="{8B1A3647-94A1-4B8A-96B4-487A2CEA4DCE}" destId="{02B10E09-60AB-4B80-B6CC-5EBF98518F99}" srcOrd="0" destOrd="0" presId="urn:microsoft.com/office/officeart/2005/8/layout/vList2"/>
    <dgm:cxn modelId="{F644D2CE-0367-4C79-B1AC-78A9CF552981}" srcId="{86788144-AB8B-41C7-A5F9-39BC7D99469F}" destId="{97995B71-A8B4-403D-B49C-DA014127819B}" srcOrd="7" destOrd="0" parTransId="{CFF0484E-19FC-4A49-815B-74F3E2867876}" sibTransId="{875483C4-5F8A-4F63-92AA-D491DFEF0D02}"/>
    <dgm:cxn modelId="{8DF37D37-EA19-4255-B400-8A48376F631F}" srcId="{A6E227A2-332E-46BB-8955-7F1177334684}" destId="{2E3C848A-CBE1-48EF-B77D-66CBD7638EA3}" srcOrd="0" destOrd="0" parTransId="{6EB2784F-0189-48EB-A914-16364CF93F5C}" sibTransId="{EF34BB02-9DB1-4A5B-A89E-D630FA53E8BF}"/>
    <dgm:cxn modelId="{19088457-D096-48F2-967B-6F4EB0785987}" type="presOf" srcId="{97995B71-A8B4-403D-B49C-DA014127819B}" destId="{9FD8CB45-97D9-4CA3-9851-19AB90997476}" srcOrd="0" destOrd="0" presId="urn:microsoft.com/office/officeart/2005/8/layout/vList2"/>
    <dgm:cxn modelId="{FEB60F30-8DE4-4F65-9B52-184BD2872C7A}" srcId="{60BFDA68-6FBC-4D64-A8BC-10E2AFE0BF3C}" destId="{5F513F04-101D-40D2-A310-E8BAB8EE0E26}" srcOrd="0" destOrd="0" parTransId="{331960EE-3FE5-49D4-8423-3AEE123FB4B9}" sibTransId="{B5C0770B-F305-490C-ACB0-1422929B01A2}"/>
    <dgm:cxn modelId="{25B53239-1982-4E91-810C-7AC2E5ED61FB}" type="presOf" srcId="{5BC0DC4E-CB5D-414C-9317-FCE1E8CF2A7E}" destId="{2C580378-EF55-4D3C-A38E-CB7D0BFE0DBC}" srcOrd="0" destOrd="0" presId="urn:microsoft.com/office/officeart/2005/8/layout/vList2"/>
    <dgm:cxn modelId="{993E8C70-B7A6-46FE-92F7-FA3F91E5FDED}" srcId="{86788144-AB8B-41C7-A5F9-39BC7D99469F}" destId="{FFCFEDEA-807E-4F37-890D-B12358A8756B}" srcOrd="8" destOrd="0" parTransId="{9403F160-1F70-4B8F-BED2-A1837761DB06}" sibTransId="{E93750E7-9502-4A85-86AE-59168BE21624}"/>
    <dgm:cxn modelId="{ED5E5F3D-969F-4230-A71F-818E2B2F8F2A}" type="presOf" srcId="{FFCFEDEA-807E-4F37-890D-B12358A8756B}" destId="{DD41DCA4-A6EF-4E13-BEA4-E99AFD626581}" srcOrd="0" destOrd="0" presId="urn:microsoft.com/office/officeart/2005/8/layout/vList2"/>
    <dgm:cxn modelId="{208E0018-DCFA-43F0-B988-9134BB9CB29D}" type="presParOf" srcId="{0D35B574-F859-46D8-86D8-973F4EB17F55}" destId="{0776731B-C8B7-4006-86FB-69BA90F712D3}" srcOrd="0" destOrd="0" presId="urn:microsoft.com/office/officeart/2005/8/layout/vList2"/>
    <dgm:cxn modelId="{A801726D-9D22-4D8A-B88D-D6EDC2588355}" type="presParOf" srcId="{0D35B574-F859-46D8-86D8-973F4EB17F55}" destId="{FDF9BCCC-53BE-4B1B-9D5D-19BAA58CBD6C}" srcOrd="1" destOrd="0" presId="urn:microsoft.com/office/officeart/2005/8/layout/vList2"/>
    <dgm:cxn modelId="{C58B3495-2992-4D74-8D8F-39EF530C6BF8}" type="presParOf" srcId="{0D35B574-F859-46D8-86D8-973F4EB17F55}" destId="{0FDCD26A-134C-4DB8-AE8F-88A5B3F72E0B}" srcOrd="2" destOrd="0" presId="urn:microsoft.com/office/officeart/2005/8/layout/vList2"/>
    <dgm:cxn modelId="{2564D79F-FBF5-4B16-A34F-D760CA2E37FA}" type="presParOf" srcId="{0D35B574-F859-46D8-86D8-973F4EB17F55}" destId="{D3C9C67F-7AF3-4C8A-9632-2A4BFAA375E0}" srcOrd="3" destOrd="0" presId="urn:microsoft.com/office/officeart/2005/8/layout/vList2"/>
    <dgm:cxn modelId="{D5E4F202-AF43-4FD0-A19F-D4F9F4DAB97C}" type="presParOf" srcId="{0D35B574-F859-46D8-86D8-973F4EB17F55}" destId="{2C370813-10F5-4802-A9E2-FC5B8C4D7B60}" srcOrd="4" destOrd="0" presId="urn:microsoft.com/office/officeart/2005/8/layout/vList2"/>
    <dgm:cxn modelId="{1C816C26-7528-4E2A-9642-B2474682A3C3}" type="presParOf" srcId="{0D35B574-F859-46D8-86D8-973F4EB17F55}" destId="{2C580378-EF55-4D3C-A38E-CB7D0BFE0DBC}" srcOrd="5" destOrd="0" presId="urn:microsoft.com/office/officeart/2005/8/layout/vList2"/>
    <dgm:cxn modelId="{A88C29BA-C2A2-4E63-B4AD-2CF124F4BA7D}" type="presParOf" srcId="{0D35B574-F859-46D8-86D8-973F4EB17F55}" destId="{02B10E09-60AB-4B80-B6CC-5EBF98518F99}" srcOrd="6" destOrd="0" presId="urn:microsoft.com/office/officeart/2005/8/layout/vList2"/>
    <dgm:cxn modelId="{5C5C4D1D-DC51-44C0-9E4A-088C0C5BCF7D}" type="presParOf" srcId="{0D35B574-F859-46D8-86D8-973F4EB17F55}" destId="{A2F44118-3DAC-46F5-AE5B-F20FEB31C012}" srcOrd="7" destOrd="0" presId="urn:microsoft.com/office/officeart/2005/8/layout/vList2"/>
    <dgm:cxn modelId="{2B1A379D-F3BE-4564-9736-FC4BA5AA467D}" type="presParOf" srcId="{0D35B574-F859-46D8-86D8-973F4EB17F55}" destId="{9C5AE01C-16D3-45BE-91B2-73EB025F9F12}" srcOrd="8" destOrd="0" presId="urn:microsoft.com/office/officeart/2005/8/layout/vList2"/>
    <dgm:cxn modelId="{1F968158-AF67-424D-B5E9-3A39E43DA030}" type="presParOf" srcId="{0D35B574-F859-46D8-86D8-973F4EB17F55}" destId="{059A21E9-0696-4685-8EC3-30F17CD51E07}" srcOrd="9" destOrd="0" presId="urn:microsoft.com/office/officeart/2005/8/layout/vList2"/>
    <dgm:cxn modelId="{C6962AB2-090C-4AD9-B906-89F5BC2CFFCF}" type="presParOf" srcId="{0D35B574-F859-46D8-86D8-973F4EB17F55}" destId="{7EADE9C6-7958-45A7-BA58-16CB209A7FE4}" srcOrd="10" destOrd="0" presId="urn:microsoft.com/office/officeart/2005/8/layout/vList2"/>
    <dgm:cxn modelId="{3E80D9FE-9654-4937-AA36-0EB070B7BF07}" type="presParOf" srcId="{0D35B574-F859-46D8-86D8-973F4EB17F55}" destId="{EDF91466-E1E4-4F34-9D5F-1182533C5D62}" srcOrd="11" destOrd="0" presId="urn:microsoft.com/office/officeart/2005/8/layout/vList2"/>
    <dgm:cxn modelId="{23EB4498-7111-4C97-A57B-2D07105741E2}" type="presParOf" srcId="{0D35B574-F859-46D8-86D8-973F4EB17F55}" destId="{34978DA9-F51D-4DD5-B462-8C652D1D7CC7}" srcOrd="12" destOrd="0" presId="urn:microsoft.com/office/officeart/2005/8/layout/vList2"/>
    <dgm:cxn modelId="{CC33EF64-2EA3-4737-A6F0-71927A78B953}" type="presParOf" srcId="{0D35B574-F859-46D8-86D8-973F4EB17F55}" destId="{D3967A9B-C73E-41C6-A3FA-6B496224063D}" srcOrd="13" destOrd="0" presId="urn:microsoft.com/office/officeart/2005/8/layout/vList2"/>
    <dgm:cxn modelId="{A26098D5-2F75-4B91-9252-215384095C75}" type="presParOf" srcId="{0D35B574-F859-46D8-86D8-973F4EB17F55}" destId="{9FD8CB45-97D9-4CA3-9851-19AB90997476}" srcOrd="14" destOrd="0" presId="urn:microsoft.com/office/officeart/2005/8/layout/vList2"/>
    <dgm:cxn modelId="{BDBACB41-42E5-4882-A2C3-7C28EA6B20B4}" type="presParOf" srcId="{0D35B574-F859-46D8-86D8-973F4EB17F55}" destId="{63408014-4AE2-412E-8A70-D983D93E849F}" srcOrd="15" destOrd="0" presId="urn:microsoft.com/office/officeart/2005/8/layout/vList2"/>
    <dgm:cxn modelId="{35E2C312-CAB9-40E2-854D-186E4BB57B51}" type="presParOf" srcId="{0D35B574-F859-46D8-86D8-973F4EB17F55}" destId="{DD41DCA4-A6EF-4E13-BEA4-E99AFD626581}" srcOrd="16" destOrd="0" presId="urn:microsoft.com/office/officeart/2005/8/layout/vList2"/>
    <dgm:cxn modelId="{FD37846F-5949-431A-BBD2-5DC917075924}" type="presParOf" srcId="{0D35B574-F859-46D8-86D8-973F4EB17F55}" destId="{88DB2579-A8A1-43EB-AB9C-868D5704223B}" srcOrd="17" destOrd="0" presId="urn:microsoft.com/office/officeart/2005/8/layout/vList2"/>
    <dgm:cxn modelId="{44C0BFFE-5F67-43E5-A0F8-71197B77FABB}" type="presParOf" srcId="{0D35B574-F859-46D8-86D8-973F4EB17F55}" destId="{183BAC4B-4358-4A0B-91E7-15773A9E7332}" srcOrd="18" destOrd="0" presId="urn:microsoft.com/office/officeart/2005/8/layout/vList2"/>
    <dgm:cxn modelId="{83790D56-291B-4822-A856-4433BDD599BE}" type="presParOf" srcId="{0D35B574-F859-46D8-86D8-973F4EB17F55}" destId="{E050F450-1864-44ED-AB2A-827D253B1BEF}" srcOrd="1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2EEF01-F0A3-477E-A2B8-7ED534BE9210}" type="doc">
      <dgm:prSet loTypeId="urn:microsoft.com/office/officeart/2005/8/layout/pictureOrgChart+Icon" loCatId="hierarchy" qsTypeId="urn:microsoft.com/office/officeart/2005/8/quickstyle/simple5" qsCatId="simple" csTypeId="urn:microsoft.com/office/officeart/2005/8/colors/accent1_1" csCatId="accent1" phldr="1"/>
      <dgm:spPr/>
      <dgm:t>
        <a:bodyPr/>
        <a:lstStyle/>
        <a:p>
          <a:endParaRPr lang="en-GB"/>
        </a:p>
      </dgm:t>
    </dgm:pt>
    <dgm:pt modelId="{72A4410A-72EC-40B3-9C58-01FCED5275F9}">
      <dgm:prSet phldrT="[Text]" custT="1"/>
      <dgm:spPr/>
      <dgm:t>
        <a:bodyPr/>
        <a:lstStyle/>
        <a:p>
          <a:r>
            <a:rPr lang="en-GB" sz="1000" dirty="0" smtClean="0"/>
            <a:t>Evaluetor Dashboard</a:t>
          </a:r>
          <a:endParaRPr lang="en-GB" sz="1000" dirty="0"/>
        </a:p>
      </dgm:t>
    </dgm:pt>
    <dgm:pt modelId="{768C1C7F-0A24-4FA2-8317-31FE4AD84506}" type="parTrans" cxnId="{46DBDF73-168E-4223-9F86-36DCE80FC083}">
      <dgm:prSet/>
      <dgm:spPr/>
      <dgm:t>
        <a:bodyPr/>
        <a:lstStyle/>
        <a:p>
          <a:endParaRPr lang="en-GB" sz="1050"/>
        </a:p>
      </dgm:t>
    </dgm:pt>
    <dgm:pt modelId="{ED73725D-754F-4C6D-8E54-252B90ABDF7E}" type="sibTrans" cxnId="{46DBDF73-168E-4223-9F86-36DCE80FC083}">
      <dgm:prSet/>
      <dgm:spPr/>
      <dgm:t>
        <a:bodyPr/>
        <a:lstStyle/>
        <a:p>
          <a:endParaRPr lang="en-GB" sz="1050"/>
        </a:p>
      </dgm:t>
    </dgm:pt>
    <dgm:pt modelId="{8FBD076E-AF45-4FD8-BFAD-BD0EFE04D7E3}">
      <dgm:prSet phldrT="[Text]" custT="1"/>
      <dgm:spPr/>
      <dgm:t>
        <a:bodyPr/>
        <a:lstStyle/>
        <a:p>
          <a:r>
            <a:rPr lang="en-GB" sz="1000" dirty="0" smtClean="0"/>
            <a:t>Contract performance</a:t>
          </a:r>
          <a:endParaRPr lang="en-GB" sz="1000" dirty="0"/>
        </a:p>
      </dgm:t>
    </dgm:pt>
    <dgm:pt modelId="{4A3F85A7-831E-4B49-9B8E-F8F7ABE6294C}" type="parTrans" cxnId="{B509AD24-A44B-449E-B14F-D6A64F4EC6A3}">
      <dgm:prSet/>
      <dgm:spPr/>
      <dgm:t>
        <a:bodyPr/>
        <a:lstStyle/>
        <a:p>
          <a:endParaRPr lang="en-GB" sz="1050"/>
        </a:p>
      </dgm:t>
    </dgm:pt>
    <dgm:pt modelId="{8B9E7520-B7BB-479F-BAD8-8CFC71A2B30D}" type="sibTrans" cxnId="{B509AD24-A44B-449E-B14F-D6A64F4EC6A3}">
      <dgm:prSet/>
      <dgm:spPr/>
      <dgm:t>
        <a:bodyPr/>
        <a:lstStyle/>
        <a:p>
          <a:endParaRPr lang="en-GB" sz="1050"/>
        </a:p>
      </dgm:t>
    </dgm:pt>
    <dgm:pt modelId="{928A491D-5FD4-4F53-8E90-77FE338BD067}">
      <dgm:prSet phldrT="[Text]" custT="1"/>
      <dgm:spPr/>
      <dgm:t>
        <a:bodyPr/>
        <a:lstStyle/>
        <a:p>
          <a:r>
            <a:rPr lang="en-GB" sz="1000" dirty="0" smtClean="0"/>
            <a:t>Improvement</a:t>
          </a:r>
        </a:p>
        <a:p>
          <a:r>
            <a:rPr lang="en-GB" sz="1000" dirty="0" smtClean="0"/>
            <a:t>Plan Status</a:t>
          </a:r>
          <a:endParaRPr lang="en-GB" sz="1000" dirty="0"/>
        </a:p>
      </dgm:t>
    </dgm:pt>
    <dgm:pt modelId="{DEF85F2A-C702-4C77-9329-EF8591C59C4B}" type="parTrans" cxnId="{3450B433-4BA4-48B2-A3DA-9B68D1BF3C38}">
      <dgm:prSet/>
      <dgm:spPr/>
      <dgm:t>
        <a:bodyPr/>
        <a:lstStyle/>
        <a:p>
          <a:endParaRPr lang="en-GB" sz="1050"/>
        </a:p>
      </dgm:t>
    </dgm:pt>
    <dgm:pt modelId="{6070AC6B-F4B8-4D34-BF68-7F9E6B907EDA}" type="sibTrans" cxnId="{3450B433-4BA4-48B2-A3DA-9B68D1BF3C38}">
      <dgm:prSet/>
      <dgm:spPr/>
      <dgm:t>
        <a:bodyPr/>
        <a:lstStyle/>
        <a:p>
          <a:endParaRPr lang="en-GB" sz="1050"/>
        </a:p>
      </dgm:t>
    </dgm:pt>
    <dgm:pt modelId="{DF1E534D-14C3-4B44-A6B1-194AB4AE606D}">
      <dgm:prSet phldrT="[Text]" custT="1"/>
      <dgm:spPr/>
      <dgm:t>
        <a:bodyPr/>
        <a:lstStyle/>
        <a:p>
          <a:r>
            <a:rPr lang="en-GB" sz="1000" dirty="0" smtClean="0"/>
            <a:t>Contracts</a:t>
          </a:r>
        </a:p>
        <a:p>
          <a:r>
            <a:rPr lang="en-GB" sz="1000" dirty="0" smtClean="0"/>
            <a:t>Upload</a:t>
          </a:r>
          <a:endParaRPr lang="en-GB" sz="1000" dirty="0"/>
        </a:p>
      </dgm:t>
    </dgm:pt>
    <dgm:pt modelId="{DD1CE2FC-397B-45D8-860B-E18710121CDD}" type="parTrans" cxnId="{FCC39A02-9888-479E-9310-FF142B05CA35}">
      <dgm:prSet/>
      <dgm:spPr/>
      <dgm:t>
        <a:bodyPr/>
        <a:lstStyle/>
        <a:p>
          <a:endParaRPr lang="en-GB" sz="1050"/>
        </a:p>
      </dgm:t>
    </dgm:pt>
    <dgm:pt modelId="{9FD3B7D6-7FC1-4778-8FB2-5C3F69A97F23}" type="sibTrans" cxnId="{FCC39A02-9888-479E-9310-FF142B05CA35}">
      <dgm:prSet/>
      <dgm:spPr/>
      <dgm:t>
        <a:bodyPr/>
        <a:lstStyle/>
        <a:p>
          <a:endParaRPr lang="en-GB" sz="1050"/>
        </a:p>
      </dgm:t>
    </dgm:pt>
    <dgm:pt modelId="{433CE9E7-8EE1-4151-A389-95FEED1C4F8A}">
      <dgm:prSet phldrT="[Text]" custT="1"/>
      <dgm:spPr/>
      <dgm:t>
        <a:bodyPr/>
        <a:lstStyle/>
        <a:p>
          <a:r>
            <a:rPr lang="en-GB" sz="1000" dirty="0" smtClean="0"/>
            <a:t>Contracting (client &amp; supplier)</a:t>
          </a:r>
          <a:endParaRPr lang="en-GB" sz="1000" dirty="0"/>
        </a:p>
      </dgm:t>
    </dgm:pt>
    <dgm:pt modelId="{2E0C920A-B276-44EB-87A0-DAB722805180}" type="parTrans" cxnId="{BA451010-5B4D-47E8-8172-4E52135DC728}">
      <dgm:prSet/>
      <dgm:spPr/>
      <dgm:t>
        <a:bodyPr/>
        <a:lstStyle/>
        <a:p>
          <a:endParaRPr lang="en-GB" sz="1050"/>
        </a:p>
      </dgm:t>
    </dgm:pt>
    <dgm:pt modelId="{603290F3-1A0A-4F10-BD8A-158A8CEE77F3}" type="sibTrans" cxnId="{BA451010-5B4D-47E8-8172-4E52135DC728}">
      <dgm:prSet/>
      <dgm:spPr/>
      <dgm:t>
        <a:bodyPr/>
        <a:lstStyle/>
        <a:p>
          <a:endParaRPr lang="en-GB" sz="1050"/>
        </a:p>
      </dgm:t>
    </dgm:pt>
    <dgm:pt modelId="{3D35D319-F761-4D41-86EC-F8DA1B92ED1F}">
      <dgm:prSet phldrT="[Text]" custT="1"/>
      <dgm:spPr/>
      <dgm:t>
        <a:bodyPr/>
        <a:lstStyle/>
        <a:p>
          <a:r>
            <a:rPr lang="en-GB" sz="1000" dirty="0" smtClean="0"/>
            <a:t>Go to Green status collection</a:t>
          </a:r>
        </a:p>
      </dgm:t>
    </dgm:pt>
    <dgm:pt modelId="{8BFF9E76-7BD7-4DEE-913E-7984C3F6B707}" type="parTrans" cxnId="{3407FB80-9C55-4E25-89F8-19855B56F274}">
      <dgm:prSet/>
      <dgm:spPr/>
      <dgm:t>
        <a:bodyPr/>
        <a:lstStyle/>
        <a:p>
          <a:endParaRPr lang="en-GB" sz="1050"/>
        </a:p>
      </dgm:t>
    </dgm:pt>
    <dgm:pt modelId="{7D216594-581C-453B-8800-38CB438A6A28}" type="sibTrans" cxnId="{3407FB80-9C55-4E25-89F8-19855B56F274}">
      <dgm:prSet/>
      <dgm:spPr/>
      <dgm:t>
        <a:bodyPr/>
        <a:lstStyle/>
        <a:p>
          <a:endParaRPr lang="en-GB" sz="1050"/>
        </a:p>
      </dgm:t>
    </dgm:pt>
    <dgm:pt modelId="{CBBD5A02-1B09-472B-8CE6-93B3AE35B5CD}">
      <dgm:prSet phldrT="[Text]" custT="1"/>
      <dgm:spPr/>
      <dgm:t>
        <a:bodyPr/>
        <a:lstStyle/>
        <a:p>
          <a:r>
            <a:rPr lang="en-GB" sz="1000" dirty="0" smtClean="0"/>
            <a:t>Services Metric collection (SLA)</a:t>
          </a:r>
          <a:endParaRPr lang="en-GB" sz="1000" dirty="0"/>
        </a:p>
      </dgm:t>
    </dgm:pt>
    <dgm:pt modelId="{D908D35C-1C73-4CF8-BF42-26F1D4A85B22}" type="parTrans" cxnId="{DD7B66C1-DCAD-4257-84F1-5481DE124E11}">
      <dgm:prSet/>
      <dgm:spPr/>
      <dgm:t>
        <a:bodyPr/>
        <a:lstStyle/>
        <a:p>
          <a:endParaRPr lang="en-GB" sz="1050"/>
        </a:p>
      </dgm:t>
    </dgm:pt>
    <dgm:pt modelId="{3F819829-C79F-4FC2-B4B7-AF8CAAAD6DB9}" type="sibTrans" cxnId="{DD7B66C1-DCAD-4257-84F1-5481DE124E11}">
      <dgm:prSet/>
      <dgm:spPr/>
      <dgm:t>
        <a:bodyPr/>
        <a:lstStyle/>
        <a:p>
          <a:endParaRPr lang="en-GB" sz="1050"/>
        </a:p>
      </dgm:t>
    </dgm:pt>
    <dgm:pt modelId="{3B4CC787-752E-41AA-B499-ECD2044FA97D}">
      <dgm:prSet phldrT="[Text]" custT="1"/>
      <dgm:spPr/>
      <dgm:t>
        <a:bodyPr/>
        <a:lstStyle/>
        <a:p>
          <a:r>
            <a:rPr lang="en-GB" sz="1000" dirty="0" smtClean="0"/>
            <a:t>Delivery Performance</a:t>
          </a:r>
          <a:endParaRPr lang="en-GB" sz="1000" dirty="0"/>
        </a:p>
      </dgm:t>
    </dgm:pt>
    <dgm:pt modelId="{20C9B748-8457-4D3C-82EA-813CB8D42C4A}" type="parTrans" cxnId="{98A15E6A-797C-4650-8F1B-0DD719BF27B7}">
      <dgm:prSet/>
      <dgm:spPr/>
      <dgm:t>
        <a:bodyPr/>
        <a:lstStyle/>
        <a:p>
          <a:endParaRPr lang="en-GB" sz="1050"/>
        </a:p>
      </dgm:t>
    </dgm:pt>
    <dgm:pt modelId="{1D402083-8CD9-4254-80A6-E5887479F7EE}" type="sibTrans" cxnId="{98A15E6A-797C-4650-8F1B-0DD719BF27B7}">
      <dgm:prSet/>
      <dgm:spPr/>
      <dgm:t>
        <a:bodyPr/>
        <a:lstStyle/>
        <a:p>
          <a:endParaRPr lang="en-GB" sz="1050"/>
        </a:p>
      </dgm:t>
    </dgm:pt>
    <dgm:pt modelId="{A27852CB-431B-47D9-A98D-FF7C848E54C0}">
      <dgm:prSet phldrT="[Text]" custT="1"/>
      <dgm:spPr/>
      <dgm:t>
        <a:bodyPr/>
        <a:lstStyle/>
        <a:p>
          <a:r>
            <a:rPr lang="en-GB" sz="1000" dirty="0" smtClean="0"/>
            <a:t>Project</a:t>
          </a:r>
        </a:p>
        <a:p>
          <a:r>
            <a:rPr lang="en-GB" sz="1000" dirty="0" smtClean="0"/>
            <a:t>Metric</a:t>
          </a:r>
        </a:p>
        <a:p>
          <a:r>
            <a:rPr lang="en-GB" sz="1000" dirty="0" smtClean="0"/>
            <a:t>Collection</a:t>
          </a:r>
        </a:p>
      </dgm:t>
    </dgm:pt>
    <dgm:pt modelId="{6903B7F9-198D-459B-A67A-DA962B5CF98C}" type="parTrans" cxnId="{1EF7D19B-1FA4-4E64-9EFC-4414325BF84D}">
      <dgm:prSet/>
      <dgm:spPr/>
      <dgm:t>
        <a:bodyPr/>
        <a:lstStyle/>
        <a:p>
          <a:endParaRPr lang="en-GB" sz="1050"/>
        </a:p>
      </dgm:t>
    </dgm:pt>
    <dgm:pt modelId="{0EACF26A-42C4-4C3C-93C3-734C1F232CC1}" type="sibTrans" cxnId="{1EF7D19B-1FA4-4E64-9EFC-4414325BF84D}">
      <dgm:prSet/>
      <dgm:spPr/>
      <dgm:t>
        <a:bodyPr/>
        <a:lstStyle/>
        <a:p>
          <a:endParaRPr lang="en-GB" sz="1050"/>
        </a:p>
      </dgm:t>
    </dgm:pt>
    <dgm:pt modelId="{04F5823B-4422-426A-B032-233D33675C94}">
      <dgm:prSet phldrT="[Text]" custT="1"/>
      <dgm:spPr/>
      <dgm:t>
        <a:bodyPr/>
        <a:lstStyle/>
        <a:p>
          <a:r>
            <a:rPr lang="en-GB" sz="1000" dirty="0" smtClean="0"/>
            <a:t>Alerts</a:t>
          </a:r>
          <a:endParaRPr lang="en-GB" sz="1000" dirty="0"/>
        </a:p>
      </dgm:t>
    </dgm:pt>
    <dgm:pt modelId="{B788F26D-47DD-492C-9366-E6E1E13A8F4F}" type="parTrans" cxnId="{2DD5EBCD-26E3-4D1F-813F-5B3199CE26D4}">
      <dgm:prSet/>
      <dgm:spPr/>
      <dgm:t>
        <a:bodyPr/>
        <a:lstStyle/>
        <a:p>
          <a:endParaRPr lang="en-GB"/>
        </a:p>
      </dgm:t>
    </dgm:pt>
    <dgm:pt modelId="{1F96A818-6B46-45C9-ABFC-B96ACD1E7F82}" type="sibTrans" cxnId="{2DD5EBCD-26E3-4D1F-813F-5B3199CE26D4}">
      <dgm:prSet/>
      <dgm:spPr/>
      <dgm:t>
        <a:bodyPr/>
        <a:lstStyle/>
        <a:p>
          <a:endParaRPr lang="en-GB"/>
        </a:p>
      </dgm:t>
    </dgm:pt>
    <dgm:pt modelId="{8DEAB44E-9D41-41DA-9EC3-3326AAEF7FBF}">
      <dgm:prSet phldrT="[Text]" custT="1"/>
      <dgm:spPr/>
      <dgm:t>
        <a:bodyPr/>
        <a:lstStyle/>
        <a:p>
          <a:r>
            <a:rPr lang="en-GB" sz="1000" dirty="0" smtClean="0"/>
            <a:t>Account Staff</a:t>
          </a:r>
          <a:endParaRPr lang="en-GB" sz="1000" dirty="0"/>
        </a:p>
      </dgm:t>
    </dgm:pt>
    <dgm:pt modelId="{D66513B8-4DB3-42DD-A63F-914AD834EDE5}" type="parTrans" cxnId="{F39B0CE8-37AC-40DF-8EBF-0E415B92F3BC}">
      <dgm:prSet/>
      <dgm:spPr/>
      <dgm:t>
        <a:bodyPr/>
        <a:lstStyle/>
        <a:p>
          <a:endParaRPr lang="en-GB"/>
        </a:p>
      </dgm:t>
    </dgm:pt>
    <dgm:pt modelId="{34928A05-DE14-40D0-9A61-E6647A503FC5}" type="sibTrans" cxnId="{F39B0CE8-37AC-40DF-8EBF-0E415B92F3BC}">
      <dgm:prSet/>
      <dgm:spPr/>
      <dgm:t>
        <a:bodyPr/>
        <a:lstStyle/>
        <a:p>
          <a:endParaRPr lang="en-GB"/>
        </a:p>
      </dgm:t>
    </dgm:pt>
    <dgm:pt modelId="{0BDA7B4D-14DB-46C3-B221-D5E043C7F032}">
      <dgm:prSet phldrT="[Text]" custT="1"/>
      <dgm:spPr/>
      <dgm:t>
        <a:bodyPr/>
        <a:lstStyle/>
        <a:p>
          <a:r>
            <a:rPr lang="en-GB" sz="1000" dirty="0" smtClean="0"/>
            <a:t>Delivery Staff</a:t>
          </a:r>
          <a:endParaRPr lang="en-GB" sz="1000" dirty="0"/>
        </a:p>
      </dgm:t>
    </dgm:pt>
    <dgm:pt modelId="{07F870FE-1734-41E8-A186-02EA58C0F2A9}" type="parTrans" cxnId="{0DE87EDA-7552-4569-AC73-2CAE73ACDBAD}">
      <dgm:prSet/>
      <dgm:spPr/>
      <dgm:t>
        <a:bodyPr/>
        <a:lstStyle/>
        <a:p>
          <a:endParaRPr lang="en-GB"/>
        </a:p>
      </dgm:t>
    </dgm:pt>
    <dgm:pt modelId="{BB8DC722-6A5C-4093-8745-F6F1D5A33AEF}" type="sibTrans" cxnId="{0DE87EDA-7552-4569-AC73-2CAE73ACDBAD}">
      <dgm:prSet/>
      <dgm:spPr/>
      <dgm:t>
        <a:bodyPr/>
        <a:lstStyle/>
        <a:p>
          <a:endParaRPr lang="en-GB"/>
        </a:p>
      </dgm:t>
    </dgm:pt>
    <dgm:pt modelId="{C1745780-3984-4382-9F26-D0DA2B5C5571}">
      <dgm:prSet phldrT="[Text]" custT="1"/>
      <dgm:spPr/>
      <dgm:t>
        <a:bodyPr/>
        <a:lstStyle/>
        <a:p>
          <a:r>
            <a:rPr lang="en-GB" sz="1000" dirty="0" smtClean="0"/>
            <a:t>Account Team Score</a:t>
          </a:r>
          <a:endParaRPr lang="en-GB" sz="1000" dirty="0"/>
        </a:p>
      </dgm:t>
    </dgm:pt>
    <dgm:pt modelId="{83D9FCD4-1BAA-4795-889A-4397F7BD16AA}" type="parTrans" cxnId="{DEE6B515-1B9B-4E02-A09C-71C5110CE3A1}">
      <dgm:prSet/>
      <dgm:spPr/>
      <dgm:t>
        <a:bodyPr/>
        <a:lstStyle/>
        <a:p>
          <a:endParaRPr lang="en-GB"/>
        </a:p>
      </dgm:t>
    </dgm:pt>
    <dgm:pt modelId="{80204584-495E-4E84-8C39-2A1E57623672}" type="sibTrans" cxnId="{DEE6B515-1B9B-4E02-A09C-71C5110CE3A1}">
      <dgm:prSet/>
      <dgm:spPr/>
      <dgm:t>
        <a:bodyPr/>
        <a:lstStyle/>
        <a:p>
          <a:endParaRPr lang="en-GB"/>
        </a:p>
      </dgm:t>
    </dgm:pt>
    <dgm:pt modelId="{F21ED9D4-7A9D-497D-9DA9-9F820F3FC6E0}">
      <dgm:prSet phldrT="[Text]" custT="1"/>
      <dgm:spPr/>
      <dgm:t>
        <a:bodyPr/>
        <a:lstStyle/>
        <a:p>
          <a:r>
            <a:rPr lang="en-GB" sz="1000" smtClean="0"/>
            <a:t>Client Score</a:t>
          </a:r>
          <a:endParaRPr lang="en-GB" sz="1000" dirty="0"/>
        </a:p>
      </dgm:t>
    </dgm:pt>
    <dgm:pt modelId="{05417E15-C877-44C2-AE3A-0F1174C725DE}" type="parTrans" cxnId="{EB6F1B92-2339-4CA5-9B58-3C4BBC5FE583}">
      <dgm:prSet/>
      <dgm:spPr/>
      <dgm:t>
        <a:bodyPr/>
        <a:lstStyle/>
        <a:p>
          <a:endParaRPr lang="en-GB"/>
        </a:p>
      </dgm:t>
    </dgm:pt>
    <dgm:pt modelId="{6ECC953C-A3DA-47DF-A109-EE205062DF50}" type="sibTrans" cxnId="{EB6F1B92-2339-4CA5-9B58-3C4BBC5FE583}">
      <dgm:prSet/>
      <dgm:spPr/>
      <dgm:t>
        <a:bodyPr/>
        <a:lstStyle/>
        <a:p>
          <a:endParaRPr lang="en-GB"/>
        </a:p>
      </dgm:t>
    </dgm:pt>
    <dgm:pt modelId="{1B06F07E-6FD3-43D9-984A-C699F42AC3F9}">
      <dgm:prSet phldrT="[Text]" custT="1"/>
      <dgm:spPr/>
      <dgm:t>
        <a:bodyPr/>
        <a:lstStyle/>
        <a:p>
          <a:r>
            <a:rPr lang="en-GB" sz="1000" dirty="0" smtClean="0"/>
            <a:t>Client Interview</a:t>
          </a:r>
          <a:endParaRPr lang="en-GB" sz="1000" dirty="0"/>
        </a:p>
      </dgm:t>
    </dgm:pt>
    <dgm:pt modelId="{EC6DD24B-F306-4D55-8C6E-3BECE74D6F0B}" type="parTrans" cxnId="{BCA21940-AE40-4E08-9353-2038EEF1D7A1}">
      <dgm:prSet/>
      <dgm:spPr/>
      <dgm:t>
        <a:bodyPr/>
        <a:lstStyle/>
        <a:p>
          <a:endParaRPr lang="en-GB"/>
        </a:p>
      </dgm:t>
    </dgm:pt>
    <dgm:pt modelId="{FD26837B-4202-4469-9923-DC41EFFE9305}" type="sibTrans" cxnId="{BCA21940-AE40-4E08-9353-2038EEF1D7A1}">
      <dgm:prSet/>
      <dgm:spPr/>
      <dgm:t>
        <a:bodyPr/>
        <a:lstStyle/>
        <a:p>
          <a:endParaRPr lang="en-GB"/>
        </a:p>
      </dgm:t>
    </dgm:pt>
    <dgm:pt modelId="{1D329AC2-D7FF-4EED-BFC2-65B3D85DB501}">
      <dgm:prSet phldrT="[Text]" custT="1"/>
      <dgm:spPr/>
      <dgm:t>
        <a:bodyPr/>
        <a:lstStyle/>
        <a:p>
          <a:r>
            <a:rPr lang="en-GB" sz="1000" dirty="0" smtClean="0"/>
            <a:t>Web based Survey</a:t>
          </a:r>
          <a:endParaRPr lang="en-GB" sz="1000" dirty="0"/>
        </a:p>
      </dgm:t>
    </dgm:pt>
    <dgm:pt modelId="{C408E1DB-18C8-4A17-A27C-C315194463ED}" type="parTrans" cxnId="{BEB7A0D1-8D8A-4628-9E43-637A70BE8613}">
      <dgm:prSet/>
      <dgm:spPr/>
      <dgm:t>
        <a:bodyPr/>
        <a:lstStyle/>
        <a:p>
          <a:endParaRPr lang="en-GB"/>
        </a:p>
      </dgm:t>
    </dgm:pt>
    <dgm:pt modelId="{F9CD547E-4C7D-466E-96DD-369C7874CDCF}" type="sibTrans" cxnId="{BEB7A0D1-8D8A-4628-9E43-637A70BE8613}">
      <dgm:prSet/>
      <dgm:spPr/>
      <dgm:t>
        <a:bodyPr/>
        <a:lstStyle/>
        <a:p>
          <a:endParaRPr lang="en-GB"/>
        </a:p>
      </dgm:t>
    </dgm:pt>
    <dgm:pt modelId="{EB0D2330-A56F-4C9D-8911-FE888310384C}" type="pres">
      <dgm:prSet presAssocID="{3D2EEF01-F0A3-477E-A2B8-7ED534BE9210}" presName="hierChild1" presStyleCnt="0">
        <dgm:presLayoutVars>
          <dgm:orgChart val="1"/>
          <dgm:chPref val="1"/>
          <dgm:dir/>
          <dgm:animOne val="branch"/>
          <dgm:animLvl val="lvl"/>
          <dgm:resizeHandles/>
        </dgm:presLayoutVars>
      </dgm:prSet>
      <dgm:spPr/>
      <dgm:t>
        <a:bodyPr/>
        <a:lstStyle/>
        <a:p>
          <a:endParaRPr lang="en-GB"/>
        </a:p>
      </dgm:t>
    </dgm:pt>
    <dgm:pt modelId="{85B07BBE-761E-4BE3-ADF1-2B348F358B48}" type="pres">
      <dgm:prSet presAssocID="{72A4410A-72EC-40B3-9C58-01FCED5275F9}" presName="hierRoot1" presStyleCnt="0">
        <dgm:presLayoutVars>
          <dgm:hierBranch val="init"/>
        </dgm:presLayoutVars>
      </dgm:prSet>
      <dgm:spPr/>
    </dgm:pt>
    <dgm:pt modelId="{231AD9DA-FD1A-417A-A2DE-B3123A4AB9C6}" type="pres">
      <dgm:prSet presAssocID="{72A4410A-72EC-40B3-9C58-01FCED5275F9}" presName="rootComposite1" presStyleCnt="0"/>
      <dgm:spPr/>
    </dgm:pt>
    <dgm:pt modelId="{AED8D582-AC66-44E7-92D0-6E080C44748F}" type="pres">
      <dgm:prSet presAssocID="{72A4410A-72EC-40B3-9C58-01FCED5275F9}" presName="rootText1" presStyleLbl="node0" presStyleIdx="0" presStyleCnt="1">
        <dgm:presLayoutVars>
          <dgm:chPref val="3"/>
        </dgm:presLayoutVars>
      </dgm:prSet>
      <dgm:spPr/>
      <dgm:t>
        <a:bodyPr/>
        <a:lstStyle/>
        <a:p>
          <a:endParaRPr lang="en-GB"/>
        </a:p>
      </dgm:t>
    </dgm:pt>
    <dgm:pt modelId="{FDE5FFCA-620B-468F-BAC8-5D91B198810B}" type="pres">
      <dgm:prSet presAssocID="{72A4410A-72EC-40B3-9C58-01FCED5275F9}" presName="rootPict1" presStyleLbl="alignImgPlace1" presStyleIdx="0" presStyleCnt="16"/>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114000" r="-114000"/>
          </a:stretch>
        </a:blipFill>
      </dgm:spPr>
      <dgm:t>
        <a:bodyPr/>
        <a:lstStyle/>
        <a:p>
          <a:endParaRPr lang="en-GB"/>
        </a:p>
      </dgm:t>
    </dgm:pt>
    <dgm:pt modelId="{B0AD5479-6E1D-406C-866C-5C675D3B14BA}" type="pres">
      <dgm:prSet presAssocID="{72A4410A-72EC-40B3-9C58-01FCED5275F9}" presName="rootConnector1" presStyleLbl="node1" presStyleIdx="0" presStyleCnt="0"/>
      <dgm:spPr/>
      <dgm:t>
        <a:bodyPr/>
        <a:lstStyle/>
        <a:p>
          <a:endParaRPr lang="en-GB"/>
        </a:p>
      </dgm:t>
    </dgm:pt>
    <dgm:pt modelId="{513A1396-ACC6-4090-906C-E065C0B639AC}" type="pres">
      <dgm:prSet presAssocID="{72A4410A-72EC-40B3-9C58-01FCED5275F9}" presName="hierChild2" presStyleCnt="0"/>
      <dgm:spPr/>
    </dgm:pt>
    <dgm:pt modelId="{1A536DD9-812F-4494-BA61-0F18DC13FDFC}" type="pres">
      <dgm:prSet presAssocID="{83D9FCD4-1BAA-4795-889A-4397F7BD16AA}" presName="Name37" presStyleLbl="parChTrans1D2" presStyleIdx="0" presStyleCnt="5"/>
      <dgm:spPr/>
      <dgm:t>
        <a:bodyPr/>
        <a:lstStyle/>
        <a:p>
          <a:endParaRPr lang="en-GB"/>
        </a:p>
      </dgm:t>
    </dgm:pt>
    <dgm:pt modelId="{4F379FC5-45C7-4A99-B2D5-F0F6C46A2D15}" type="pres">
      <dgm:prSet presAssocID="{C1745780-3984-4382-9F26-D0DA2B5C5571}" presName="hierRoot2" presStyleCnt="0">
        <dgm:presLayoutVars>
          <dgm:hierBranch val="init"/>
        </dgm:presLayoutVars>
      </dgm:prSet>
      <dgm:spPr/>
    </dgm:pt>
    <dgm:pt modelId="{C031DA18-7E35-48D6-A4EE-4221B980AF6F}" type="pres">
      <dgm:prSet presAssocID="{C1745780-3984-4382-9F26-D0DA2B5C5571}" presName="rootComposite" presStyleCnt="0"/>
      <dgm:spPr/>
    </dgm:pt>
    <dgm:pt modelId="{79633CAF-E1D8-48CA-98E4-5CEF54A059B3}" type="pres">
      <dgm:prSet presAssocID="{C1745780-3984-4382-9F26-D0DA2B5C5571}" presName="rootText" presStyleLbl="node2" presStyleIdx="0" presStyleCnt="5">
        <dgm:presLayoutVars>
          <dgm:chPref val="3"/>
        </dgm:presLayoutVars>
      </dgm:prSet>
      <dgm:spPr/>
      <dgm:t>
        <a:bodyPr/>
        <a:lstStyle/>
        <a:p>
          <a:endParaRPr lang="en-GB"/>
        </a:p>
      </dgm:t>
    </dgm:pt>
    <dgm:pt modelId="{D18EF1D2-4AE2-4F8B-BBD4-097846C07CB7}" type="pres">
      <dgm:prSet presAssocID="{C1745780-3984-4382-9F26-D0DA2B5C5571}" presName="rootPict" presStyleLbl="alignImgPlace1" presStyleIdx="1" presStyleCnt="16"/>
      <dgm:spPr/>
      <dgm:t>
        <a:bodyPr/>
        <a:lstStyle/>
        <a:p>
          <a:endParaRPr lang="en-GB"/>
        </a:p>
      </dgm:t>
    </dgm:pt>
    <dgm:pt modelId="{3687A4D2-1BE6-4256-AF37-11A9BD4D9D51}" type="pres">
      <dgm:prSet presAssocID="{C1745780-3984-4382-9F26-D0DA2B5C5571}" presName="rootConnector" presStyleLbl="node2" presStyleIdx="0" presStyleCnt="5"/>
      <dgm:spPr/>
      <dgm:t>
        <a:bodyPr/>
        <a:lstStyle/>
        <a:p>
          <a:endParaRPr lang="en-GB"/>
        </a:p>
      </dgm:t>
    </dgm:pt>
    <dgm:pt modelId="{02B972D4-00C1-4C8E-9C6F-5BCBA05A8C7F}" type="pres">
      <dgm:prSet presAssocID="{C1745780-3984-4382-9F26-D0DA2B5C5571}" presName="hierChild4" presStyleCnt="0"/>
      <dgm:spPr/>
    </dgm:pt>
    <dgm:pt modelId="{F6D2AD06-BCED-429B-860E-0B3B9B15BF21}" type="pres">
      <dgm:prSet presAssocID="{D66513B8-4DB3-42DD-A63F-914AD834EDE5}" presName="Name37" presStyleLbl="parChTrans1D3" presStyleIdx="0" presStyleCnt="10"/>
      <dgm:spPr/>
      <dgm:t>
        <a:bodyPr/>
        <a:lstStyle/>
        <a:p>
          <a:endParaRPr lang="en-GB"/>
        </a:p>
      </dgm:t>
    </dgm:pt>
    <dgm:pt modelId="{0CAF7E8E-74DE-45C6-9F9C-11F47CD8F8BF}" type="pres">
      <dgm:prSet presAssocID="{8DEAB44E-9D41-41DA-9EC3-3326AAEF7FBF}" presName="hierRoot2" presStyleCnt="0">
        <dgm:presLayoutVars>
          <dgm:hierBranch val="init"/>
        </dgm:presLayoutVars>
      </dgm:prSet>
      <dgm:spPr/>
    </dgm:pt>
    <dgm:pt modelId="{D430F72E-7984-44E7-ABC9-490E042E563F}" type="pres">
      <dgm:prSet presAssocID="{8DEAB44E-9D41-41DA-9EC3-3326AAEF7FBF}" presName="rootComposite" presStyleCnt="0"/>
      <dgm:spPr/>
    </dgm:pt>
    <dgm:pt modelId="{FE9C342D-1E9D-4172-8806-6F46558D3279}" type="pres">
      <dgm:prSet presAssocID="{8DEAB44E-9D41-41DA-9EC3-3326AAEF7FBF}" presName="rootText" presStyleLbl="node3" presStyleIdx="0" presStyleCnt="10">
        <dgm:presLayoutVars>
          <dgm:chPref val="3"/>
        </dgm:presLayoutVars>
      </dgm:prSet>
      <dgm:spPr/>
      <dgm:t>
        <a:bodyPr/>
        <a:lstStyle/>
        <a:p>
          <a:endParaRPr lang="en-GB"/>
        </a:p>
      </dgm:t>
    </dgm:pt>
    <dgm:pt modelId="{4869D179-8E8C-4A12-9787-F5EDE544AAE9}" type="pres">
      <dgm:prSet presAssocID="{8DEAB44E-9D41-41DA-9EC3-3326AAEF7FBF}" presName="rootPict" presStyleLbl="alignImgPlace1" presStyleIdx="2" presStyleCnt="16"/>
      <dgm:spPr>
        <a:blipFill>
          <a:blip xmlns:r="http://schemas.openxmlformats.org/officeDocument/2006/relationships" r:embed="rId2">
            <a:extLst>
              <a:ext uri="{28A0092B-C50C-407E-A947-70E740481C1C}">
                <a14:useLocalDpi xmlns:a14="http://schemas.microsoft.com/office/drawing/2010/main" val="0"/>
              </a:ext>
            </a:extLst>
          </a:blip>
          <a:srcRect/>
          <a:stretch>
            <a:fillRect l="-74000" r="-74000"/>
          </a:stretch>
        </a:blipFill>
      </dgm:spPr>
      <dgm:t>
        <a:bodyPr/>
        <a:lstStyle/>
        <a:p>
          <a:endParaRPr lang="en-GB"/>
        </a:p>
      </dgm:t>
    </dgm:pt>
    <dgm:pt modelId="{BFDEF810-34CE-40A2-B373-847B258A5632}" type="pres">
      <dgm:prSet presAssocID="{8DEAB44E-9D41-41DA-9EC3-3326AAEF7FBF}" presName="rootConnector" presStyleLbl="node3" presStyleIdx="0" presStyleCnt="10"/>
      <dgm:spPr/>
      <dgm:t>
        <a:bodyPr/>
        <a:lstStyle/>
        <a:p>
          <a:endParaRPr lang="en-GB"/>
        </a:p>
      </dgm:t>
    </dgm:pt>
    <dgm:pt modelId="{1F855836-15DF-491E-84DF-A593598DD32A}" type="pres">
      <dgm:prSet presAssocID="{8DEAB44E-9D41-41DA-9EC3-3326AAEF7FBF}" presName="hierChild4" presStyleCnt="0"/>
      <dgm:spPr/>
    </dgm:pt>
    <dgm:pt modelId="{9C33C18A-58B9-4CDD-B1D0-9CAD056BA7AB}" type="pres">
      <dgm:prSet presAssocID="{8DEAB44E-9D41-41DA-9EC3-3326AAEF7FBF}" presName="hierChild5" presStyleCnt="0"/>
      <dgm:spPr/>
    </dgm:pt>
    <dgm:pt modelId="{BC09ABB3-61E9-4AFD-96D9-AF1F5E5B3739}" type="pres">
      <dgm:prSet presAssocID="{07F870FE-1734-41E8-A186-02EA58C0F2A9}" presName="Name37" presStyleLbl="parChTrans1D3" presStyleIdx="1" presStyleCnt="10"/>
      <dgm:spPr/>
      <dgm:t>
        <a:bodyPr/>
        <a:lstStyle/>
        <a:p>
          <a:endParaRPr lang="en-GB"/>
        </a:p>
      </dgm:t>
    </dgm:pt>
    <dgm:pt modelId="{2B05E967-8971-4290-8E72-505B9A35D4D9}" type="pres">
      <dgm:prSet presAssocID="{0BDA7B4D-14DB-46C3-B221-D5E043C7F032}" presName="hierRoot2" presStyleCnt="0">
        <dgm:presLayoutVars>
          <dgm:hierBranch val="init"/>
        </dgm:presLayoutVars>
      </dgm:prSet>
      <dgm:spPr/>
    </dgm:pt>
    <dgm:pt modelId="{7D551CCC-7517-4F66-A86B-13D65A2BAD67}" type="pres">
      <dgm:prSet presAssocID="{0BDA7B4D-14DB-46C3-B221-D5E043C7F032}" presName="rootComposite" presStyleCnt="0"/>
      <dgm:spPr/>
    </dgm:pt>
    <dgm:pt modelId="{BFEB23B8-A3B2-44FC-85F1-B3C44275D572}" type="pres">
      <dgm:prSet presAssocID="{0BDA7B4D-14DB-46C3-B221-D5E043C7F032}" presName="rootText" presStyleLbl="node3" presStyleIdx="1" presStyleCnt="10">
        <dgm:presLayoutVars>
          <dgm:chPref val="3"/>
        </dgm:presLayoutVars>
      </dgm:prSet>
      <dgm:spPr/>
      <dgm:t>
        <a:bodyPr/>
        <a:lstStyle/>
        <a:p>
          <a:endParaRPr lang="en-GB"/>
        </a:p>
      </dgm:t>
    </dgm:pt>
    <dgm:pt modelId="{FFBC5B46-CFEA-4835-8BEA-BE8A9292BEBA}" type="pres">
      <dgm:prSet presAssocID="{0BDA7B4D-14DB-46C3-B221-D5E043C7F032}" presName="rootPict" presStyleLbl="alignImgPlace1" presStyleIdx="3" presStyleCnt="16"/>
      <dgm:spPr>
        <a:blipFill>
          <a:blip xmlns:r="http://schemas.openxmlformats.org/officeDocument/2006/relationships" r:embed="rId3">
            <a:extLst>
              <a:ext uri="{28A0092B-C50C-407E-A947-70E740481C1C}">
                <a14:useLocalDpi xmlns:a14="http://schemas.microsoft.com/office/drawing/2010/main" val="0"/>
              </a:ext>
            </a:extLst>
          </a:blip>
          <a:srcRect/>
          <a:stretch>
            <a:fillRect t="-5000" b="-5000"/>
          </a:stretch>
        </a:blipFill>
      </dgm:spPr>
      <dgm:t>
        <a:bodyPr/>
        <a:lstStyle/>
        <a:p>
          <a:endParaRPr lang="en-GB"/>
        </a:p>
      </dgm:t>
    </dgm:pt>
    <dgm:pt modelId="{8598F102-AD65-4845-A1DA-F2B84D714763}" type="pres">
      <dgm:prSet presAssocID="{0BDA7B4D-14DB-46C3-B221-D5E043C7F032}" presName="rootConnector" presStyleLbl="node3" presStyleIdx="1" presStyleCnt="10"/>
      <dgm:spPr/>
      <dgm:t>
        <a:bodyPr/>
        <a:lstStyle/>
        <a:p>
          <a:endParaRPr lang="en-GB"/>
        </a:p>
      </dgm:t>
    </dgm:pt>
    <dgm:pt modelId="{E9C05D07-D955-438F-A393-F6541EA623BC}" type="pres">
      <dgm:prSet presAssocID="{0BDA7B4D-14DB-46C3-B221-D5E043C7F032}" presName="hierChild4" presStyleCnt="0"/>
      <dgm:spPr/>
    </dgm:pt>
    <dgm:pt modelId="{A6D2F535-B0E7-4654-83BB-45AD2902A5BF}" type="pres">
      <dgm:prSet presAssocID="{0BDA7B4D-14DB-46C3-B221-D5E043C7F032}" presName="hierChild5" presStyleCnt="0"/>
      <dgm:spPr/>
    </dgm:pt>
    <dgm:pt modelId="{815924C8-3530-4B8A-B298-6B79263DABAF}" type="pres">
      <dgm:prSet presAssocID="{C1745780-3984-4382-9F26-D0DA2B5C5571}" presName="hierChild5" presStyleCnt="0"/>
      <dgm:spPr/>
    </dgm:pt>
    <dgm:pt modelId="{D7B35DC4-89F4-4BE9-8C2B-78ACFFA7E108}" type="pres">
      <dgm:prSet presAssocID="{05417E15-C877-44C2-AE3A-0F1174C725DE}" presName="Name37" presStyleLbl="parChTrans1D2" presStyleIdx="1" presStyleCnt="5"/>
      <dgm:spPr/>
      <dgm:t>
        <a:bodyPr/>
        <a:lstStyle/>
        <a:p>
          <a:endParaRPr lang="en-GB"/>
        </a:p>
      </dgm:t>
    </dgm:pt>
    <dgm:pt modelId="{A10A9083-2C61-40F2-B68D-7595CFEB4CEE}" type="pres">
      <dgm:prSet presAssocID="{F21ED9D4-7A9D-497D-9DA9-9F820F3FC6E0}" presName="hierRoot2" presStyleCnt="0">
        <dgm:presLayoutVars>
          <dgm:hierBranch val="init"/>
        </dgm:presLayoutVars>
      </dgm:prSet>
      <dgm:spPr/>
    </dgm:pt>
    <dgm:pt modelId="{D19A4775-FBBB-4D23-91A3-F4190973DA83}" type="pres">
      <dgm:prSet presAssocID="{F21ED9D4-7A9D-497D-9DA9-9F820F3FC6E0}" presName="rootComposite" presStyleCnt="0"/>
      <dgm:spPr/>
    </dgm:pt>
    <dgm:pt modelId="{080C48B7-F404-4C55-BD0E-2E2AC94FB131}" type="pres">
      <dgm:prSet presAssocID="{F21ED9D4-7A9D-497D-9DA9-9F820F3FC6E0}" presName="rootText" presStyleLbl="node2" presStyleIdx="1" presStyleCnt="5">
        <dgm:presLayoutVars>
          <dgm:chPref val="3"/>
        </dgm:presLayoutVars>
      </dgm:prSet>
      <dgm:spPr/>
      <dgm:t>
        <a:bodyPr/>
        <a:lstStyle/>
        <a:p>
          <a:endParaRPr lang="en-GB"/>
        </a:p>
      </dgm:t>
    </dgm:pt>
    <dgm:pt modelId="{C69FF9AA-3221-4A9D-A83A-775D6D34C489}" type="pres">
      <dgm:prSet presAssocID="{F21ED9D4-7A9D-497D-9DA9-9F820F3FC6E0}" presName="rootPict" presStyleLbl="alignImgPlace1" presStyleIdx="4" presStyleCnt="16"/>
      <dgm:spPr>
        <a:blipFill>
          <a:blip xmlns:r="http://schemas.openxmlformats.org/officeDocument/2006/relationships" r:embed="rId4">
            <a:extLst>
              <a:ext uri="{28A0092B-C50C-407E-A947-70E740481C1C}">
                <a14:useLocalDpi xmlns:a14="http://schemas.microsoft.com/office/drawing/2010/main" val="0"/>
              </a:ext>
            </a:extLst>
          </a:blip>
          <a:srcRect/>
          <a:stretch>
            <a:fillRect l="-50000" r="-50000"/>
          </a:stretch>
        </a:blipFill>
      </dgm:spPr>
      <dgm:t>
        <a:bodyPr/>
        <a:lstStyle/>
        <a:p>
          <a:endParaRPr lang="en-GB"/>
        </a:p>
      </dgm:t>
    </dgm:pt>
    <dgm:pt modelId="{7DAACC71-6F47-43A2-B3EF-2E718EE1068F}" type="pres">
      <dgm:prSet presAssocID="{F21ED9D4-7A9D-497D-9DA9-9F820F3FC6E0}" presName="rootConnector" presStyleLbl="node2" presStyleIdx="1" presStyleCnt="5"/>
      <dgm:spPr/>
      <dgm:t>
        <a:bodyPr/>
        <a:lstStyle/>
        <a:p>
          <a:endParaRPr lang="en-GB"/>
        </a:p>
      </dgm:t>
    </dgm:pt>
    <dgm:pt modelId="{C4818F33-D87B-420E-8C59-E617906C1CD8}" type="pres">
      <dgm:prSet presAssocID="{F21ED9D4-7A9D-497D-9DA9-9F820F3FC6E0}" presName="hierChild4" presStyleCnt="0"/>
      <dgm:spPr/>
    </dgm:pt>
    <dgm:pt modelId="{42134374-E760-45F6-9135-736BF31179B9}" type="pres">
      <dgm:prSet presAssocID="{EC6DD24B-F306-4D55-8C6E-3BECE74D6F0B}" presName="Name37" presStyleLbl="parChTrans1D3" presStyleIdx="2" presStyleCnt="10"/>
      <dgm:spPr/>
      <dgm:t>
        <a:bodyPr/>
        <a:lstStyle/>
        <a:p>
          <a:endParaRPr lang="en-GB"/>
        </a:p>
      </dgm:t>
    </dgm:pt>
    <dgm:pt modelId="{FF74E7B0-27F0-4666-8FD6-6A8F03229131}" type="pres">
      <dgm:prSet presAssocID="{1B06F07E-6FD3-43D9-984A-C699F42AC3F9}" presName="hierRoot2" presStyleCnt="0">
        <dgm:presLayoutVars>
          <dgm:hierBranch val="init"/>
        </dgm:presLayoutVars>
      </dgm:prSet>
      <dgm:spPr/>
    </dgm:pt>
    <dgm:pt modelId="{91915D62-FC2A-4F5E-8825-49F6BADE31DE}" type="pres">
      <dgm:prSet presAssocID="{1B06F07E-6FD3-43D9-984A-C699F42AC3F9}" presName="rootComposite" presStyleCnt="0"/>
      <dgm:spPr/>
    </dgm:pt>
    <dgm:pt modelId="{D8417626-AB5C-4336-97C9-14D3EF3E469F}" type="pres">
      <dgm:prSet presAssocID="{1B06F07E-6FD3-43D9-984A-C699F42AC3F9}" presName="rootText" presStyleLbl="node3" presStyleIdx="2" presStyleCnt="10">
        <dgm:presLayoutVars>
          <dgm:chPref val="3"/>
        </dgm:presLayoutVars>
      </dgm:prSet>
      <dgm:spPr/>
      <dgm:t>
        <a:bodyPr/>
        <a:lstStyle/>
        <a:p>
          <a:endParaRPr lang="en-GB"/>
        </a:p>
      </dgm:t>
    </dgm:pt>
    <dgm:pt modelId="{2EB6FDEE-CB79-4502-BB50-D5698F7B61A8}" type="pres">
      <dgm:prSet presAssocID="{1B06F07E-6FD3-43D9-984A-C699F42AC3F9}" presName="rootPict" presStyleLbl="alignImgPlace1" presStyleIdx="5" presStyleCnt="16"/>
      <dgm:spPr>
        <a:blipFill>
          <a:blip xmlns:r="http://schemas.openxmlformats.org/officeDocument/2006/relationships" r:embed="rId5">
            <a:extLst>
              <a:ext uri="{28A0092B-C50C-407E-A947-70E740481C1C}">
                <a14:useLocalDpi xmlns:a14="http://schemas.microsoft.com/office/drawing/2010/main" val="0"/>
              </a:ext>
            </a:extLst>
          </a:blip>
          <a:srcRect/>
          <a:stretch>
            <a:fillRect l="-50000" r="-50000"/>
          </a:stretch>
        </a:blipFill>
      </dgm:spPr>
      <dgm:t>
        <a:bodyPr/>
        <a:lstStyle/>
        <a:p>
          <a:endParaRPr lang="en-GB"/>
        </a:p>
      </dgm:t>
    </dgm:pt>
    <dgm:pt modelId="{C9DF656D-4E9D-4808-905E-D1257FF61DE2}" type="pres">
      <dgm:prSet presAssocID="{1B06F07E-6FD3-43D9-984A-C699F42AC3F9}" presName="rootConnector" presStyleLbl="node3" presStyleIdx="2" presStyleCnt="10"/>
      <dgm:spPr/>
      <dgm:t>
        <a:bodyPr/>
        <a:lstStyle/>
        <a:p>
          <a:endParaRPr lang="en-GB"/>
        </a:p>
      </dgm:t>
    </dgm:pt>
    <dgm:pt modelId="{27B11CB9-226D-4FF0-96E6-15E4A34E228D}" type="pres">
      <dgm:prSet presAssocID="{1B06F07E-6FD3-43D9-984A-C699F42AC3F9}" presName="hierChild4" presStyleCnt="0"/>
      <dgm:spPr/>
    </dgm:pt>
    <dgm:pt modelId="{57696000-EE28-4460-B077-13065176842B}" type="pres">
      <dgm:prSet presAssocID="{1B06F07E-6FD3-43D9-984A-C699F42AC3F9}" presName="hierChild5" presStyleCnt="0"/>
      <dgm:spPr/>
    </dgm:pt>
    <dgm:pt modelId="{E90F8813-B2E0-44F7-9E3A-29B4EF2A810D}" type="pres">
      <dgm:prSet presAssocID="{C408E1DB-18C8-4A17-A27C-C315194463ED}" presName="Name37" presStyleLbl="parChTrans1D3" presStyleIdx="3" presStyleCnt="10"/>
      <dgm:spPr/>
      <dgm:t>
        <a:bodyPr/>
        <a:lstStyle/>
        <a:p>
          <a:endParaRPr lang="en-GB"/>
        </a:p>
      </dgm:t>
    </dgm:pt>
    <dgm:pt modelId="{7BB02D9A-0D73-4AF6-98C5-EF1830328E1F}" type="pres">
      <dgm:prSet presAssocID="{1D329AC2-D7FF-4EED-BFC2-65B3D85DB501}" presName="hierRoot2" presStyleCnt="0">
        <dgm:presLayoutVars>
          <dgm:hierBranch val="init"/>
        </dgm:presLayoutVars>
      </dgm:prSet>
      <dgm:spPr/>
    </dgm:pt>
    <dgm:pt modelId="{F545E634-8CF8-41CC-A850-3A492C0DDC9D}" type="pres">
      <dgm:prSet presAssocID="{1D329AC2-D7FF-4EED-BFC2-65B3D85DB501}" presName="rootComposite" presStyleCnt="0"/>
      <dgm:spPr/>
    </dgm:pt>
    <dgm:pt modelId="{3FBB327A-B333-4067-B726-C47CE9AB7119}" type="pres">
      <dgm:prSet presAssocID="{1D329AC2-D7FF-4EED-BFC2-65B3D85DB501}" presName="rootText" presStyleLbl="node3" presStyleIdx="3" presStyleCnt="10">
        <dgm:presLayoutVars>
          <dgm:chPref val="3"/>
        </dgm:presLayoutVars>
      </dgm:prSet>
      <dgm:spPr/>
      <dgm:t>
        <a:bodyPr/>
        <a:lstStyle/>
        <a:p>
          <a:endParaRPr lang="en-GB"/>
        </a:p>
      </dgm:t>
    </dgm:pt>
    <dgm:pt modelId="{57090217-907B-4560-BAF9-7C104616AC7B}" type="pres">
      <dgm:prSet presAssocID="{1D329AC2-D7FF-4EED-BFC2-65B3D85DB501}" presName="rootPict" presStyleLbl="alignImgPlace1" presStyleIdx="6" presStyleCnt="16"/>
      <dgm:spPr>
        <a:blipFill>
          <a:blip xmlns:r="http://schemas.openxmlformats.org/officeDocument/2006/relationships" r:embed="rId6">
            <a:extLst>
              <a:ext uri="{28A0092B-C50C-407E-A947-70E740481C1C}">
                <a14:useLocalDpi xmlns:a14="http://schemas.microsoft.com/office/drawing/2010/main" val="0"/>
              </a:ext>
            </a:extLst>
          </a:blip>
          <a:srcRect/>
          <a:stretch>
            <a:fillRect l="-31000" r="-31000"/>
          </a:stretch>
        </a:blipFill>
      </dgm:spPr>
      <dgm:t>
        <a:bodyPr/>
        <a:lstStyle/>
        <a:p>
          <a:endParaRPr lang="en-GB"/>
        </a:p>
      </dgm:t>
    </dgm:pt>
    <dgm:pt modelId="{AB4FA87F-48D4-4032-B025-D0225B5AEED4}" type="pres">
      <dgm:prSet presAssocID="{1D329AC2-D7FF-4EED-BFC2-65B3D85DB501}" presName="rootConnector" presStyleLbl="node3" presStyleIdx="3" presStyleCnt="10"/>
      <dgm:spPr/>
      <dgm:t>
        <a:bodyPr/>
        <a:lstStyle/>
        <a:p>
          <a:endParaRPr lang="en-GB"/>
        </a:p>
      </dgm:t>
    </dgm:pt>
    <dgm:pt modelId="{82F3101A-0B1D-4E37-8F4E-23FCAC477F10}" type="pres">
      <dgm:prSet presAssocID="{1D329AC2-D7FF-4EED-BFC2-65B3D85DB501}" presName="hierChild4" presStyleCnt="0"/>
      <dgm:spPr/>
    </dgm:pt>
    <dgm:pt modelId="{3CBE8883-6D14-4BAA-8266-1298BBA16E3D}" type="pres">
      <dgm:prSet presAssocID="{1D329AC2-D7FF-4EED-BFC2-65B3D85DB501}" presName="hierChild5" presStyleCnt="0"/>
      <dgm:spPr/>
    </dgm:pt>
    <dgm:pt modelId="{ACE4C83F-8E82-40F4-B1CA-1E828F6B3072}" type="pres">
      <dgm:prSet presAssocID="{F21ED9D4-7A9D-497D-9DA9-9F820F3FC6E0}" presName="hierChild5" presStyleCnt="0"/>
      <dgm:spPr/>
    </dgm:pt>
    <dgm:pt modelId="{7EC69BE0-013B-4A88-A7A0-A1A7CC3DB314}" type="pres">
      <dgm:prSet presAssocID="{DEF85F2A-C702-4C77-9329-EF8591C59C4B}" presName="Name37" presStyleLbl="parChTrans1D2" presStyleIdx="2" presStyleCnt="5"/>
      <dgm:spPr/>
      <dgm:t>
        <a:bodyPr/>
        <a:lstStyle/>
        <a:p>
          <a:endParaRPr lang="en-GB"/>
        </a:p>
      </dgm:t>
    </dgm:pt>
    <dgm:pt modelId="{C826D8A3-D24F-4A0D-A606-66262BBF4D4A}" type="pres">
      <dgm:prSet presAssocID="{928A491D-5FD4-4F53-8E90-77FE338BD067}" presName="hierRoot2" presStyleCnt="0">
        <dgm:presLayoutVars>
          <dgm:hierBranch val="init"/>
        </dgm:presLayoutVars>
      </dgm:prSet>
      <dgm:spPr/>
    </dgm:pt>
    <dgm:pt modelId="{9E8D287B-A2C4-4091-AA29-2F6E629D5164}" type="pres">
      <dgm:prSet presAssocID="{928A491D-5FD4-4F53-8E90-77FE338BD067}" presName="rootComposite" presStyleCnt="0"/>
      <dgm:spPr/>
    </dgm:pt>
    <dgm:pt modelId="{7F2ABC71-4503-48F1-8796-B7DE82D307C2}" type="pres">
      <dgm:prSet presAssocID="{928A491D-5FD4-4F53-8E90-77FE338BD067}" presName="rootText" presStyleLbl="node2" presStyleIdx="2" presStyleCnt="5">
        <dgm:presLayoutVars>
          <dgm:chPref val="3"/>
        </dgm:presLayoutVars>
      </dgm:prSet>
      <dgm:spPr/>
      <dgm:t>
        <a:bodyPr/>
        <a:lstStyle/>
        <a:p>
          <a:endParaRPr lang="en-GB"/>
        </a:p>
      </dgm:t>
    </dgm:pt>
    <dgm:pt modelId="{27A1DA85-023F-4376-A832-FFF2E0C1AEDE}" type="pres">
      <dgm:prSet presAssocID="{928A491D-5FD4-4F53-8E90-77FE338BD067}" presName="rootPict" presStyleLbl="alignImgPlace1" presStyleIdx="7" presStyleCnt="16"/>
      <dgm:spPr>
        <a:blipFill>
          <a:blip xmlns:r="http://schemas.openxmlformats.org/officeDocument/2006/relationships" r:embed="rId7">
            <a:extLst>
              <a:ext uri="{28A0092B-C50C-407E-A947-70E740481C1C}">
                <a14:useLocalDpi xmlns:a14="http://schemas.microsoft.com/office/drawing/2010/main" val="0"/>
              </a:ext>
            </a:extLst>
          </a:blip>
          <a:srcRect/>
          <a:stretch>
            <a:fillRect l="-51000" r="-51000"/>
          </a:stretch>
        </a:blipFill>
      </dgm:spPr>
      <dgm:t>
        <a:bodyPr/>
        <a:lstStyle/>
        <a:p>
          <a:endParaRPr lang="en-GB"/>
        </a:p>
      </dgm:t>
    </dgm:pt>
    <dgm:pt modelId="{1AAA183A-73BA-4B4A-A69D-BF3CAAE1EA14}" type="pres">
      <dgm:prSet presAssocID="{928A491D-5FD4-4F53-8E90-77FE338BD067}" presName="rootConnector" presStyleLbl="node2" presStyleIdx="2" presStyleCnt="5"/>
      <dgm:spPr/>
      <dgm:t>
        <a:bodyPr/>
        <a:lstStyle/>
        <a:p>
          <a:endParaRPr lang="en-GB"/>
        </a:p>
      </dgm:t>
    </dgm:pt>
    <dgm:pt modelId="{F44E3E28-E6D0-4FF0-80ED-DF6FDF44DFA8}" type="pres">
      <dgm:prSet presAssocID="{928A491D-5FD4-4F53-8E90-77FE338BD067}" presName="hierChild4" presStyleCnt="0"/>
      <dgm:spPr/>
    </dgm:pt>
    <dgm:pt modelId="{9B3CCBCF-C670-4BFE-BE89-B654A76158F8}" type="pres">
      <dgm:prSet presAssocID="{8BFF9E76-7BD7-4DEE-913E-7984C3F6B707}" presName="Name37" presStyleLbl="parChTrans1D3" presStyleIdx="4" presStyleCnt="10"/>
      <dgm:spPr/>
      <dgm:t>
        <a:bodyPr/>
        <a:lstStyle/>
        <a:p>
          <a:endParaRPr lang="en-GB"/>
        </a:p>
      </dgm:t>
    </dgm:pt>
    <dgm:pt modelId="{F4F4A731-475F-464B-B11A-C898C8CA94BF}" type="pres">
      <dgm:prSet presAssocID="{3D35D319-F761-4D41-86EC-F8DA1B92ED1F}" presName="hierRoot2" presStyleCnt="0">
        <dgm:presLayoutVars>
          <dgm:hierBranch val="init"/>
        </dgm:presLayoutVars>
      </dgm:prSet>
      <dgm:spPr/>
    </dgm:pt>
    <dgm:pt modelId="{382FF07A-D966-431D-9137-B12EB769F13F}" type="pres">
      <dgm:prSet presAssocID="{3D35D319-F761-4D41-86EC-F8DA1B92ED1F}" presName="rootComposite" presStyleCnt="0"/>
      <dgm:spPr/>
    </dgm:pt>
    <dgm:pt modelId="{6651222B-8551-4290-96E5-2E8263859D29}" type="pres">
      <dgm:prSet presAssocID="{3D35D319-F761-4D41-86EC-F8DA1B92ED1F}" presName="rootText" presStyleLbl="node3" presStyleIdx="4" presStyleCnt="10">
        <dgm:presLayoutVars>
          <dgm:chPref val="3"/>
        </dgm:presLayoutVars>
      </dgm:prSet>
      <dgm:spPr/>
      <dgm:t>
        <a:bodyPr/>
        <a:lstStyle/>
        <a:p>
          <a:endParaRPr lang="en-GB"/>
        </a:p>
      </dgm:t>
    </dgm:pt>
    <dgm:pt modelId="{D8F7006D-06CC-4AE8-A5E3-973FAF488BA3}" type="pres">
      <dgm:prSet presAssocID="{3D35D319-F761-4D41-86EC-F8DA1B92ED1F}" presName="rootPict" presStyleLbl="alignImgPlace1" presStyleIdx="8" presStyleCnt="16"/>
      <dgm:spPr>
        <a:blipFill>
          <a:blip xmlns:r="http://schemas.openxmlformats.org/officeDocument/2006/relationships" r:embed="rId8">
            <a:extLst>
              <a:ext uri="{28A0092B-C50C-407E-A947-70E740481C1C}">
                <a14:useLocalDpi xmlns:a14="http://schemas.microsoft.com/office/drawing/2010/main" val="0"/>
              </a:ext>
            </a:extLst>
          </a:blip>
          <a:srcRect/>
          <a:stretch>
            <a:fillRect l="-7000" r="-7000"/>
          </a:stretch>
        </a:blipFill>
      </dgm:spPr>
      <dgm:t>
        <a:bodyPr/>
        <a:lstStyle/>
        <a:p>
          <a:endParaRPr lang="en-GB"/>
        </a:p>
      </dgm:t>
    </dgm:pt>
    <dgm:pt modelId="{CFCE051B-992E-4A7F-BA9A-3A6044B4C7B0}" type="pres">
      <dgm:prSet presAssocID="{3D35D319-F761-4D41-86EC-F8DA1B92ED1F}" presName="rootConnector" presStyleLbl="node3" presStyleIdx="4" presStyleCnt="10"/>
      <dgm:spPr/>
      <dgm:t>
        <a:bodyPr/>
        <a:lstStyle/>
        <a:p>
          <a:endParaRPr lang="en-GB"/>
        </a:p>
      </dgm:t>
    </dgm:pt>
    <dgm:pt modelId="{86DA8CE3-F319-425F-AB99-6AB86AD2AE16}" type="pres">
      <dgm:prSet presAssocID="{3D35D319-F761-4D41-86EC-F8DA1B92ED1F}" presName="hierChild4" presStyleCnt="0"/>
      <dgm:spPr/>
    </dgm:pt>
    <dgm:pt modelId="{29A8BE0E-1C94-4766-91DF-E25E485661F5}" type="pres">
      <dgm:prSet presAssocID="{3D35D319-F761-4D41-86EC-F8DA1B92ED1F}" presName="hierChild5" presStyleCnt="0"/>
      <dgm:spPr/>
    </dgm:pt>
    <dgm:pt modelId="{44417C64-5C2F-47F9-86C6-9DD537E55BE8}" type="pres">
      <dgm:prSet presAssocID="{928A491D-5FD4-4F53-8E90-77FE338BD067}" presName="hierChild5" presStyleCnt="0"/>
      <dgm:spPr/>
    </dgm:pt>
    <dgm:pt modelId="{F732ED0D-6A92-4247-BCE3-DCBC67C4780F}" type="pres">
      <dgm:prSet presAssocID="{20C9B748-8457-4D3C-82EA-813CB8D42C4A}" presName="Name37" presStyleLbl="parChTrans1D2" presStyleIdx="3" presStyleCnt="5"/>
      <dgm:spPr/>
      <dgm:t>
        <a:bodyPr/>
        <a:lstStyle/>
        <a:p>
          <a:endParaRPr lang="en-GB"/>
        </a:p>
      </dgm:t>
    </dgm:pt>
    <dgm:pt modelId="{476C9F80-7C4C-4139-A866-9C2CF452F947}" type="pres">
      <dgm:prSet presAssocID="{3B4CC787-752E-41AA-B499-ECD2044FA97D}" presName="hierRoot2" presStyleCnt="0">
        <dgm:presLayoutVars>
          <dgm:hierBranch val="init"/>
        </dgm:presLayoutVars>
      </dgm:prSet>
      <dgm:spPr/>
    </dgm:pt>
    <dgm:pt modelId="{43CCA59F-0EAC-456C-9924-16372453CD34}" type="pres">
      <dgm:prSet presAssocID="{3B4CC787-752E-41AA-B499-ECD2044FA97D}" presName="rootComposite" presStyleCnt="0"/>
      <dgm:spPr/>
    </dgm:pt>
    <dgm:pt modelId="{BE1184DB-1C74-4FEC-BE98-B9C1DAEFC3D8}" type="pres">
      <dgm:prSet presAssocID="{3B4CC787-752E-41AA-B499-ECD2044FA97D}" presName="rootText" presStyleLbl="node2" presStyleIdx="3" presStyleCnt="5">
        <dgm:presLayoutVars>
          <dgm:chPref val="3"/>
        </dgm:presLayoutVars>
      </dgm:prSet>
      <dgm:spPr/>
      <dgm:t>
        <a:bodyPr/>
        <a:lstStyle/>
        <a:p>
          <a:endParaRPr lang="en-GB"/>
        </a:p>
      </dgm:t>
    </dgm:pt>
    <dgm:pt modelId="{44674C41-FE3D-4499-9295-C3744F7F7EDF}" type="pres">
      <dgm:prSet presAssocID="{3B4CC787-752E-41AA-B499-ECD2044FA97D}" presName="rootPict" presStyleLbl="alignImgPlace1" presStyleIdx="9" presStyleCnt="16"/>
      <dgm:spPr>
        <a:blipFill>
          <a:blip xmlns:r="http://schemas.openxmlformats.org/officeDocument/2006/relationships" r:embed="rId9">
            <a:extLst>
              <a:ext uri="{28A0092B-C50C-407E-A947-70E740481C1C}">
                <a14:useLocalDpi xmlns:a14="http://schemas.microsoft.com/office/drawing/2010/main" val="0"/>
              </a:ext>
            </a:extLst>
          </a:blip>
          <a:srcRect/>
          <a:stretch>
            <a:fillRect l="-109000" r="-109000"/>
          </a:stretch>
        </a:blipFill>
      </dgm:spPr>
      <dgm:t>
        <a:bodyPr/>
        <a:lstStyle/>
        <a:p>
          <a:endParaRPr lang="en-GB"/>
        </a:p>
      </dgm:t>
    </dgm:pt>
    <dgm:pt modelId="{2E68F2EC-33EE-483B-B2A9-AA2E710F35AC}" type="pres">
      <dgm:prSet presAssocID="{3B4CC787-752E-41AA-B499-ECD2044FA97D}" presName="rootConnector" presStyleLbl="node2" presStyleIdx="3" presStyleCnt="5"/>
      <dgm:spPr/>
      <dgm:t>
        <a:bodyPr/>
        <a:lstStyle/>
        <a:p>
          <a:endParaRPr lang="en-GB"/>
        </a:p>
      </dgm:t>
    </dgm:pt>
    <dgm:pt modelId="{2B584DC8-9EFF-435A-8CFB-2BEC9FE0D835}" type="pres">
      <dgm:prSet presAssocID="{3B4CC787-752E-41AA-B499-ECD2044FA97D}" presName="hierChild4" presStyleCnt="0"/>
      <dgm:spPr/>
    </dgm:pt>
    <dgm:pt modelId="{3D73466B-AB5B-46C4-80F0-C8BD02FD8BFC}" type="pres">
      <dgm:prSet presAssocID="{D908D35C-1C73-4CF8-BF42-26F1D4A85B22}" presName="Name37" presStyleLbl="parChTrans1D3" presStyleIdx="5" presStyleCnt="10"/>
      <dgm:spPr/>
      <dgm:t>
        <a:bodyPr/>
        <a:lstStyle/>
        <a:p>
          <a:endParaRPr lang="en-GB"/>
        </a:p>
      </dgm:t>
    </dgm:pt>
    <dgm:pt modelId="{99DDD51D-6E35-498F-88AA-0F2DD7160382}" type="pres">
      <dgm:prSet presAssocID="{CBBD5A02-1B09-472B-8CE6-93B3AE35B5CD}" presName="hierRoot2" presStyleCnt="0">
        <dgm:presLayoutVars>
          <dgm:hierBranch val="init"/>
        </dgm:presLayoutVars>
      </dgm:prSet>
      <dgm:spPr/>
    </dgm:pt>
    <dgm:pt modelId="{ABF778B2-6025-46B9-93C3-63546A47CE11}" type="pres">
      <dgm:prSet presAssocID="{CBBD5A02-1B09-472B-8CE6-93B3AE35B5CD}" presName="rootComposite" presStyleCnt="0"/>
      <dgm:spPr/>
    </dgm:pt>
    <dgm:pt modelId="{C2E51325-7ED3-4829-8B70-1DDBD2A8FB50}" type="pres">
      <dgm:prSet presAssocID="{CBBD5A02-1B09-472B-8CE6-93B3AE35B5CD}" presName="rootText" presStyleLbl="node3" presStyleIdx="5" presStyleCnt="10">
        <dgm:presLayoutVars>
          <dgm:chPref val="3"/>
        </dgm:presLayoutVars>
      </dgm:prSet>
      <dgm:spPr/>
      <dgm:t>
        <a:bodyPr/>
        <a:lstStyle/>
        <a:p>
          <a:endParaRPr lang="en-GB"/>
        </a:p>
      </dgm:t>
    </dgm:pt>
    <dgm:pt modelId="{D7EACED8-6441-4C13-9499-367119AE5AA0}" type="pres">
      <dgm:prSet presAssocID="{CBBD5A02-1B09-472B-8CE6-93B3AE35B5CD}" presName="rootPict" presStyleLbl="alignImgPlace1" presStyleIdx="10" presStyleCnt="16"/>
      <dgm:spPr>
        <a:blipFill>
          <a:blip xmlns:r="http://schemas.openxmlformats.org/officeDocument/2006/relationships" r:embed="rId10" cstate="print">
            <a:extLst>
              <a:ext uri="{28A0092B-C50C-407E-A947-70E740481C1C}">
                <a14:useLocalDpi xmlns:a14="http://schemas.microsoft.com/office/drawing/2010/main" val="0"/>
              </a:ext>
            </a:extLst>
          </a:blip>
          <a:srcRect/>
          <a:stretch>
            <a:fillRect l="-17000" r="-17000"/>
          </a:stretch>
        </a:blipFill>
      </dgm:spPr>
      <dgm:t>
        <a:bodyPr/>
        <a:lstStyle/>
        <a:p>
          <a:endParaRPr lang="en-GB"/>
        </a:p>
      </dgm:t>
    </dgm:pt>
    <dgm:pt modelId="{195221EF-CCC8-46D1-8C65-7DAF8C7933ED}" type="pres">
      <dgm:prSet presAssocID="{CBBD5A02-1B09-472B-8CE6-93B3AE35B5CD}" presName="rootConnector" presStyleLbl="node3" presStyleIdx="5" presStyleCnt="10"/>
      <dgm:spPr/>
      <dgm:t>
        <a:bodyPr/>
        <a:lstStyle/>
        <a:p>
          <a:endParaRPr lang="en-GB"/>
        </a:p>
      </dgm:t>
    </dgm:pt>
    <dgm:pt modelId="{F4EDB2CC-BB1B-4ED3-B688-7C85146BB103}" type="pres">
      <dgm:prSet presAssocID="{CBBD5A02-1B09-472B-8CE6-93B3AE35B5CD}" presName="hierChild4" presStyleCnt="0"/>
      <dgm:spPr/>
    </dgm:pt>
    <dgm:pt modelId="{28EDDEF5-7AF1-44D2-B6AD-47C25FA7A414}" type="pres">
      <dgm:prSet presAssocID="{CBBD5A02-1B09-472B-8CE6-93B3AE35B5CD}" presName="hierChild5" presStyleCnt="0"/>
      <dgm:spPr/>
    </dgm:pt>
    <dgm:pt modelId="{3457F1DD-61D4-4FE3-931A-24565B67B48C}" type="pres">
      <dgm:prSet presAssocID="{6903B7F9-198D-459B-A67A-DA962B5CF98C}" presName="Name37" presStyleLbl="parChTrans1D3" presStyleIdx="6" presStyleCnt="10"/>
      <dgm:spPr/>
      <dgm:t>
        <a:bodyPr/>
        <a:lstStyle/>
        <a:p>
          <a:endParaRPr lang="en-GB"/>
        </a:p>
      </dgm:t>
    </dgm:pt>
    <dgm:pt modelId="{DFF02543-EDB0-4ACF-A1C9-42E6313DC029}" type="pres">
      <dgm:prSet presAssocID="{A27852CB-431B-47D9-A98D-FF7C848E54C0}" presName="hierRoot2" presStyleCnt="0">
        <dgm:presLayoutVars>
          <dgm:hierBranch val="init"/>
        </dgm:presLayoutVars>
      </dgm:prSet>
      <dgm:spPr/>
    </dgm:pt>
    <dgm:pt modelId="{B652A800-1AF3-47B4-B970-2EF11E9B2A8E}" type="pres">
      <dgm:prSet presAssocID="{A27852CB-431B-47D9-A98D-FF7C848E54C0}" presName="rootComposite" presStyleCnt="0"/>
      <dgm:spPr/>
    </dgm:pt>
    <dgm:pt modelId="{1B918672-426E-4809-9857-F85A51648693}" type="pres">
      <dgm:prSet presAssocID="{A27852CB-431B-47D9-A98D-FF7C848E54C0}" presName="rootText" presStyleLbl="node3" presStyleIdx="6" presStyleCnt="10">
        <dgm:presLayoutVars>
          <dgm:chPref val="3"/>
        </dgm:presLayoutVars>
      </dgm:prSet>
      <dgm:spPr/>
      <dgm:t>
        <a:bodyPr/>
        <a:lstStyle/>
        <a:p>
          <a:endParaRPr lang="en-GB"/>
        </a:p>
      </dgm:t>
    </dgm:pt>
    <dgm:pt modelId="{F5EFEB96-C330-4ACA-A900-7D245D48D792}" type="pres">
      <dgm:prSet presAssocID="{A27852CB-431B-47D9-A98D-FF7C848E54C0}" presName="rootPict" presStyleLbl="alignImgPlace1" presStyleIdx="11" presStyleCnt="16"/>
      <dgm:spPr>
        <a:blipFill>
          <a:blip xmlns:r="http://schemas.openxmlformats.org/officeDocument/2006/relationships" r:embed="rId11">
            <a:extLst>
              <a:ext uri="{28A0092B-C50C-407E-A947-70E740481C1C}">
                <a14:useLocalDpi xmlns:a14="http://schemas.microsoft.com/office/drawing/2010/main" val="0"/>
              </a:ext>
            </a:extLst>
          </a:blip>
          <a:srcRect/>
          <a:stretch>
            <a:fillRect l="-18000" r="-18000"/>
          </a:stretch>
        </a:blipFill>
      </dgm:spPr>
      <dgm:t>
        <a:bodyPr/>
        <a:lstStyle/>
        <a:p>
          <a:endParaRPr lang="en-GB"/>
        </a:p>
      </dgm:t>
    </dgm:pt>
    <dgm:pt modelId="{BAEAF491-EB4A-4E1B-B30B-B93CEF2ADDA3}" type="pres">
      <dgm:prSet presAssocID="{A27852CB-431B-47D9-A98D-FF7C848E54C0}" presName="rootConnector" presStyleLbl="node3" presStyleIdx="6" presStyleCnt="10"/>
      <dgm:spPr/>
      <dgm:t>
        <a:bodyPr/>
        <a:lstStyle/>
        <a:p>
          <a:endParaRPr lang="en-GB"/>
        </a:p>
      </dgm:t>
    </dgm:pt>
    <dgm:pt modelId="{88AD8E62-C568-4934-922F-019B3E36D422}" type="pres">
      <dgm:prSet presAssocID="{A27852CB-431B-47D9-A98D-FF7C848E54C0}" presName="hierChild4" presStyleCnt="0"/>
      <dgm:spPr/>
    </dgm:pt>
    <dgm:pt modelId="{21E574A1-CC97-4227-ACDF-0BB4B626A751}" type="pres">
      <dgm:prSet presAssocID="{A27852CB-431B-47D9-A98D-FF7C848E54C0}" presName="hierChild5" presStyleCnt="0"/>
      <dgm:spPr/>
    </dgm:pt>
    <dgm:pt modelId="{CA4F9A18-4F4A-4F70-8FE5-83E7922DC0F8}" type="pres">
      <dgm:prSet presAssocID="{3B4CC787-752E-41AA-B499-ECD2044FA97D}" presName="hierChild5" presStyleCnt="0"/>
      <dgm:spPr/>
    </dgm:pt>
    <dgm:pt modelId="{283372A6-8A2A-435A-822A-82A34FF0FD9B}" type="pres">
      <dgm:prSet presAssocID="{4A3F85A7-831E-4B49-9B8E-F8F7ABE6294C}" presName="Name37" presStyleLbl="parChTrans1D2" presStyleIdx="4" presStyleCnt="5"/>
      <dgm:spPr/>
      <dgm:t>
        <a:bodyPr/>
        <a:lstStyle/>
        <a:p>
          <a:endParaRPr lang="en-GB"/>
        </a:p>
      </dgm:t>
    </dgm:pt>
    <dgm:pt modelId="{9CE43002-64A9-4423-9F48-5CA1DD091E60}" type="pres">
      <dgm:prSet presAssocID="{8FBD076E-AF45-4FD8-BFAD-BD0EFE04D7E3}" presName="hierRoot2" presStyleCnt="0">
        <dgm:presLayoutVars>
          <dgm:hierBranch val="init"/>
        </dgm:presLayoutVars>
      </dgm:prSet>
      <dgm:spPr/>
    </dgm:pt>
    <dgm:pt modelId="{4690BDC5-EB97-4080-8386-65AC5ED41B92}" type="pres">
      <dgm:prSet presAssocID="{8FBD076E-AF45-4FD8-BFAD-BD0EFE04D7E3}" presName="rootComposite" presStyleCnt="0"/>
      <dgm:spPr/>
    </dgm:pt>
    <dgm:pt modelId="{D3314B29-3E92-4035-B06D-C14743277B1F}" type="pres">
      <dgm:prSet presAssocID="{8FBD076E-AF45-4FD8-BFAD-BD0EFE04D7E3}" presName="rootText" presStyleLbl="node2" presStyleIdx="4" presStyleCnt="5">
        <dgm:presLayoutVars>
          <dgm:chPref val="3"/>
        </dgm:presLayoutVars>
      </dgm:prSet>
      <dgm:spPr/>
      <dgm:t>
        <a:bodyPr/>
        <a:lstStyle/>
        <a:p>
          <a:endParaRPr lang="en-GB"/>
        </a:p>
      </dgm:t>
    </dgm:pt>
    <dgm:pt modelId="{475B5F65-8459-49AE-B295-18A3FFF547A9}" type="pres">
      <dgm:prSet presAssocID="{8FBD076E-AF45-4FD8-BFAD-BD0EFE04D7E3}" presName="rootPict" presStyleLbl="alignImgPlace1" presStyleIdx="12" presStyleCnt="16"/>
      <dgm:spPr>
        <a:blipFill>
          <a:blip xmlns:r="http://schemas.openxmlformats.org/officeDocument/2006/relationships" r:embed="rId12" cstate="print">
            <a:extLst>
              <a:ext uri="{28A0092B-C50C-407E-A947-70E740481C1C}">
                <a14:useLocalDpi xmlns:a14="http://schemas.microsoft.com/office/drawing/2010/main" val="0"/>
              </a:ext>
            </a:extLst>
          </a:blip>
          <a:srcRect/>
          <a:stretch>
            <a:fillRect l="-3000" r="-3000"/>
          </a:stretch>
        </a:blipFill>
      </dgm:spPr>
      <dgm:t>
        <a:bodyPr/>
        <a:lstStyle/>
        <a:p>
          <a:endParaRPr lang="en-GB"/>
        </a:p>
      </dgm:t>
    </dgm:pt>
    <dgm:pt modelId="{537B692F-632F-4B1C-9AC3-02863D8BEA14}" type="pres">
      <dgm:prSet presAssocID="{8FBD076E-AF45-4FD8-BFAD-BD0EFE04D7E3}" presName="rootConnector" presStyleLbl="node2" presStyleIdx="4" presStyleCnt="5"/>
      <dgm:spPr/>
      <dgm:t>
        <a:bodyPr/>
        <a:lstStyle/>
        <a:p>
          <a:endParaRPr lang="en-GB"/>
        </a:p>
      </dgm:t>
    </dgm:pt>
    <dgm:pt modelId="{4BF471E4-9464-4A20-8AA6-D895734B9CDA}" type="pres">
      <dgm:prSet presAssocID="{8FBD076E-AF45-4FD8-BFAD-BD0EFE04D7E3}" presName="hierChild4" presStyleCnt="0"/>
      <dgm:spPr/>
    </dgm:pt>
    <dgm:pt modelId="{65ECE1B2-A2B2-4030-858F-603DCB3641A2}" type="pres">
      <dgm:prSet presAssocID="{B788F26D-47DD-492C-9366-E6E1E13A8F4F}" presName="Name37" presStyleLbl="parChTrans1D3" presStyleIdx="7" presStyleCnt="10"/>
      <dgm:spPr/>
      <dgm:t>
        <a:bodyPr/>
        <a:lstStyle/>
        <a:p>
          <a:endParaRPr lang="en-GB"/>
        </a:p>
      </dgm:t>
    </dgm:pt>
    <dgm:pt modelId="{1118F91A-CA81-47D3-B243-CA7029A6E3FB}" type="pres">
      <dgm:prSet presAssocID="{04F5823B-4422-426A-B032-233D33675C94}" presName="hierRoot2" presStyleCnt="0">
        <dgm:presLayoutVars>
          <dgm:hierBranch val="init"/>
        </dgm:presLayoutVars>
      </dgm:prSet>
      <dgm:spPr/>
    </dgm:pt>
    <dgm:pt modelId="{7D0A6DCC-87E7-4675-80FC-56BAEBDE6DFA}" type="pres">
      <dgm:prSet presAssocID="{04F5823B-4422-426A-B032-233D33675C94}" presName="rootComposite" presStyleCnt="0"/>
      <dgm:spPr/>
    </dgm:pt>
    <dgm:pt modelId="{86D49F76-E13B-40CB-BCDE-A6B4E8BE080C}" type="pres">
      <dgm:prSet presAssocID="{04F5823B-4422-426A-B032-233D33675C94}" presName="rootText" presStyleLbl="node3" presStyleIdx="7" presStyleCnt="10">
        <dgm:presLayoutVars>
          <dgm:chPref val="3"/>
        </dgm:presLayoutVars>
      </dgm:prSet>
      <dgm:spPr/>
      <dgm:t>
        <a:bodyPr/>
        <a:lstStyle/>
        <a:p>
          <a:endParaRPr lang="en-GB"/>
        </a:p>
      </dgm:t>
    </dgm:pt>
    <dgm:pt modelId="{E71F9437-E626-4118-BD97-E82C08243431}" type="pres">
      <dgm:prSet presAssocID="{04F5823B-4422-426A-B032-233D33675C94}" presName="rootPict" presStyleLbl="alignImgPlace1" presStyleIdx="13" presStyleCnt="16"/>
      <dgm:spPr>
        <a:blipFill>
          <a:blip xmlns:r="http://schemas.openxmlformats.org/officeDocument/2006/relationships" r:embed="rId13" cstate="print">
            <a:extLst>
              <a:ext uri="{28A0092B-C50C-407E-A947-70E740481C1C}">
                <a14:useLocalDpi xmlns:a14="http://schemas.microsoft.com/office/drawing/2010/main" val="0"/>
              </a:ext>
            </a:extLst>
          </a:blip>
          <a:srcRect/>
          <a:stretch>
            <a:fillRect l="-16000" r="-16000"/>
          </a:stretch>
        </a:blipFill>
      </dgm:spPr>
      <dgm:t>
        <a:bodyPr/>
        <a:lstStyle/>
        <a:p>
          <a:endParaRPr lang="en-GB"/>
        </a:p>
      </dgm:t>
    </dgm:pt>
    <dgm:pt modelId="{4FA43DD7-3C37-4B03-A43F-C651AD500968}" type="pres">
      <dgm:prSet presAssocID="{04F5823B-4422-426A-B032-233D33675C94}" presName="rootConnector" presStyleLbl="node3" presStyleIdx="7" presStyleCnt="10"/>
      <dgm:spPr/>
      <dgm:t>
        <a:bodyPr/>
        <a:lstStyle/>
        <a:p>
          <a:endParaRPr lang="en-GB"/>
        </a:p>
      </dgm:t>
    </dgm:pt>
    <dgm:pt modelId="{025089E3-6A25-432F-B49A-FDA3F4F2A4DD}" type="pres">
      <dgm:prSet presAssocID="{04F5823B-4422-426A-B032-233D33675C94}" presName="hierChild4" presStyleCnt="0"/>
      <dgm:spPr/>
    </dgm:pt>
    <dgm:pt modelId="{7B965792-130B-4B00-BBB6-365627FA21F3}" type="pres">
      <dgm:prSet presAssocID="{04F5823B-4422-426A-B032-233D33675C94}" presName="hierChild5" presStyleCnt="0"/>
      <dgm:spPr/>
    </dgm:pt>
    <dgm:pt modelId="{BB5CDB0F-F1CB-433E-B9C4-65624DF29105}" type="pres">
      <dgm:prSet presAssocID="{2E0C920A-B276-44EB-87A0-DAB722805180}" presName="Name37" presStyleLbl="parChTrans1D3" presStyleIdx="8" presStyleCnt="10"/>
      <dgm:spPr/>
      <dgm:t>
        <a:bodyPr/>
        <a:lstStyle/>
        <a:p>
          <a:endParaRPr lang="en-GB"/>
        </a:p>
      </dgm:t>
    </dgm:pt>
    <dgm:pt modelId="{EC0A9D7F-4579-4C55-8412-4C830D77258B}" type="pres">
      <dgm:prSet presAssocID="{433CE9E7-8EE1-4151-A389-95FEED1C4F8A}" presName="hierRoot2" presStyleCnt="0">
        <dgm:presLayoutVars>
          <dgm:hierBranch val="init"/>
        </dgm:presLayoutVars>
      </dgm:prSet>
      <dgm:spPr/>
    </dgm:pt>
    <dgm:pt modelId="{61727C17-0124-40A4-8F03-FBD6D2894C40}" type="pres">
      <dgm:prSet presAssocID="{433CE9E7-8EE1-4151-A389-95FEED1C4F8A}" presName="rootComposite" presStyleCnt="0"/>
      <dgm:spPr/>
    </dgm:pt>
    <dgm:pt modelId="{66E53CAC-F12D-40B4-9DFB-D0A798AD3CD0}" type="pres">
      <dgm:prSet presAssocID="{433CE9E7-8EE1-4151-A389-95FEED1C4F8A}" presName="rootText" presStyleLbl="node3" presStyleIdx="8" presStyleCnt="10">
        <dgm:presLayoutVars>
          <dgm:chPref val="3"/>
        </dgm:presLayoutVars>
      </dgm:prSet>
      <dgm:spPr/>
      <dgm:t>
        <a:bodyPr/>
        <a:lstStyle/>
        <a:p>
          <a:endParaRPr lang="en-GB"/>
        </a:p>
      </dgm:t>
    </dgm:pt>
    <dgm:pt modelId="{FEA06683-567A-48E0-885B-3D9FA62C8939}" type="pres">
      <dgm:prSet presAssocID="{433CE9E7-8EE1-4151-A389-95FEED1C4F8A}" presName="rootPict" presStyleLbl="alignImgPlace1" presStyleIdx="14" presStyleCnt="16"/>
      <dgm:spPr>
        <a:blipFill>
          <a:blip xmlns:r="http://schemas.openxmlformats.org/officeDocument/2006/relationships" r:embed="rId14">
            <a:extLst>
              <a:ext uri="{28A0092B-C50C-407E-A947-70E740481C1C}">
                <a14:useLocalDpi xmlns:a14="http://schemas.microsoft.com/office/drawing/2010/main" val="0"/>
              </a:ext>
            </a:extLst>
          </a:blip>
          <a:srcRect/>
          <a:stretch>
            <a:fillRect l="-57000" r="-57000"/>
          </a:stretch>
        </a:blipFill>
      </dgm:spPr>
      <dgm:t>
        <a:bodyPr/>
        <a:lstStyle/>
        <a:p>
          <a:endParaRPr lang="en-GB"/>
        </a:p>
      </dgm:t>
    </dgm:pt>
    <dgm:pt modelId="{CB223CB2-A7C2-48D1-9199-1DDEA6B3FD84}" type="pres">
      <dgm:prSet presAssocID="{433CE9E7-8EE1-4151-A389-95FEED1C4F8A}" presName="rootConnector" presStyleLbl="node3" presStyleIdx="8" presStyleCnt="10"/>
      <dgm:spPr/>
      <dgm:t>
        <a:bodyPr/>
        <a:lstStyle/>
        <a:p>
          <a:endParaRPr lang="en-GB"/>
        </a:p>
      </dgm:t>
    </dgm:pt>
    <dgm:pt modelId="{A57768AD-BB4B-4890-95E5-E157F1F99C29}" type="pres">
      <dgm:prSet presAssocID="{433CE9E7-8EE1-4151-A389-95FEED1C4F8A}" presName="hierChild4" presStyleCnt="0"/>
      <dgm:spPr/>
    </dgm:pt>
    <dgm:pt modelId="{1033ADC6-D911-4974-B82A-69AEEC75C9B0}" type="pres">
      <dgm:prSet presAssocID="{433CE9E7-8EE1-4151-A389-95FEED1C4F8A}" presName="hierChild5" presStyleCnt="0"/>
      <dgm:spPr/>
    </dgm:pt>
    <dgm:pt modelId="{DC0CE20F-3A59-4013-96B7-649C4B849856}" type="pres">
      <dgm:prSet presAssocID="{DD1CE2FC-397B-45D8-860B-E18710121CDD}" presName="Name37" presStyleLbl="parChTrans1D3" presStyleIdx="9" presStyleCnt="10"/>
      <dgm:spPr/>
      <dgm:t>
        <a:bodyPr/>
        <a:lstStyle/>
        <a:p>
          <a:endParaRPr lang="en-GB"/>
        </a:p>
      </dgm:t>
    </dgm:pt>
    <dgm:pt modelId="{225CA0D2-B83B-4A77-9EB4-9260E6D3F115}" type="pres">
      <dgm:prSet presAssocID="{DF1E534D-14C3-4B44-A6B1-194AB4AE606D}" presName="hierRoot2" presStyleCnt="0">
        <dgm:presLayoutVars>
          <dgm:hierBranch val="init"/>
        </dgm:presLayoutVars>
      </dgm:prSet>
      <dgm:spPr/>
    </dgm:pt>
    <dgm:pt modelId="{FE643C88-7854-4138-9C41-8B57BA15076C}" type="pres">
      <dgm:prSet presAssocID="{DF1E534D-14C3-4B44-A6B1-194AB4AE606D}" presName="rootComposite" presStyleCnt="0"/>
      <dgm:spPr/>
    </dgm:pt>
    <dgm:pt modelId="{27371887-8C65-492E-94A2-B0A90ECED93A}" type="pres">
      <dgm:prSet presAssocID="{DF1E534D-14C3-4B44-A6B1-194AB4AE606D}" presName="rootText" presStyleLbl="node3" presStyleIdx="9" presStyleCnt="10">
        <dgm:presLayoutVars>
          <dgm:chPref val="3"/>
        </dgm:presLayoutVars>
      </dgm:prSet>
      <dgm:spPr/>
      <dgm:t>
        <a:bodyPr/>
        <a:lstStyle/>
        <a:p>
          <a:endParaRPr lang="en-GB"/>
        </a:p>
      </dgm:t>
    </dgm:pt>
    <dgm:pt modelId="{8CFC6E41-B863-477B-A0B7-D83F0613C4C6}" type="pres">
      <dgm:prSet presAssocID="{DF1E534D-14C3-4B44-A6B1-194AB4AE606D}" presName="rootPict" presStyleLbl="alignImgPlace1" presStyleIdx="15" presStyleCnt="16"/>
      <dgm:spPr>
        <a:blipFill>
          <a:blip xmlns:r="http://schemas.openxmlformats.org/officeDocument/2006/relationships" r:embed="rId15" cstate="print">
            <a:extLst>
              <a:ext uri="{28A0092B-C50C-407E-A947-70E740481C1C}">
                <a14:useLocalDpi xmlns:a14="http://schemas.microsoft.com/office/drawing/2010/main" val="0"/>
              </a:ext>
            </a:extLst>
          </a:blip>
          <a:srcRect/>
          <a:stretch>
            <a:fillRect l="-62000" r="-62000"/>
          </a:stretch>
        </a:blipFill>
      </dgm:spPr>
      <dgm:t>
        <a:bodyPr/>
        <a:lstStyle/>
        <a:p>
          <a:endParaRPr lang="en-GB"/>
        </a:p>
      </dgm:t>
    </dgm:pt>
    <dgm:pt modelId="{E8E85F12-788A-4612-9B8E-26A37942B9E6}" type="pres">
      <dgm:prSet presAssocID="{DF1E534D-14C3-4B44-A6B1-194AB4AE606D}" presName="rootConnector" presStyleLbl="node3" presStyleIdx="9" presStyleCnt="10"/>
      <dgm:spPr/>
      <dgm:t>
        <a:bodyPr/>
        <a:lstStyle/>
        <a:p>
          <a:endParaRPr lang="en-GB"/>
        </a:p>
      </dgm:t>
    </dgm:pt>
    <dgm:pt modelId="{214A9ED6-6F4C-434A-9567-27F318B03D43}" type="pres">
      <dgm:prSet presAssocID="{DF1E534D-14C3-4B44-A6B1-194AB4AE606D}" presName="hierChild4" presStyleCnt="0"/>
      <dgm:spPr/>
    </dgm:pt>
    <dgm:pt modelId="{917EA5DB-1573-4552-B84C-E3FD4F923560}" type="pres">
      <dgm:prSet presAssocID="{DF1E534D-14C3-4B44-A6B1-194AB4AE606D}" presName="hierChild5" presStyleCnt="0"/>
      <dgm:spPr/>
    </dgm:pt>
    <dgm:pt modelId="{F3FDBACE-25EB-45BE-B2FD-48C318026ACE}" type="pres">
      <dgm:prSet presAssocID="{8FBD076E-AF45-4FD8-BFAD-BD0EFE04D7E3}" presName="hierChild5" presStyleCnt="0"/>
      <dgm:spPr/>
    </dgm:pt>
    <dgm:pt modelId="{D8AD17E5-7CE0-407D-BE09-565DA12169D9}" type="pres">
      <dgm:prSet presAssocID="{72A4410A-72EC-40B3-9C58-01FCED5275F9}" presName="hierChild3" presStyleCnt="0"/>
      <dgm:spPr/>
    </dgm:pt>
  </dgm:ptLst>
  <dgm:cxnLst>
    <dgm:cxn modelId="{3DCDF711-378B-4573-B858-A3941AA5FCBE}" type="presOf" srcId="{4A3F85A7-831E-4B49-9B8E-F8F7ABE6294C}" destId="{283372A6-8A2A-435A-822A-82A34FF0FD9B}" srcOrd="0" destOrd="0" presId="urn:microsoft.com/office/officeart/2005/8/layout/pictureOrgChart+Icon"/>
    <dgm:cxn modelId="{EC393243-0A1B-463C-9278-FD399438BEB1}" type="presOf" srcId="{2E0C920A-B276-44EB-87A0-DAB722805180}" destId="{BB5CDB0F-F1CB-433E-B9C4-65624DF29105}" srcOrd="0" destOrd="0" presId="urn:microsoft.com/office/officeart/2005/8/layout/pictureOrgChart+Icon"/>
    <dgm:cxn modelId="{AE32BFF7-5918-472E-ACF4-D475D9412BB7}" type="presOf" srcId="{433CE9E7-8EE1-4151-A389-95FEED1C4F8A}" destId="{66E53CAC-F12D-40B4-9DFB-D0A798AD3CD0}" srcOrd="0" destOrd="0" presId="urn:microsoft.com/office/officeart/2005/8/layout/pictureOrgChart+Icon"/>
    <dgm:cxn modelId="{95C6D40F-7DEF-43A9-A971-6C25060F17EC}" type="presOf" srcId="{8DEAB44E-9D41-41DA-9EC3-3326AAEF7FBF}" destId="{BFDEF810-34CE-40A2-B373-847B258A5632}" srcOrd="1" destOrd="0" presId="urn:microsoft.com/office/officeart/2005/8/layout/pictureOrgChart+Icon"/>
    <dgm:cxn modelId="{ED346A4B-310F-447B-B4AC-71E74293F9E2}" type="presOf" srcId="{8FBD076E-AF45-4FD8-BFAD-BD0EFE04D7E3}" destId="{537B692F-632F-4B1C-9AC3-02863D8BEA14}" srcOrd="1" destOrd="0" presId="urn:microsoft.com/office/officeart/2005/8/layout/pictureOrgChart+Icon"/>
    <dgm:cxn modelId="{F6A5DEDC-B059-4835-95A5-2E9E59DE26CA}" type="presOf" srcId="{1D329AC2-D7FF-4EED-BFC2-65B3D85DB501}" destId="{AB4FA87F-48D4-4032-B025-D0225B5AEED4}" srcOrd="1" destOrd="0" presId="urn:microsoft.com/office/officeart/2005/8/layout/pictureOrgChart+Icon"/>
    <dgm:cxn modelId="{D279944E-FFEC-4FE8-B21E-8995FA661CA3}" type="presOf" srcId="{B788F26D-47DD-492C-9366-E6E1E13A8F4F}" destId="{65ECE1B2-A2B2-4030-858F-603DCB3641A2}" srcOrd="0" destOrd="0" presId="urn:microsoft.com/office/officeart/2005/8/layout/pictureOrgChart+Icon"/>
    <dgm:cxn modelId="{A38EEA39-7427-480D-A7C7-936398581E64}" type="presOf" srcId="{04F5823B-4422-426A-B032-233D33675C94}" destId="{4FA43DD7-3C37-4B03-A43F-C651AD500968}" srcOrd="1" destOrd="0" presId="urn:microsoft.com/office/officeart/2005/8/layout/pictureOrgChart+Icon"/>
    <dgm:cxn modelId="{148A0FE2-004C-4A82-8E05-533005A0F90A}" type="presOf" srcId="{D908D35C-1C73-4CF8-BF42-26F1D4A85B22}" destId="{3D73466B-AB5B-46C4-80F0-C8BD02FD8BFC}" srcOrd="0" destOrd="0" presId="urn:microsoft.com/office/officeart/2005/8/layout/pictureOrgChart+Icon"/>
    <dgm:cxn modelId="{2F27DB27-6CDD-4DB3-9C2E-28A58F252CBA}" type="presOf" srcId="{DD1CE2FC-397B-45D8-860B-E18710121CDD}" destId="{DC0CE20F-3A59-4013-96B7-649C4B849856}" srcOrd="0" destOrd="0" presId="urn:microsoft.com/office/officeart/2005/8/layout/pictureOrgChart+Icon"/>
    <dgm:cxn modelId="{BEB7A0D1-8D8A-4628-9E43-637A70BE8613}" srcId="{F21ED9D4-7A9D-497D-9DA9-9F820F3FC6E0}" destId="{1D329AC2-D7FF-4EED-BFC2-65B3D85DB501}" srcOrd="1" destOrd="0" parTransId="{C408E1DB-18C8-4A17-A27C-C315194463ED}" sibTransId="{F9CD547E-4C7D-466E-96DD-369C7874CDCF}"/>
    <dgm:cxn modelId="{3C47ACD0-AFD5-45D9-8E08-4F977143BF7A}" type="presOf" srcId="{8DEAB44E-9D41-41DA-9EC3-3326AAEF7FBF}" destId="{FE9C342D-1E9D-4172-8806-6F46558D3279}" srcOrd="0" destOrd="0" presId="urn:microsoft.com/office/officeart/2005/8/layout/pictureOrgChart+Icon"/>
    <dgm:cxn modelId="{26F59A39-9E42-47A5-AE56-60774FD4BB15}" type="presOf" srcId="{8BFF9E76-7BD7-4DEE-913E-7984C3F6B707}" destId="{9B3CCBCF-C670-4BFE-BE89-B654A76158F8}" srcOrd="0" destOrd="0" presId="urn:microsoft.com/office/officeart/2005/8/layout/pictureOrgChart+Icon"/>
    <dgm:cxn modelId="{67827D34-7338-4306-946B-C2F94D154310}" type="presOf" srcId="{0BDA7B4D-14DB-46C3-B221-D5E043C7F032}" destId="{8598F102-AD65-4845-A1DA-F2B84D714763}" srcOrd="1" destOrd="0" presId="urn:microsoft.com/office/officeart/2005/8/layout/pictureOrgChart+Icon"/>
    <dgm:cxn modelId="{5F8547B1-C4ED-4A23-B68F-2F321ABFE8AC}" type="presOf" srcId="{83D9FCD4-1BAA-4795-889A-4397F7BD16AA}" destId="{1A536DD9-812F-4494-BA61-0F18DC13FDFC}" srcOrd="0" destOrd="0" presId="urn:microsoft.com/office/officeart/2005/8/layout/pictureOrgChart+Icon"/>
    <dgm:cxn modelId="{12F86650-9866-4BC8-8497-ECEE1CCEA8C2}" type="presOf" srcId="{3D2EEF01-F0A3-477E-A2B8-7ED534BE9210}" destId="{EB0D2330-A56F-4C9D-8911-FE888310384C}" srcOrd="0" destOrd="0" presId="urn:microsoft.com/office/officeart/2005/8/layout/pictureOrgChart+Icon"/>
    <dgm:cxn modelId="{B509AD24-A44B-449E-B14F-D6A64F4EC6A3}" srcId="{72A4410A-72EC-40B3-9C58-01FCED5275F9}" destId="{8FBD076E-AF45-4FD8-BFAD-BD0EFE04D7E3}" srcOrd="4" destOrd="0" parTransId="{4A3F85A7-831E-4B49-9B8E-F8F7ABE6294C}" sibTransId="{8B9E7520-B7BB-479F-BAD8-8CFC71A2B30D}"/>
    <dgm:cxn modelId="{DD7B66C1-DCAD-4257-84F1-5481DE124E11}" srcId="{3B4CC787-752E-41AA-B499-ECD2044FA97D}" destId="{CBBD5A02-1B09-472B-8CE6-93B3AE35B5CD}" srcOrd="0" destOrd="0" parTransId="{D908D35C-1C73-4CF8-BF42-26F1D4A85B22}" sibTransId="{3F819829-C79F-4FC2-B4B7-AF8CAAAD6DB9}"/>
    <dgm:cxn modelId="{8CA1E93C-2BFE-4EF7-90E4-EE449547970E}" type="presOf" srcId="{CBBD5A02-1B09-472B-8CE6-93B3AE35B5CD}" destId="{C2E51325-7ED3-4829-8B70-1DDBD2A8FB50}" srcOrd="0" destOrd="0" presId="urn:microsoft.com/office/officeart/2005/8/layout/pictureOrgChart+Icon"/>
    <dgm:cxn modelId="{1DAA7D33-FE79-4976-B591-76F1DE646D70}" type="presOf" srcId="{1B06F07E-6FD3-43D9-984A-C699F42AC3F9}" destId="{C9DF656D-4E9D-4808-905E-D1257FF61DE2}" srcOrd="1" destOrd="0" presId="urn:microsoft.com/office/officeart/2005/8/layout/pictureOrgChart+Icon"/>
    <dgm:cxn modelId="{7F336B1A-7704-4894-827D-692BD80A9A90}" type="presOf" srcId="{A27852CB-431B-47D9-A98D-FF7C848E54C0}" destId="{BAEAF491-EB4A-4E1B-B30B-B93CEF2ADDA3}" srcOrd="1" destOrd="0" presId="urn:microsoft.com/office/officeart/2005/8/layout/pictureOrgChart+Icon"/>
    <dgm:cxn modelId="{D81AAA4B-1257-4F17-BDEE-468B5F84E700}" type="presOf" srcId="{07F870FE-1734-41E8-A186-02EA58C0F2A9}" destId="{BC09ABB3-61E9-4AFD-96D9-AF1F5E5B3739}" srcOrd="0" destOrd="0" presId="urn:microsoft.com/office/officeart/2005/8/layout/pictureOrgChart+Icon"/>
    <dgm:cxn modelId="{1EF7D19B-1FA4-4E64-9EFC-4414325BF84D}" srcId="{3B4CC787-752E-41AA-B499-ECD2044FA97D}" destId="{A27852CB-431B-47D9-A98D-FF7C848E54C0}" srcOrd="1" destOrd="0" parTransId="{6903B7F9-198D-459B-A67A-DA962B5CF98C}" sibTransId="{0EACF26A-42C4-4C3C-93C3-734C1F232CC1}"/>
    <dgm:cxn modelId="{1E493117-CF17-404B-A4FD-4C48021F087D}" type="presOf" srcId="{F21ED9D4-7A9D-497D-9DA9-9F820F3FC6E0}" destId="{7DAACC71-6F47-43A2-B3EF-2E718EE1068F}" srcOrd="1" destOrd="0" presId="urn:microsoft.com/office/officeart/2005/8/layout/pictureOrgChart+Icon"/>
    <dgm:cxn modelId="{36470ADC-D8DC-4A89-841D-4A5D745D71E8}" type="presOf" srcId="{05417E15-C877-44C2-AE3A-0F1174C725DE}" destId="{D7B35DC4-89F4-4BE9-8C2B-78ACFFA7E108}" srcOrd="0" destOrd="0" presId="urn:microsoft.com/office/officeart/2005/8/layout/pictureOrgChart+Icon"/>
    <dgm:cxn modelId="{88DC0C7E-B827-42E6-98DA-CD0E20BE17E7}" type="presOf" srcId="{6903B7F9-198D-459B-A67A-DA962B5CF98C}" destId="{3457F1DD-61D4-4FE3-931A-24565B67B48C}" srcOrd="0" destOrd="0" presId="urn:microsoft.com/office/officeart/2005/8/layout/pictureOrgChart+Icon"/>
    <dgm:cxn modelId="{DB051497-5318-4B8E-A309-A9F1A6F345F6}" type="presOf" srcId="{20C9B748-8457-4D3C-82EA-813CB8D42C4A}" destId="{F732ED0D-6A92-4247-BCE3-DCBC67C4780F}" srcOrd="0" destOrd="0" presId="urn:microsoft.com/office/officeart/2005/8/layout/pictureOrgChart+Icon"/>
    <dgm:cxn modelId="{3450B433-4BA4-48B2-A3DA-9B68D1BF3C38}" srcId="{72A4410A-72EC-40B3-9C58-01FCED5275F9}" destId="{928A491D-5FD4-4F53-8E90-77FE338BD067}" srcOrd="2" destOrd="0" parTransId="{DEF85F2A-C702-4C77-9329-EF8591C59C4B}" sibTransId="{6070AC6B-F4B8-4D34-BF68-7F9E6B907EDA}"/>
    <dgm:cxn modelId="{FCC39A02-9888-479E-9310-FF142B05CA35}" srcId="{8FBD076E-AF45-4FD8-BFAD-BD0EFE04D7E3}" destId="{DF1E534D-14C3-4B44-A6B1-194AB4AE606D}" srcOrd="2" destOrd="0" parTransId="{DD1CE2FC-397B-45D8-860B-E18710121CDD}" sibTransId="{9FD3B7D6-7FC1-4778-8FB2-5C3F69A97F23}"/>
    <dgm:cxn modelId="{D9342262-7F08-4A76-B794-2C737F80EE16}" type="presOf" srcId="{72A4410A-72EC-40B3-9C58-01FCED5275F9}" destId="{B0AD5479-6E1D-406C-866C-5C675D3B14BA}" srcOrd="1" destOrd="0" presId="urn:microsoft.com/office/officeart/2005/8/layout/pictureOrgChart+Icon"/>
    <dgm:cxn modelId="{D510F909-3521-443B-9762-84CD7A87DB39}" type="presOf" srcId="{A27852CB-431B-47D9-A98D-FF7C848E54C0}" destId="{1B918672-426E-4809-9857-F85A51648693}" srcOrd="0" destOrd="0" presId="urn:microsoft.com/office/officeart/2005/8/layout/pictureOrgChart+Icon"/>
    <dgm:cxn modelId="{EDD88F58-FB43-44AF-8245-3AD04F682C86}" type="presOf" srcId="{DEF85F2A-C702-4C77-9329-EF8591C59C4B}" destId="{7EC69BE0-013B-4A88-A7A0-A1A7CC3DB314}" srcOrd="0" destOrd="0" presId="urn:microsoft.com/office/officeart/2005/8/layout/pictureOrgChart+Icon"/>
    <dgm:cxn modelId="{124299B6-C8C5-4791-BB30-A45394EA8EC3}" type="presOf" srcId="{8FBD076E-AF45-4FD8-BFAD-BD0EFE04D7E3}" destId="{D3314B29-3E92-4035-B06D-C14743277B1F}" srcOrd="0" destOrd="0" presId="urn:microsoft.com/office/officeart/2005/8/layout/pictureOrgChart+Icon"/>
    <dgm:cxn modelId="{A62981C9-7F56-4C2A-A982-5029730E351F}" type="presOf" srcId="{04F5823B-4422-426A-B032-233D33675C94}" destId="{86D49F76-E13B-40CB-BCDE-A6B4E8BE080C}" srcOrd="0" destOrd="0" presId="urn:microsoft.com/office/officeart/2005/8/layout/pictureOrgChart+Icon"/>
    <dgm:cxn modelId="{7B11E324-D46D-4303-B8B6-F5146A235CA7}" type="presOf" srcId="{DF1E534D-14C3-4B44-A6B1-194AB4AE606D}" destId="{E8E85F12-788A-4612-9B8E-26A37942B9E6}" srcOrd="1" destOrd="0" presId="urn:microsoft.com/office/officeart/2005/8/layout/pictureOrgChart+Icon"/>
    <dgm:cxn modelId="{EB6F1B92-2339-4CA5-9B58-3C4BBC5FE583}" srcId="{72A4410A-72EC-40B3-9C58-01FCED5275F9}" destId="{F21ED9D4-7A9D-497D-9DA9-9F820F3FC6E0}" srcOrd="1" destOrd="0" parTransId="{05417E15-C877-44C2-AE3A-0F1174C725DE}" sibTransId="{6ECC953C-A3DA-47DF-A109-EE205062DF50}"/>
    <dgm:cxn modelId="{0DE87EDA-7552-4569-AC73-2CAE73ACDBAD}" srcId="{C1745780-3984-4382-9F26-D0DA2B5C5571}" destId="{0BDA7B4D-14DB-46C3-B221-D5E043C7F032}" srcOrd="1" destOrd="0" parTransId="{07F870FE-1734-41E8-A186-02EA58C0F2A9}" sibTransId="{BB8DC722-6A5C-4093-8745-F6F1D5A33AEF}"/>
    <dgm:cxn modelId="{F37A308E-3A9A-4FF1-8EDF-91722DA65DCA}" type="presOf" srcId="{C1745780-3984-4382-9F26-D0DA2B5C5571}" destId="{79633CAF-E1D8-48CA-98E4-5CEF54A059B3}" srcOrd="0" destOrd="0" presId="urn:microsoft.com/office/officeart/2005/8/layout/pictureOrgChart+Icon"/>
    <dgm:cxn modelId="{4471ACCE-5C69-47F7-A714-A93F65AF122A}" type="presOf" srcId="{72A4410A-72EC-40B3-9C58-01FCED5275F9}" destId="{AED8D582-AC66-44E7-92D0-6E080C44748F}" srcOrd="0" destOrd="0" presId="urn:microsoft.com/office/officeart/2005/8/layout/pictureOrgChart+Icon"/>
    <dgm:cxn modelId="{0941A557-A19F-4AE7-B69A-C5214B60C729}" type="presOf" srcId="{3D35D319-F761-4D41-86EC-F8DA1B92ED1F}" destId="{6651222B-8551-4290-96E5-2E8263859D29}" srcOrd="0" destOrd="0" presId="urn:microsoft.com/office/officeart/2005/8/layout/pictureOrgChart+Icon"/>
    <dgm:cxn modelId="{1C48AEDD-9147-4DB1-899D-615F38AB08FB}" type="presOf" srcId="{928A491D-5FD4-4F53-8E90-77FE338BD067}" destId="{1AAA183A-73BA-4B4A-A69D-BF3CAAE1EA14}" srcOrd="1" destOrd="0" presId="urn:microsoft.com/office/officeart/2005/8/layout/pictureOrgChart+Icon"/>
    <dgm:cxn modelId="{46DBDF73-168E-4223-9F86-36DCE80FC083}" srcId="{3D2EEF01-F0A3-477E-A2B8-7ED534BE9210}" destId="{72A4410A-72EC-40B3-9C58-01FCED5275F9}" srcOrd="0" destOrd="0" parTransId="{768C1C7F-0A24-4FA2-8317-31FE4AD84506}" sibTransId="{ED73725D-754F-4C6D-8E54-252B90ABDF7E}"/>
    <dgm:cxn modelId="{62CC6123-D0D4-42F6-91A4-051EE9DC351E}" type="presOf" srcId="{C408E1DB-18C8-4A17-A27C-C315194463ED}" destId="{E90F8813-B2E0-44F7-9E3A-29B4EF2A810D}" srcOrd="0" destOrd="0" presId="urn:microsoft.com/office/officeart/2005/8/layout/pictureOrgChart+Icon"/>
    <dgm:cxn modelId="{056C0929-6315-4F52-9566-D1DBCE869C39}" type="presOf" srcId="{928A491D-5FD4-4F53-8E90-77FE338BD067}" destId="{7F2ABC71-4503-48F1-8796-B7DE82D307C2}" srcOrd="0" destOrd="0" presId="urn:microsoft.com/office/officeart/2005/8/layout/pictureOrgChart+Icon"/>
    <dgm:cxn modelId="{2DD5EBCD-26E3-4D1F-813F-5B3199CE26D4}" srcId="{8FBD076E-AF45-4FD8-BFAD-BD0EFE04D7E3}" destId="{04F5823B-4422-426A-B032-233D33675C94}" srcOrd="0" destOrd="0" parTransId="{B788F26D-47DD-492C-9366-E6E1E13A8F4F}" sibTransId="{1F96A818-6B46-45C9-ABFC-B96ACD1E7F82}"/>
    <dgm:cxn modelId="{F7079242-D604-4910-865F-8E45F5C5B53A}" type="presOf" srcId="{CBBD5A02-1B09-472B-8CE6-93B3AE35B5CD}" destId="{195221EF-CCC8-46D1-8C65-7DAF8C7933ED}" srcOrd="1" destOrd="0" presId="urn:microsoft.com/office/officeart/2005/8/layout/pictureOrgChart+Icon"/>
    <dgm:cxn modelId="{FFFDC8AC-AD60-473A-975C-AB4D641DBF14}" type="presOf" srcId="{1D329AC2-D7FF-4EED-BFC2-65B3D85DB501}" destId="{3FBB327A-B333-4067-B726-C47CE9AB7119}" srcOrd="0" destOrd="0" presId="urn:microsoft.com/office/officeart/2005/8/layout/pictureOrgChart+Icon"/>
    <dgm:cxn modelId="{BA451010-5B4D-47E8-8172-4E52135DC728}" srcId="{8FBD076E-AF45-4FD8-BFAD-BD0EFE04D7E3}" destId="{433CE9E7-8EE1-4151-A389-95FEED1C4F8A}" srcOrd="1" destOrd="0" parTransId="{2E0C920A-B276-44EB-87A0-DAB722805180}" sibTransId="{603290F3-1A0A-4F10-BD8A-158A8CEE77F3}"/>
    <dgm:cxn modelId="{BCA21940-AE40-4E08-9353-2038EEF1D7A1}" srcId="{F21ED9D4-7A9D-497D-9DA9-9F820F3FC6E0}" destId="{1B06F07E-6FD3-43D9-984A-C699F42AC3F9}" srcOrd="0" destOrd="0" parTransId="{EC6DD24B-F306-4D55-8C6E-3BECE74D6F0B}" sibTransId="{FD26837B-4202-4469-9923-DC41EFFE9305}"/>
    <dgm:cxn modelId="{98A15E6A-797C-4650-8F1B-0DD719BF27B7}" srcId="{72A4410A-72EC-40B3-9C58-01FCED5275F9}" destId="{3B4CC787-752E-41AA-B499-ECD2044FA97D}" srcOrd="3" destOrd="0" parTransId="{20C9B748-8457-4D3C-82EA-813CB8D42C4A}" sibTransId="{1D402083-8CD9-4254-80A6-E5887479F7EE}"/>
    <dgm:cxn modelId="{F39B0CE8-37AC-40DF-8EBF-0E415B92F3BC}" srcId="{C1745780-3984-4382-9F26-D0DA2B5C5571}" destId="{8DEAB44E-9D41-41DA-9EC3-3326AAEF7FBF}" srcOrd="0" destOrd="0" parTransId="{D66513B8-4DB3-42DD-A63F-914AD834EDE5}" sibTransId="{34928A05-DE14-40D0-9A61-E6647A503FC5}"/>
    <dgm:cxn modelId="{532F5DC3-D857-487D-89D7-8E67AE15CDA2}" type="presOf" srcId="{1B06F07E-6FD3-43D9-984A-C699F42AC3F9}" destId="{D8417626-AB5C-4336-97C9-14D3EF3E469F}" srcOrd="0" destOrd="0" presId="urn:microsoft.com/office/officeart/2005/8/layout/pictureOrgChart+Icon"/>
    <dgm:cxn modelId="{3407FB80-9C55-4E25-89F8-19855B56F274}" srcId="{928A491D-5FD4-4F53-8E90-77FE338BD067}" destId="{3D35D319-F761-4D41-86EC-F8DA1B92ED1F}" srcOrd="0" destOrd="0" parTransId="{8BFF9E76-7BD7-4DEE-913E-7984C3F6B707}" sibTransId="{7D216594-581C-453B-8800-38CB438A6A28}"/>
    <dgm:cxn modelId="{7A0BF995-4137-4628-B090-520465CC1FB7}" type="presOf" srcId="{3D35D319-F761-4D41-86EC-F8DA1B92ED1F}" destId="{CFCE051B-992E-4A7F-BA9A-3A6044B4C7B0}" srcOrd="1" destOrd="0" presId="urn:microsoft.com/office/officeart/2005/8/layout/pictureOrgChart+Icon"/>
    <dgm:cxn modelId="{C0300EF3-59D1-4DA6-ACEC-B53E4DEE3B32}" type="presOf" srcId="{EC6DD24B-F306-4D55-8C6E-3BECE74D6F0B}" destId="{42134374-E760-45F6-9135-736BF31179B9}" srcOrd="0" destOrd="0" presId="urn:microsoft.com/office/officeart/2005/8/layout/pictureOrgChart+Icon"/>
    <dgm:cxn modelId="{302F1A22-E05A-4A03-9956-ADB99F123B5A}" type="presOf" srcId="{3B4CC787-752E-41AA-B499-ECD2044FA97D}" destId="{2E68F2EC-33EE-483B-B2A9-AA2E710F35AC}" srcOrd="1" destOrd="0" presId="urn:microsoft.com/office/officeart/2005/8/layout/pictureOrgChart+Icon"/>
    <dgm:cxn modelId="{2E3B2DEB-CD73-4A0A-A9EF-D4CE7ADE1343}" type="presOf" srcId="{0BDA7B4D-14DB-46C3-B221-D5E043C7F032}" destId="{BFEB23B8-A3B2-44FC-85F1-B3C44275D572}" srcOrd="0" destOrd="0" presId="urn:microsoft.com/office/officeart/2005/8/layout/pictureOrgChart+Icon"/>
    <dgm:cxn modelId="{AA242D70-3957-4039-8100-53F466729782}" type="presOf" srcId="{F21ED9D4-7A9D-497D-9DA9-9F820F3FC6E0}" destId="{080C48B7-F404-4C55-BD0E-2E2AC94FB131}" srcOrd="0" destOrd="0" presId="urn:microsoft.com/office/officeart/2005/8/layout/pictureOrgChart+Icon"/>
    <dgm:cxn modelId="{DEE6B515-1B9B-4E02-A09C-71C5110CE3A1}" srcId="{72A4410A-72EC-40B3-9C58-01FCED5275F9}" destId="{C1745780-3984-4382-9F26-D0DA2B5C5571}" srcOrd="0" destOrd="0" parTransId="{83D9FCD4-1BAA-4795-889A-4397F7BD16AA}" sibTransId="{80204584-495E-4E84-8C39-2A1E57623672}"/>
    <dgm:cxn modelId="{570E9D0F-1008-4368-AEE1-53043BD699B3}" type="presOf" srcId="{3B4CC787-752E-41AA-B499-ECD2044FA97D}" destId="{BE1184DB-1C74-4FEC-BE98-B9C1DAEFC3D8}" srcOrd="0" destOrd="0" presId="urn:microsoft.com/office/officeart/2005/8/layout/pictureOrgChart+Icon"/>
    <dgm:cxn modelId="{50967791-A4C6-4E9D-8AA7-798F14697E32}" type="presOf" srcId="{DF1E534D-14C3-4B44-A6B1-194AB4AE606D}" destId="{27371887-8C65-492E-94A2-B0A90ECED93A}" srcOrd="0" destOrd="0" presId="urn:microsoft.com/office/officeart/2005/8/layout/pictureOrgChart+Icon"/>
    <dgm:cxn modelId="{A9BC1E99-C69E-460F-8CE7-E0A157C85D44}" type="presOf" srcId="{C1745780-3984-4382-9F26-D0DA2B5C5571}" destId="{3687A4D2-1BE6-4256-AF37-11A9BD4D9D51}" srcOrd="1" destOrd="0" presId="urn:microsoft.com/office/officeart/2005/8/layout/pictureOrgChart+Icon"/>
    <dgm:cxn modelId="{14B82788-3E87-4F64-AC47-1DFE498FBA13}" type="presOf" srcId="{D66513B8-4DB3-42DD-A63F-914AD834EDE5}" destId="{F6D2AD06-BCED-429B-860E-0B3B9B15BF21}" srcOrd="0" destOrd="0" presId="urn:microsoft.com/office/officeart/2005/8/layout/pictureOrgChart+Icon"/>
    <dgm:cxn modelId="{5F207B06-3285-4470-BA89-37DF2D4344F1}" type="presOf" srcId="{433CE9E7-8EE1-4151-A389-95FEED1C4F8A}" destId="{CB223CB2-A7C2-48D1-9199-1DDEA6B3FD84}" srcOrd="1" destOrd="0" presId="urn:microsoft.com/office/officeart/2005/8/layout/pictureOrgChart+Icon"/>
    <dgm:cxn modelId="{AC2E019D-99A1-4EEA-8839-AA2300977497}" type="presParOf" srcId="{EB0D2330-A56F-4C9D-8911-FE888310384C}" destId="{85B07BBE-761E-4BE3-ADF1-2B348F358B48}" srcOrd="0" destOrd="0" presId="urn:microsoft.com/office/officeart/2005/8/layout/pictureOrgChart+Icon"/>
    <dgm:cxn modelId="{7D34613F-1E1F-4094-B373-97BCE27083AA}" type="presParOf" srcId="{85B07BBE-761E-4BE3-ADF1-2B348F358B48}" destId="{231AD9DA-FD1A-417A-A2DE-B3123A4AB9C6}" srcOrd="0" destOrd="0" presId="urn:microsoft.com/office/officeart/2005/8/layout/pictureOrgChart+Icon"/>
    <dgm:cxn modelId="{78348757-DEDF-4738-9A3A-C1A43302A31B}" type="presParOf" srcId="{231AD9DA-FD1A-417A-A2DE-B3123A4AB9C6}" destId="{AED8D582-AC66-44E7-92D0-6E080C44748F}" srcOrd="0" destOrd="0" presId="urn:microsoft.com/office/officeart/2005/8/layout/pictureOrgChart+Icon"/>
    <dgm:cxn modelId="{03FF310D-C3B9-4D97-A8D1-D6C189AD7EC6}" type="presParOf" srcId="{231AD9DA-FD1A-417A-A2DE-B3123A4AB9C6}" destId="{FDE5FFCA-620B-468F-BAC8-5D91B198810B}" srcOrd="1" destOrd="0" presId="urn:microsoft.com/office/officeart/2005/8/layout/pictureOrgChart+Icon"/>
    <dgm:cxn modelId="{61FFB0A9-23EF-4DFF-BABC-382E881ECB0C}" type="presParOf" srcId="{231AD9DA-FD1A-417A-A2DE-B3123A4AB9C6}" destId="{B0AD5479-6E1D-406C-866C-5C675D3B14BA}" srcOrd="2" destOrd="0" presId="urn:microsoft.com/office/officeart/2005/8/layout/pictureOrgChart+Icon"/>
    <dgm:cxn modelId="{0E4DCA8A-6CF9-431F-B39F-148DC3F85E0A}" type="presParOf" srcId="{85B07BBE-761E-4BE3-ADF1-2B348F358B48}" destId="{513A1396-ACC6-4090-906C-E065C0B639AC}" srcOrd="1" destOrd="0" presId="urn:microsoft.com/office/officeart/2005/8/layout/pictureOrgChart+Icon"/>
    <dgm:cxn modelId="{9A00987F-B344-45D2-97E8-CF76F7B481EA}" type="presParOf" srcId="{513A1396-ACC6-4090-906C-E065C0B639AC}" destId="{1A536DD9-812F-4494-BA61-0F18DC13FDFC}" srcOrd="0" destOrd="0" presId="urn:microsoft.com/office/officeart/2005/8/layout/pictureOrgChart+Icon"/>
    <dgm:cxn modelId="{EA687881-7636-43B9-93B8-D7D5775DE9C5}" type="presParOf" srcId="{513A1396-ACC6-4090-906C-E065C0B639AC}" destId="{4F379FC5-45C7-4A99-B2D5-F0F6C46A2D15}" srcOrd="1" destOrd="0" presId="urn:microsoft.com/office/officeart/2005/8/layout/pictureOrgChart+Icon"/>
    <dgm:cxn modelId="{72B2CBA4-781F-4E88-85C1-51F4B7F0E957}" type="presParOf" srcId="{4F379FC5-45C7-4A99-B2D5-F0F6C46A2D15}" destId="{C031DA18-7E35-48D6-A4EE-4221B980AF6F}" srcOrd="0" destOrd="0" presId="urn:microsoft.com/office/officeart/2005/8/layout/pictureOrgChart+Icon"/>
    <dgm:cxn modelId="{A65E3EB5-49C1-4E3A-B4E8-D58D7ED83CE8}" type="presParOf" srcId="{C031DA18-7E35-48D6-A4EE-4221B980AF6F}" destId="{79633CAF-E1D8-48CA-98E4-5CEF54A059B3}" srcOrd="0" destOrd="0" presId="urn:microsoft.com/office/officeart/2005/8/layout/pictureOrgChart+Icon"/>
    <dgm:cxn modelId="{E6B99127-BDEF-47B0-830A-E597DDCA9568}" type="presParOf" srcId="{C031DA18-7E35-48D6-A4EE-4221B980AF6F}" destId="{D18EF1D2-4AE2-4F8B-BBD4-097846C07CB7}" srcOrd="1" destOrd="0" presId="urn:microsoft.com/office/officeart/2005/8/layout/pictureOrgChart+Icon"/>
    <dgm:cxn modelId="{3B26D26B-377E-4720-B4DC-65385053C4A5}" type="presParOf" srcId="{C031DA18-7E35-48D6-A4EE-4221B980AF6F}" destId="{3687A4D2-1BE6-4256-AF37-11A9BD4D9D51}" srcOrd="2" destOrd="0" presId="urn:microsoft.com/office/officeart/2005/8/layout/pictureOrgChart+Icon"/>
    <dgm:cxn modelId="{6A9870A3-1174-4E53-A376-B7A7D86B605E}" type="presParOf" srcId="{4F379FC5-45C7-4A99-B2D5-F0F6C46A2D15}" destId="{02B972D4-00C1-4C8E-9C6F-5BCBA05A8C7F}" srcOrd="1" destOrd="0" presId="urn:microsoft.com/office/officeart/2005/8/layout/pictureOrgChart+Icon"/>
    <dgm:cxn modelId="{FB1BC5E9-C185-4C76-AFE2-A4D820C9683A}" type="presParOf" srcId="{02B972D4-00C1-4C8E-9C6F-5BCBA05A8C7F}" destId="{F6D2AD06-BCED-429B-860E-0B3B9B15BF21}" srcOrd="0" destOrd="0" presId="urn:microsoft.com/office/officeart/2005/8/layout/pictureOrgChart+Icon"/>
    <dgm:cxn modelId="{C0B10A3F-9EAC-4C97-BBC4-5A872E5B6D09}" type="presParOf" srcId="{02B972D4-00C1-4C8E-9C6F-5BCBA05A8C7F}" destId="{0CAF7E8E-74DE-45C6-9F9C-11F47CD8F8BF}" srcOrd="1" destOrd="0" presId="urn:microsoft.com/office/officeart/2005/8/layout/pictureOrgChart+Icon"/>
    <dgm:cxn modelId="{675C7335-29C6-4F42-A26C-EEA7F7890281}" type="presParOf" srcId="{0CAF7E8E-74DE-45C6-9F9C-11F47CD8F8BF}" destId="{D430F72E-7984-44E7-ABC9-490E042E563F}" srcOrd="0" destOrd="0" presId="urn:microsoft.com/office/officeart/2005/8/layout/pictureOrgChart+Icon"/>
    <dgm:cxn modelId="{73CD5019-D7F5-4D72-B664-A4C5041021D3}" type="presParOf" srcId="{D430F72E-7984-44E7-ABC9-490E042E563F}" destId="{FE9C342D-1E9D-4172-8806-6F46558D3279}" srcOrd="0" destOrd="0" presId="urn:microsoft.com/office/officeart/2005/8/layout/pictureOrgChart+Icon"/>
    <dgm:cxn modelId="{6E826FE7-A41C-4CF1-B22F-8F8E8250425A}" type="presParOf" srcId="{D430F72E-7984-44E7-ABC9-490E042E563F}" destId="{4869D179-8E8C-4A12-9787-F5EDE544AAE9}" srcOrd="1" destOrd="0" presId="urn:microsoft.com/office/officeart/2005/8/layout/pictureOrgChart+Icon"/>
    <dgm:cxn modelId="{1BE3728C-AF5E-4D8A-AB5C-FCB6434DB424}" type="presParOf" srcId="{D430F72E-7984-44E7-ABC9-490E042E563F}" destId="{BFDEF810-34CE-40A2-B373-847B258A5632}" srcOrd="2" destOrd="0" presId="urn:microsoft.com/office/officeart/2005/8/layout/pictureOrgChart+Icon"/>
    <dgm:cxn modelId="{CBF96B92-C95C-4FAE-A0AD-DBD86BD7C13C}" type="presParOf" srcId="{0CAF7E8E-74DE-45C6-9F9C-11F47CD8F8BF}" destId="{1F855836-15DF-491E-84DF-A593598DD32A}" srcOrd="1" destOrd="0" presId="urn:microsoft.com/office/officeart/2005/8/layout/pictureOrgChart+Icon"/>
    <dgm:cxn modelId="{6F889757-261D-4E23-B832-5CA06E64097F}" type="presParOf" srcId="{0CAF7E8E-74DE-45C6-9F9C-11F47CD8F8BF}" destId="{9C33C18A-58B9-4CDD-B1D0-9CAD056BA7AB}" srcOrd="2" destOrd="0" presId="urn:microsoft.com/office/officeart/2005/8/layout/pictureOrgChart+Icon"/>
    <dgm:cxn modelId="{C8122F7A-0A95-4F3C-873D-2E6C06D28C76}" type="presParOf" srcId="{02B972D4-00C1-4C8E-9C6F-5BCBA05A8C7F}" destId="{BC09ABB3-61E9-4AFD-96D9-AF1F5E5B3739}" srcOrd="2" destOrd="0" presId="urn:microsoft.com/office/officeart/2005/8/layout/pictureOrgChart+Icon"/>
    <dgm:cxn modelId="{6A3A32A5-3B61-4FF7-8605-2EE32821FA57}" type="presParOf" srcId="{02B972D4-00C1-4C8E-9C6F-5BCBA05A8C7F}" destId="{2B05E967-8971-4290-8E72-505B9A35D4D9}" srcOrd="3" destOrd="0" presId="urn:microsoft.com/office/officeart/2005/8/layout/pictureOrgChart+Icon"/>
    <dgm:cxn modelId="{8AD5019F-A211-4883-ADA2-DDE779A51818}" type="presParOf" srcId="{2B05E967-8971-4290-8E72-505B9A35D4D9}" destId="{7D551CCC-7517-4F66-A86B-13D65A2BAD67}" srcOrd="0" destOrd="0" presId="urn:microsoft.com/office/officeart/2005/8/layout/pictureOrgChart+Icon"/>
    <dgm:cxn modelId="{4B3523C9-7B50-4782-873B-ED274A01761A}" type="presParOf" srcId="{7D551CCC-7517-4F66-A86B-13D65A2BAD67}" destId="{BFEB23B8-A3B2-44FC-85F1-B3C44275D572}" srcOrd="0" destOrd="0" presId="urn:microsoft.com/office/officeart/2005/8/layout/pictureOrgChart+Icon"/>
    <dgm:cxn modelId="{CA200228-5B17-4431-A9CD-6EF70C86514A}" type="presParOf" srcId="{7D551CCC-7517-4F66-A86B-13D65A2BAD67}" destId="{FFBC5B46-CFEA-4835-8BEA-BE8A9292BEBA}" srcOrd="1" destOrd="0" presId="urn:microsoft.com/office/officeart/2005/8/layout/pictureOrgChart+Icon"/>
    <dgm:cxn modelId="{3419B72F-AD72-4A43-8FF7-EC2A4BF77B38}" type="presParOf" srcId="{7D551CCC-7517-4F66-A86B-13D65A2BAD67}" destId="{8598F102-AD65-4845-A1DA-F2B84D714763}" srcOrd="2" destOrd="0" presId="urn:microsoft.com/office/officeart/2005/8/layout/pictureOrgChart+Icon"/>
    <dgm:cxn modelId="{0745C666-E892-445D-999D-451977A0E8BF}" type="presParOf" srcId="{2B05E967-8971-4290-8E72-505B9A35D4D9}" destId="{E9C05D07-D955-438F-A393-F6541EA623BC}" srcOrd="1" destOrd="0" presId="urn:microsoft.com/office/officeart/2005/8/layout/pictureOrgChart+Icon"/>
    <dgm:cxn modelId="{D3DC3EC3-9CD8-4A4B-8D6C-AD16ACDE700A}" type="presParOf" srcId="{2B05E967-8971-4290-8E72-505B9A35D4D9}" destId="{A6D2F535-B0E7-4654-83BB-45AD2902A5BF}" srcOrd="2" destOrd="0" presId="urn:microsoft.com/office/officeart/2005/8/layout/pictureOrgChart+Icon"/>
    <dgm:cxn modelId="{5210F984-DBD0-4855-98DB-A43DD55371FE}" type="presParOf" srcId="{4F379FC5-45C7-4A99-B2D5-F0F6C46A2D15}" destId="{815924C8-3530-4B8A-B298-6B79263DABAF}" srcOrd="2" destOrd="0" presId="urn:microsoft.com/office/officeart/2005/8/layout/pictureOrgChart+Icon"/>
    <dgm:cxn modelId="{687EBC4E-4E6D-4127-A692-FBE3B1DB442A}" type="presParOf" srcId="{513A1396-ACC6-4090-906C-E065C0B639AC}" destId="{D7B35DC4-89F4-4BE9-8C2B-78ACFFA7E108}" srcOrd="2" destOrd="0" presId="urn:microsoft.com/office/officeart/2005/8/layout/pictureOrgChart+Icon"/>
    <dgm:cxn modelId="{344A64F3-0365-426D-80B1-A334674028FD}" type="presParOf" srcId="{513A1396-ACC6-4090-906C-E065C0B639AC}" destId="{A10A9083-2C61-40F2-B68D-7595CFEB4CEE}" srcOrd="3" destOrd="0" presId="urn:microsoft.com/office/officeart/2005/8/layout/pictureOrgChart+Icon"/>
    <dgm:cxn modelId="{81FD245C-266D-438B-8F57-43DCC648D9B7}" type="presParOf" srcId="{A10A9083-2C61-40F2-B68D-7595CFEB4CEE}" destId="{D19A4775-FBBB-4D23-91A3-F4190973DA83}" srcOrd="0" destOrd="0" presId="urn:microsoft.com/office/officeart/2005/8/layout/pictureOrgChart+Icon"/>
    <dgm:cxn modelId="{A97E66A4-7B7A-47AA-935A-E900EEA50A37}" type="presParOf" srcId="{D19A4775-FBBB-4D23-91A3-F4190973DA83}" destId="{080C48B7-F404-4C55-BD0E-2E2AC94FB131}" srcOrd="0" destOrd="0" presId="urn:microsoft.com/office/officeart/2005/8/layout/pictureOrgChart+Icon"/>
    <dgm:cxn modelId="{23D5C32A-AFA9-4716-9306-13C852E93446}" type="presParOf" srcId="{D19A4775-FBBB-4D23-91A3-F4190973DA83}" destId="{C69FF9AA-3221-4A9D-A83A-775D6D34C489}" srcOrd="1" destOrd="0" presId="urn:microsoft.com/office/officeart/2005/8/layout/pictureOrgChart+Icon"/>
    <dgm:cxn modelId="{816435A5-D73B-412C-A1E4-090FBD4E5E0D}" type="presParOf" srcId="{D19A4775-FBBB-4D23-91A3-F4190973DA83}" destId="{7DAACC71-6F47-43A2-B3EF-2E718EE1068F}" srcOrd="2" destOrd="0" presId="urn:microsoft.com/office/officeart/2005/8/layout/pictureOrgChart+Icon"/>
    <dgm:cxn modelId="{C96C7140-4293-427A-A7ED-92FA97E29A93}" type="presParOf" srcId="{A10A9083-2C61-40F2-B68D-7595CFEB4CEE}" destId="{C4818F33-D87B-420E-8C59-E617906C1CD8}" srcOrd="1" destOrd="0" presId="urn:microsoft.com/office/officeart/2005/8/layout/pictureOrgChart+Icon"/>
    <dgm:cxn modelId="{E470728E-6DE4-4961-B8FD-0199D25CD4BA}" type="presParOf" srcId="{C4818F33-D87B-420E-8C59-E617906C1CD8}" destId="{42134374-E760-45F6-9135-736BF31179B9}" srcOrd="0" destOrd="0" presId="urn:microsoft.com/office/officeart/2005/8/layout/pictureOrgChart+Icon"/>
    <dgm:cxn modelId="{EDDBEBEE-ABA3-4E7D-A25B-1E30B6545BE9}" type="presParOf" srcId="{C4818F33-D87B-420E-8C59-E617906C1CD8}" destId="{FF74E7B0-27F0-4666-8FD6-6A8F03229131}" srcOrd="1" destOrd="0" presId="urn:microsoft.com/office/officeart/2005/8/layout/pictureOrgChart+Icon"/>
    <dgm:cxn modelId="{18561F39-91A3-4D6C-ACE1-88D7F11E7D17}" type="presParOf" srcId="{FF74E7B0-27F0-4666-8FD6-6A8F03229131}" destId="{91915D62-FC2A-4F5E-8825-49F6BADE31DE}" srcOrd="0" destOrd="0" presId="urn:microsoft.com/office/officeart/2005/8/layout/pictureOrgChart+Icon"/>
    <dgm:cxn modelId="{4F665AE2-A235-4842-8534-B6B35B6F31D4}" type="presParOf" srcId="{91915D62-FC2A-4F5E-8825-49F6BADE31DE}" destId="{D8417626-AB5C-4336-97C9-14D3EF3E469F}" srcOrd="0" destOrd="0" presId="urn:microsoft.com/office/officeart/2005/8/layout/pictureOrgChart+Icon"/>
    <dgm:cxn modelId="{BCA165E2-D979-4B7B-B24C-6E404793B831}" type="presParOf" srcId="{91915D62-FC2A-4F5E-8825-49F6BADE31DE}" destId="{2EB6FDEE-CB79-4502-BB50-D5698F7B61A8}" srcOrd="1" destOrd="0" presId="urn:microsoft.com/office/officeart/2005/8/layout/pictureOrgChart+Icon"/>
    <dgm:cxn modelId="{AA641DE9-1008-429C-BF7F-D9511C367874}" type="presParOf" srcId="{91915D62-FC2A-4F5E-8825-49F6BADE31DE}" destId="{C9DF656D-4E9D-4808-905E-D1257FF61DE2}" srcOrd="2" destOrd="0" presId="urn:microsoft.com/office/officeart/2005/8/layout/pictureOrgChart+Icon"/>
    <dgm:cxn modelId="{D4EB6A1E-17FD-4D73-A534-F86050656527}" type="presParOf" srcId="{FF74E7B0-27F0-4666-8FD6-6A8F03229131}" destId="{27B11CB9-226D-4FF0-96E6-15E4A34E228D}" srcOrd="1" destOrd="0" presId="urn:microsoft.com/office/officeart/2005/8/layout/pictureOrgChart+Icon"/>
    <dgm:cxn modelId="{330A2C1D-5625-485C-A6D3-D7D1D3651AF2}" type="presParOf" srcId="{FF74E7B0-27F0-4666-8FD6-6A8F03229131}" destId="{57696000-EE28-4460-B077-13065176842B}" srcOrd="2" destOrd="0" presId="urn:microsoft.com/office/officeart/2005/8/layout/pictureOrgChart+Icon"/>
    <dgm:cxn modelId="{6BA9B208-94EE-4A7F-9B95-F576DAF1067C}" type="presParOf" srcId="{C4818F33-D87B-420E-8C59-E617906C1CD8}" destId="{E90F8813-B2E0-44F7-9E3A-29B4EF2A810D}" srcOrd="2" destOrd="0" presId="urn:microsoft.com/office/officeart/2005/8/layout/pictureOrgChart+Icon"/>
    <dgm:cxn modelId="{439C5F18-E324-474B-BC3E-6347A1DE0B41}" type="presParOf" srcId="{C4818F33-D87B-420E-8C59-E617906C1CD8}" destId="{7BB02D9A-0D73-4AF6-98C5-EF1830328E1F}" srcOrd="3" destOrd="0" presId="urn:microsoft.com/office/officeart/2005/8/layout/pictureOrgChart+Icon"/>
    <dgm:cxn modelId="{83768CB1-D1ED-4713-877A-BD59D615D5E8}" type="presParOf" srcId="{7BB02D9A-0D73-4AF6-98C5-EF1830328E1F}" destId="{F545E634-8CF8-41CC-A850-3A492C0DDC9D}" srcOrd="0" destOrd="0" presId="urn:microsoft.com/office/officeart/2005/8/layout/pictureOrgChart+Icon"/>
    <dgm:cxn modelId="{0E389B78-E9EA-4B42-B11C-A6A494E9303E}" type="presParOf" srcId="{F545E634-8CF8-41CC-A850-3A492C0DDC9D}" destId="{3FBB327A-B333-4067-B726-C47CE9AB7119}" srcOrd="0" destOrd="0" presId="urn:microsoft.com/office/officeart/2005/8/layout/pictureOrgChart+Icon"/>
    <dgm:cxn modelId="{18ADA6AC-2809-4479-8DD6-62C6FC625258}" type="presParOf" srcId="{F545E634-8CF8-41CC-A850-3A492C0DDC9D}" destId="{57090217-907B-4560-BAF9-7C104616AC7B}" srcOrd="1" destOrd="0" presId="urn:microsoft.com/office/officeart/2005/8/layout/pictureOrgChart+Icon"/>
    <dgm:cxn modelId="{9B3ECDFF-9109-4951-957A-4B002E6A55CE}" type="presParOf" srcId="{F545E634-8CF8-41CC-A850-3A492C0DDC9D}" destId="{AB4FA87F-48D4-4032-B025-D0225B5AEED4}" srcOrd="2" destOrd="0" presId="urn:microsoft.com/office/officeart/2005/8/layout/pictureOrgChart+Icon"/>
    <dgm:cxn modelId="{6D67C443-1AC9-4F4E-A0FE-4DA03BD76CB8}" type="presParOf" srcId="{7BB02D9A-0D73-4AF6-98C5-EF1830328E1F}" destId="{82F3101A-0B1D-4E37-8F4E-23FCAC477F10}" srcOrd="1" destOrd="0" presId="urn:microsoft.com/office/officeart/2005/8/layout/pictureOrgChart+Icon"/>
    <dgm:cxn modelId="{BB9314AA-A1A5-489B-92DF-E9C6027699A7}" type="presParOf" srcId="{7BB02D9A-0D73-4AF6-98C5-EF1830328E1F}" destId="{3CBE8883-6D14-4BAA-8266-1298BBA16E3D}" srcOrd="2" destOrd="0" presId="urn:microsoft.com/office/officeart/2005/8/layout/pictureOrgChart+Icon"/>
    <dgm:cxn modelId="{1A7BA6CF-B307-41CA-AF6B-83FC586A8BD3}" type="presParOf" srcId="{A10A9083-2C61-40F2-B68D-7595CFEB4CEE}" destId="{ACE4C83F-8E82-40F4-B1CA-1E828F6B3072}" srcOrd="2" destOrd="0" presId="urn:microsoft.com/office/officeart/2005/8/layout/pictureOrgChart+Icon"/>
    <dgm:cxn modelId="{DE18297A-F9F1-461E-A1B7-307A7659D9BD}" type="presParOf" srcId="{513A1396-ACC6-4090-906C-E065C0B639AC}" destId="{7EC69BE0-013B-4A88-A7A0-A1A7CC3DB314}" srcOrd="4" destOrd="0" presId="urn:microsoft.com/office/officeart/2005/8/layout/pictureOrgChart+Icon"/>
    <dgm:cxn modelId="{1F7BD6B6-16EC-46AD-AAC8-C50286A07810}" type="presParOf" srcId="{513A1396-ACC6-4090-906C-E065C0B639AC}" destId="{C826D8A3-D24F-4A0D-A606-66262BBF4D4A}" srcOrd="5" destOrd="0" presId="urn:microsoft.com/office/officeart/2005/8/layout/pictureOrgChart+Icon"/>
    <dgm:cxn modelId="{59135B0F-521D-4210-95CD-2DC9B0917FE5}" type="presParOf" srcId="{C826D8A3-D24F-4A0D-A606-66262BBF4D4A}" destId="{9E8D287B-A2C4-4091-AA29-2F6E629D5164}" srcOrd="0" destOrd="0" presId="urn:microsoft.com/office/officeart/2005/8/layout/pictureOrgChart+Icon"/>
    <dgm:cxn modelId="{FD213475-56C0-43B0-A66E-61BFDCDE0301}" type="presParOf" srcId="{9E8D287B-A2C4-4091-AA29-2F6E629D5164}" destId="{7F2ABC71-4503-48F1-8796-B7DE82D307C2}" srcOrd="0" destOrd="0" presId="urn:microsoft.com/office/officeart/2005/8/layout/pictureOrgChart+Icon"/>
    <dgm:cxn modelId="{96D4A4DE-F535-4294-B2D6-E60C8B8EC5C4}" type="presParOf" srcId="{9E8D287B-A2C4-4091-AA29-2F6E629D5164}" destId="{27A1DA85-023F-4376-A832-FFF2E0C1AEDE}" srcOrd="1" destOrd="0" presId="urn:microsoft.com/office/officeart/2005/8/layout/pictureOrgChart+Icon"/>
    <dgm:cxn modelId="{DE08B666-200B-449B-ADCC-FE35F963760B}" type="presParOf" srcId="{9E8D287B-A2C4-4091-AA29-2F6E629D5164}" destId="{1AAA183A-73BA-4B4A-A69D-BF3CAAE1EA14}" srcOrd="2" destOrd="0" presId="urn:microsoft.com/office/officeart/2005/8/layout/pictureOrgChart+Icon"/>
    <dgm:cxn modelId="{420A165D-79E0-45F1-BE4C-48350E8AE9B3}" type="presParOf" srcId="{C826D8A3-D24F-4A0D-A606-66262BBF4D4A}" destId="{F44E3E28-E6D0-4FF0-80ED-DF6FDF44DFA8}" srcOrd="1" destOrd="0" presId="urn:microsoft.com/office/officeart/2005/8/layout/pictureOrgChart+Icon"/>
    <dgm:cxn modelId="{BDFE8A88-1F43-4E2E-A6D6-6419BE8AAA1A}" type="presParOf" srcId="{F44E3E28-E6D0-4FF0-80ED-DF6FDF44DFA8}" destId="{9B3CCBCF-C670-4BFE-BE89-B654A76158F8}" srcOrd="0" destOrd="0" presId="urn:microsoft.com/office/officeart/2005/8/layout/pictureOrgChart+Icon"/>
    <dgm:cxn modelId="{5058F19E-D740-41B5-878C-A35D2A64D7E0}" type="presParOf" srcId="{F44E3E28-E6D0-4FF0-80ED-DF6FDF44DFA8}" destId="{F4F4A731-475F-464B-B11A-C898C8CA94BF}" srcOrd="1" destOrd="0" presId="urn:microsoft.com/office/officeart/2005/8/layout/pictureOrgChart+Icon"/>
    <dgm:cxn modelId="{45156146-9330-489E-B7A4-C3B5B2E8862D}" type="presParOf" srcId="{F4F4A731-475F-464B-B11A-C898C8CA94BF}" destId="{382FF07A-D966-431D-9137-B12EB769F13F}" srcOrd="0" destOrd="0" presId="urn:microsoft.com/office/officeart/2005/8/layout/pictureOrgChart+Icon"/>
    <dgm:cxn modelId="{551177EB-C223-4111-B76A-389BD407D334}" type="presParOf" srcId="{382FF07A-D966-431D-9137-B12EB769F13F}" destId="{6651222B-8551-4290-96E5-2E8263859D29}" srcOrd="0" destOrd="0" presId="urn:microsoft.com/office/officeart/2005/8/layout/pictureOrgChart+Icon"/>
    <dgm:cxn modelId="{44E9CB17-20B9-4837-8185-852C95AB5729}" type="presParOf" srcId="{382FF07A-D966-431D-9137-B12EB769F13F}" destId="{D8F7006D-06CC-4AE8-A5E3-973FAF488BA3}" srcOrd="1" destOrd="0" presId="urn:microsoft.com/office/officeart/2005/8/layout/pictureOrgChart+Icon"/>
    <dgm:cxn modelId="{D88696DD-3E7B-418B-A410-0329E6F59CE3}" type="presParOf" srcId="{382FF07A-D966-431D-9137-B12EB769F13F}" destId="{CFCE051B-992E-4A7F-BA9A-3A6044B4C7B0}" srcOrd="2" destOrd="0" presId="urn:microsoft.com/office/officeart/2005/8/layout/pictureOrgChart+Icon"/>
    <dgm:cxn modelId="{AEDB4B14-11FD-43D1-A4EF-934363913791}" type="presParOf" srcId="{F4F4A731-475F-464B-B11A-C898C8CA94BF}" destId="{86DA8CE3-F319-425F-AB99-6AB86AD2AE16}" srcOrd="1" destOrd="0" presId="urn:microsoft.com/office/officeart/2005/8/layout/pictureOrgChart+Icon"/>
    <dgm:cxn modelId="{5A44DAEE-8DEA-447C-BEAF-202EF8E09199}" type="presParOf" srcId="{F4F4A731-475F-464B-B11A-C898C8CA94BF}" destId="{29A8BE0E-1C94-4766-91DF-E25E485661F5}" srcOrd="2" destOrd="0" presId="urn:microsoft.com/office/officeart/2005/8/layout/pictureOrgChart+Icon"/>
    <dgm:cxn modelId="{B713FAC2-37B9-4314-903B-13970ED96D5A}" type="presParOf" srcId="{C826D8A3-D24F-4A0D-A606-66262BBF4D4A}" destId="{44417C64-5C2F-47F9-86C6-9DD537E55BE8}" srcOrd="2" destOrd="0" presId="urn:microsoft.com/office/officeart/2005/8/layout/pictureOrgChart+Icon"/>
    <dgm:cxn modelId="{597C86D4-0077-4350-B5F6-AF935A2C0734}" type="presParOf" srcId="{513A1396-ACC6-4090-906C-E065C0B639AC}" destId="{F732ED0D-6A92-4247-BCE3-DCBC67C4780F}" srcOrd="6" destOrd="0" presId="urn:microsoft.com/office/officeart/2005/8/layout/pictureOrgChart+Icon"/>
    <dgm:cxn modelId="{75BCF0F7-7B01-499F-AE86-195AB1B45B07}" type="presParOf" srcId="{513A1396-ACC6-4090-906C-E065C0B639AC}" destId="{476C9F80-7C4C-4139-A866-9C2CF452F947}" srcOrd="7" destOrd="0" presId="urn:microsoft.com/office/officeart/2005/8/layout/pictureOrgChart+Icon"/>
    <dgm:cxn modelId="{CF902484-5F78-4E6E-AFB9-37F16D30EA23}" type="presParOf" srcId="{476C9F80-7C4C-4139-A866-9C2CF452F947}" destId="{43CCA59F-0EAC-456C-9924-16372453CD34}" srcOrd="0" destOrd="0" presId="urn:microsoft.com/office/officeart/2005/8/layout/pictureOrgChart+Icon"/>
    <dgm:cxn modelId="{E0A50E1A-40B3-48E9-B762-F43987BF1B84}" type="presParOf" srcId="{43CCA59F-0EAC-456C-9924-16372453CD34}" destId="{BE1184DB-1C74-4FEC-BE98-B9C1DAEFC3D8}" srcOrd="0" destOrd="0" presId="urn:microsoft.com/office/officeart/2005/8/layout/pictureOrgChart+Icon"/>
    <dgm:cxn modelId="{BAADD29A-97DE-4A23-A6B5-FE894C5EF005}" type="presParOf" srcId="{43CCA59F-0EAC-456C-9924-16372453CD34}" destId="{44674C41-FE3D-4499-9295-C3744F7F7EDF}" srcOrd="1" destOrd="0" presId="urn:microsoft.com/office/officeart/2005/8/layout/pictureOrgChart+Icon"/>
    <dgm:cxn modelId="{B69B2033-40F0-45E4-8295-B8B62309478D}" type="presParOf" srcId="{43CCA59F-0EAC-456C-9924-16372453CD34}" destId="{2E68F2EC-33EE-483B-B2A9-AA2E710F35AC}" srcOrd="2" destOrd="0" presId="urn:microsoft.com/office/officeart/2005/8/layout/pictureOrgChart+Icon"/>
    <dgm:cxn modelId="{1030636D-B859-4C1F-BFBE-D948AB3BED23}" type="presParOf" srcId="{476C9F80-7C4C-4139-A866-9C2CF452F947}" destId="{2B584DC8-9EFF-435A-8CFB-2BEC9FE0D835}" srcOrd="1" destOrd="0" presId="urn:microsoft.com/office/officeart/2005/8/layout/pictureOrgChart+Icon"/>
    <dgm:cxn modelId="{C5EF6A78-575C-4551-A649-3A7817F2B7EE}" type="presParOf" srcId="{2B584DC8-9EFF-435A-8CFB-2BEC9FE0D835}" destId="{3D73466B-AB5B-46C4-80F0-C8BD02FD8BFC}" srcOrd="0" destOrd="0" presId="urn:microsoft.com/office/officeart/2005/8/layout/pictureOrgChart+Icon"/>
    <dgm:cxn modelId="{2EBE4777-1023-45FE-87D2-406AD49130EA}" type="presParOf" srcId="{2B584DC8-9EFF-435A-8CFB-2BEC9FE0D835}" destId="{99DDD51D-6E35-498F-88AA-0F2DD7160382}" srcOrd="1" destOrd="0" presId="urn:microsoft.com/office/officeart/2005/8/layout/pictureOrgChart+Icon"/>
    <dgm:cxn modelId="{243CA642-F12C-429E-9AA2-1A6F31248848}" type="presParOf" srcId="{99DDD51D-6E35-498F-88AA-0F2DD7160382}" destId="{ABF778B2-6025-46B9-93C3-63546A47CE11}" srcOrd="0" destOrd="0" presId="urn:microsoft.com/office/officeart/2005/8/layout/pictureOrgChart+Icon"/>
    <dgm:cxn modelId="{72CAE078-E385-40C4-AF04-3BCBBFED0CF9}" type="presParOf" srcId="{ABF778B2-6025-46B9-93C3-63546A47CE11}" destId="{C2E51325-7ED3-4829-8B70-1DDBD2A8FB50}" srcOrd="0" destOrd="0" presId="urn:microsoft.com/office/officeart/2005/8/layout/pictureOrgChart+Icon"/>
    <dgm:cxn modelId="{BE2814DA-5CCF-4962-BEFA-74E2B22B6FA1}" type="presParOf" srcId="{ABF778B2-6025-46B9-93C3-63546A47CE11}" destId="{D7EACED8-6441-4C13-9499-367119AE5AA0}" srcOrd="1" destOrd="0" presId="urn:microsoft.com/office/officeart/2005/8/layout/pictureOrgChart+Icon"/>
    <dgm:cxn modelId="{34E5C9E0-FC6B-4CF6-8767-DE2A00F89B67}" type="presParOf" srcId="{ABF778B2-6025-46B9-93C3-63546A47CE11}" destId="{195221EF-CCC8-46D1-8C65-7DAF8C7933ED}" srcOrd="2" destOrd="0" presId="urn:microsoft.com/office/officeart/2005/8/layout/pictureOrgChart+Icon"/>
    <dgm:cxn modelId="{2C91FC3D-7DE8-47AD-8B58-7C76E4620B75}" type="presParOf" srcId="{99DDD51D-6E35-498F-88AA-0F2DD7160382}" destId="{F4EDB2CC-BB1B-4ED3-B688-7C85146BB103}" srcOrd="1" destOrd="0" presId="urn:microsoft.com/office/officeart/2005/8/layout/pictureOrgChart+Icon"/>
    <dgm:cxn modelId="{3912F98D-B0C4-4566-A13E-1B77D79F302F}" type="presParOf" srcId="{99DDD51D-6E35-498F-88AA-0F2DD7160382}" destId="{28EDDEF5-7AF1-44D2-B6AD-47C25FA7A414}" srcOrd="2" destOrd="0" presId="urn:microsoft.com/office/officeart/2005/8/layout/pictureOrgChart+Icon"/>
    <dgm:cxn modelId="{1637D4C7-8385-49C6-B9E3-1DC3FD27AE10}" type="presParOf" srcId="{2B584DC8-9EFF-435A-8CFB-2BEC9FE0D835}" destId="{3457F1DD-61D4-4FE3-931A-24565B67B48C}" srcOrd="2" destOrd="0" presId="urn:microsoft.com/office/officeart/2005/8/layout/pictureOrgChart+Icon"/>
    <dgm:cxn modelId="{28F7657D-789D-49B2-ADF7-3D2EA5116B3A}" type="presParOf" srcId="{2B584DC8-9EFF-435A-8CFB-2BEC9FE0D835}" destId="{DFF02543-EDB0-4ACF-A1C9-42E6313DC029}" srcOrd="3" destOrd="0" presId="urn:microsoft.com/office/officeart/2005/8/layout/pictureOrgChart+Icon"/>
    <dgm:cxn modelId="{595340A7-ADF1-4FAA-A169-ADCD71533AFC}" type="presParOf" srcId="{DFF02543-EDB0-4ACF-A1C9-42E6313DC029}" destId="{B652A800-1AF3-47B4-B970-2EF11E9B2A8E}" srcOrd="0" destOrd="0" presId="urn:microsoft.com/office/officeart/2005/8/layout/pictureOrgChart+Icon"/>
    <dgm:cxn modelId="{CFD2A442-3D42-4768-AE87-E2E445844B12}" type="presParOf" srcId="{B652A800-1AF3-47B4-B970-2EF11E9B2A8E}" destId="{1B918672-426E-4809-9857-F85A51648693}" srcOrd="0" destOrd="0" presId="urn:microsoft.com/office/officeart/2005/8/layout/pictureOrgChart+Icon"/>
    <dgm:cxn modelId="{8F3D9D0C-5990-4A07-AC91-FBF57F43065A}" type="presParOf" srcId="{B652A800-1AF3-47B4-B970-2EF11E9B2A8E}" destId="{F5EFEB96-C330-4ACA-A900-7D245D48D792}" srcOrd="1" destOrd="0" presId="urn:microsoft.com/office/officeart/2005/8/layout/pictureOrgChart+Icon"/>
    <dgm:cxn modelId="{05DBAC50-C58C-464B-99A7-40E0E5FD8E98}" type="presParOf" srcId="{B652A800-1AF3-47B4-B970-2EF11E9B2A8E}" destId="{BAEAF491-EB4A-4E1B-B30B-B93CEF2ADDA3}" srcOrd="2" destOrd="0" presId="urn:microsoft.com/office/officeart/2005/8/layout/pictureOrgChart+Icon"/>
    <dgm:cxn modelId="{39F54A56-822A-46F3-BFF0-0B3F555CEDDB}" type="presParOf" srcId="{DFF02543-EDB0-4ACF-A1C9-42E6313DC029}" destId="{88AD8E62-C568-4934-922F-019B3E36D422}" srcOrd="1" destOrd="0" presId="urn:microsoft.com/office/officeart/2005/8/layout/pictureOrgChart+Icon"/>
    <dgm:cxn modelId="{88EEF3D1-DBED-45E4-ACE6-CD1615B9E87C}" type="presParOf" srcId="{DFF02543-EDB0-4ACF-A1C9-42E6313DC029}" destId="{21E574A1-CC97-4227-ACDF-0BB4B626A751}" srcOrd="2" destOrd="0" presId="urn:microsoft.com/office/officeart/2005/8/layout/pictureOrgChart+Icon"/>
    <dgm:cxn modelId="{4709FAC7-055D-41A1-843A-7744AB1A6619}" type="presParOf" srcId="{476C9F80-7C4C-4139-A866-9C2CF452F947}" destId="{CA4F9A18-4F4A-4F70-8FE5-83E7922DC0F8}" srcOrd="2" destOrd="0" presId="urn:microsoft.com/office/officeart/2005/8/layout/pictureOrgChart+Icon"/>
    <dgm:cxn modelId="{A039664F-F330-4F76-B5E8-3682E67060B3}" type="presParOf" srcId="{513A1396-ACC6-4090-906C-E065C0B639AC}" destId="{283372A6-8A2A-435A-822A-82A34FF0FD9B}" srcOrd="8" destOrd="0" presId="urn:microsoft.com/office/officeart/2005/8/layout/pictureOrgChart+Icon"/>
    <dgm:cxn modelId="{0943474B-18FE-45B1-A79C-A1A7AE4DB80C}" type="presParOf" srcId="{513A1396-ACC6-4090-906C-E065C0B639AC}" destId="{9CE43002-64A9-4423-9F48-5CA1DD091E60}" srcOrd="9" destOrd="0" presId="urn:microsoft.com/office/officeart/2005/8/layout/pictureOrgChart+Icon"/>
    <dgm:cxn modelId="{01B84519-C22B-4BF5-BD6C-CEA5FFBAD0E1}" type="presParOf" srcId="{9CE43002-64A9-4423-9F48-5CA1DD091E60}" destId="{4690BDC5-EB97-4080-8386-65AC5ED41B92}" srcOrd="0" destOrd="0" presId="urn:microsoft.com/office/officeart/2005/8/layout/pictureOrgChart+Icon"/>
    <dgm:cxn modelId="{38EDF1FB-AAEB-4F89-A4AF-5AA4547EE291}" type="presParOf" srcId="{4690BDC5-EB97-4080-8386-65AC5ED41B92}" destId="{D3314B29-3E92-4035-B06D-C14743277B1F}" srcOrd="0" destOrd="0" presId="urn:microsoft.com/office/officeart/2005/8/layout/pictureOrgChart+Icon"/>
    <dgm:cxn modelId="{C45FBC34-051D-4262-998A-E45852A0CBA8}" type="presParOf" srcId="{4690BDC5-EB97-4080-8386-65AC5ED41B92}" destId="{475B5F65-8459-49AE-B295-18A3FFF547A9}" srcOrd="1" destOrd="0" presId="urn:microsoft.com/office/officeart/2005/8/layout/pictureOrgChart+Icon"/>
    <dgm:cxn modelId="{D2A8FF35-E642-4E33-A449-7F7E7D1E31EC}" type="presParOf" srcId="{4690BDC5-EB97-4080-8386-65AC5ED41B92}" destId="{537B692F-632F-4B1C-9AC3-02863D8BEA14}" srcOrd="2" destOrd="0" presId="urn:microsoft.com/office/officeart/2005/8/layout/pictureOrgChart+Icon"/>
    <dgm:cxn modelId="{7A1A193C-1003-46DA-A6B6-0AFCF1195C11}" type="presParOf" srcId="{9CE43002-64A9-4423-9F48-5CA1DD091E60}" destId="{4BF471E4-9464-4A20-8AA6-D895734B9CDA}" srcOrd="1" destOrd="0" presId="urn:microsoft.com/office/officeart/2005/8/layout/pictureOrgChart+Icon"/>
    <dgm:cxn modelId="{CAB3E530-5715-48EB-AF5F-BD986E76CEC8}" type="presParOf" srcId="{4BF471E4-9464-4A20-8AA6-D895734B9CDA}" destId="{65ECE1B2-A2B2-4030-858F-603DCB3641A2}" srcOrd="0" destOrd="0" presId="urn:microsoft.com/office/officeart/2005/8/layout/pictureOrgChart+Icon"/>
    <dgm:cxn modelId="{C6669C4D-E1B4-4E3F-8C83-E71CE19A1B36}" type="presParOf" srcId="{4BF471E4-9464-4A20-8AA6-D895734B9CDA}" destId="{1118F91A-CA81-47D3-B243-CA7029A6E3FB}" srcOrd="1" destOrd="0" presId="urn:microsoft.com/office/officeart/2005/8/layout/pictureOrgChart+Icon"/>
    <dgm:cxn modelId="{24944CEF-1670-410D-BDFE-0479C8F15877}" type="presParOf" srcId="{1118F91A-CA81-47D3-B243-CA7029A6E3FB}" destId="{7D0A6DCC-87E7-4675-80FC-56BAEBDE6DFA}" srcOrd="0" destOrd="0" presId="urn:microsoft.com/office/officeart/2005/8/layout/pictureOrgChart+Icon"/>
    <dgm:cxn modelId="{6A13E51B-026B-45A9-8BA1-E17400074641}" type="presParOf" srcId="{7D0A6DCC-87E7-4675-80FC-56BAEBDE6DFA}" destId="{86D49F76-E13B-40CB-BCDE-A6B4E8BE080C}" srcOrd="0" destOrd="0" presId="urn:microsoft.com/office/officeart/2005/8/layout/pictureOrgChart+Icon"/>
    <dgm:cxn modelId="{9C9E0373-D6C2-4A47-84BB-B72D60CC2CD3}" type="presParOf" srcId="{7D0A6DCC-87E7-4675-80FC-56BAEBDE6DFA}" destId="{E71F9437-E626-4118-BD97-E82C08243431}" srcOrd="1" destOrd="0" presId="urn:microsoft.com/office/officeart/2005/8/layout/pictureOrgChart+Icon"/>
    <dgm:cxn modelId="{7A5104EF-0D1E-49CE-BFE5-364D300CF46B}" type="presParOf" srcId="{7D0A6DCC-87E7-4675-80FC-56BAEBDE6DFA}" destId="{4FA43DD7-3C37-4B03-A43F-C651AD500968}" srcOrd="2" destOrd="0" presId="urn:microsoft.com/office/officeart/2005/8/layout/pictureOrgChart+Icon"/>
    <dgm:cxn modelId="{28D1D80F-5423-447A-9CCC-8DF16424E56A}" type="presParOf" srcId="{1118F91A-CA81-47D3-B243-CA7029A6E3FB}" destId="{025089E3-6A25-432F-B49A-FDA3F4F2A4DD}" srcOrd="1" destOrd="0" presId="urn:microsoft.com/office/officeart/2005/8/layout/pictureOrgChart+Icon"/>
    <dgm:cxn modelId="{5456C86B-DAD6-459A-A1A5-27534D9E4B12}" type="presParOf" srcId="{1118F91A-CA81-47D3-B243-CA7029A6E3FB}" destId="{7B965792-130B-4B00-BBB6-365627FA21F3}" srcOrd="2" destOrd="0" presId="urn:microsoft.com/office/officeart/2005/8/layout/pictureOrgChart+Icon"/>
    <dgm:cxn modelId="{D74EBB71-E6C8-46FA-9107-544B7F22E5B6}" type="presParOf" srcId="{4BF471E4-9464-4A20-8AA6-D895734B9CDA}" destId="{BB5CDB0F-F1CB-433E-B9C4-65624DF29105}" srcOrd="2" destOrd="0" presId="urn:microsoft.com/office/officeart/2005/8/layout/pictureOrgChart+Icon"/>
    <dgm:cxn modelId="{8EB20A1A-D9D8-4AE5-904B-3E2BF57E2930}" type="presParOf" srcId="{4BF471E4-9464-4A20-8AA6-D895734B9CDA}" destId="{EC0A9D7F-4579-4C55-8412-4C830D77258B}" srcOrd="3" destOrd="0" presId="urn:microsoft.com/office/officeart/2005/8/layout/pictureOrgChart+Icon"/>
    <dgm:cxn modelId="{F53A622A-8768-4B7A-9E4A-8C5961A641DD}" type="presParOf" srcId="{EC0A9D7F-4579-4C55-8412-4C830D77258B}" destId="{61727C17-0124-40A4-8F03-FBD6D2894C40}" srcOrd="0" destOrd="0" presId="urn:microsoft.com/office/officeart/2005/8/layout/pictureOrgChart+Icon"/>
    <dgm:cxn modelId="{7F995449-A336-48B6-BA83-9F7196317AA9}" type="presParOf" srcId="{61727C17-0124-40A4-8F03-FBD6D2894C40}" destId="{66E53CAC-F12D-40B4-9DFB-D0A798AD3CD0}" srcOrd="0" destOrd="0" presId="urn:microsoft.com/office/officeart/2005/8/layout/pictureOrgChart+Icon"/>
    <dgm:cxn modelId="{E5378B01-BA0E-4CE1-8CEA-5169F8B6EA67}" type="presParOf" srcId="{61727C17-0124-40A4-8F03-FBD6D2894C40}" destId="{FEA06683-567A-48E0-885B-3D9FA62C8939}" srcOrd="1" destOrd="0" presId="urn:microsoft.com/office/officeart/2005/8/layout/pictureOrgChart+Icon"/>
    <dgm:cxn modelId="{3D67BC99-5483-475C-A17A-396A776135B8}" type="presParOf" srcId="{61727C17-0124-40A4-8F03-FBD6D2894C40}" destId="{CB223CB2-A7C2-48D1-9199-1DDEA6B3FD84}" srcOrd="2" destOrd="0" presId="urn:microsoft.com/office/officeart/2005/8/layout/pictureOrgChart+Icon"/>
    <dgm:cxn modelId="{E31330ED-AC3E-44E0-B7B3-BA59E0E30BF1}" type="presParOf" srcId="{EC0A9D7F-4579-4C55-8412-4C830D77258B}" destId="{A57768AD-BB4B-4890-95E5-E157F1F99C29}" srcOrd="1" destOrd="0" presId="urn:microsoft.com/office/officeart/2005/8/layout/pictureOrgChart+Icon"/>
    <dgm:cxn modelId="{8692CABB-28D0-4F7B-B19A-791F990815F3}" type="presParOf" srcId="{EC0A9D7F-4579-4C55-8412-4C830D77258B}" destId="{1033ADC6-D911-4974-B82A-69AEEC75C9B0}" srcOrd="2" destOrd="0" presId="urn:microsoft.com/office/officeart/2005/8/layout/pictureOrgChart+Icon"/>
    <dgm:cxn modelId="{B265C898-2F5A-47F1-AD5E-1F64B751D65F}" type="presParOf" srcId="{4BF471E4-9464-4A20-8AA6-D895734B9CDA}" destId="{DC0CE20F-3A59-4013-96B7-649C4B849856}" srcOrd="4" destOrd="0" presId="urn:microsoft.com/office/officeart/2005/8/layout/pictureOrgChart+Icon"/>
    <dgm:cxn modelId="{EF00D32E-B8B2-4090-803D-1F03CCCE519B}" type="presParOf" srcId="{4BF471E4-9464-4A20-8AA6-D895734B9CDA}" destId="{225CA0D2-B83B-4A77-9EB4-9260E6D3F115}" srcOrd="5" destOrd="0" presId="urn:microsoft.com/office/officeart/2005/8/layout/pictureOrgChart+Icon"/>
    <dgm:cxn modelId="{0D16E33D-8E24-45C4-A6E9-822395BA49DE}" type="presParOf" srcId="{225CA0D2-B83B-4A77-9EB4-9260E6D3F115}" destId="{FE643C88-7854-4138-9C41-8B57BA15076C}" srcOrd="0" destOrd="0" presId="urn:microsoft.com/office/officeart/2005/8/layout/pictureOrgChart+Icon"/>
    <dgm:cxn modelId="{26E9F068-D215-4EBA-B0E0-041DD09BF07B}" type="presParOf" srcId="{FE643C88-7854-4138-9C41-8B57BA15076C}" destId="{27371887-8C65-492E-94A2-B0A90ECED93A}" srcOrd="0" destOrd="0" presId="urn:microsoft.com/office/officeart/2005/8/layout/pictureOrgChart+Icon"/>
    <dgm:cxn modelId="{B6046B62-CDC5-4614-A484-EBCEF9E6E024}" type="presParOf" srcId="{FE643C88-7854-4138-9C41-8B57BA15076C}" destId="{8CFC6E41-B863-477B-A0B7-D83F0613C4C6}" srcOrd="1" destOrd="0" presId="urn:microsoft.com/office/officeart/2005/8/layout/pictureOrgChart+Icon"/>
    <dgm:cxn modelId="{DF839AB5-31D7-4AF9-B46A-B44C334B9E07}" type="presParOf" srcId="{FE643C88-7854-4138-9C41-8B57BA15076C}" destId="{E8E85F12-788A-4612-9B8E-26A37942B9E6}" srcOrd="2" destOrd="0" presId="urn:microsoft.com/office/officeart/2005/8/layout/pictureOrgChart+Icon"/>
    <dgm:cxn modelId="{2D7C68A5-F897-4733-9BD9-81137E82DF36}" type="presParOf" srcId="{225CA0D2-B83B-4A77-9EB4-9260E6D3F115}" destId="{214A9ED6-6F4C-434A-9567-27F318B03D43}" srcOrd="1" destOrd="0" presId="urn:microsoft.com/office/officeart/2005/8/layout/pictureOrgChart+Icon"/>
    <dgm:cxn modelId="{AF02BCC7-A5E8-4739-91BF-D4C15F33331D}" type="presParOf" srcId="{225CA0D2-B83B-4A77-9EB4-9260E6D3F115}" destId="{917EA5DB-1573-4552-B84C-E3FD4F923560}" srcOrd="2" destOrd="0" presId="urn:microsoft.com/office/officeart/2005/8/layout/pictureOrgChart+Icon"/>
    <dgm:cxn modelId="{BB4C2C88-B660-47D7-B5B2-4A211418F111}" type="presParOf" srcId="{9CE43002-64A9-4423-9F48-5CA1DD091E60}" destId="{F3FDBACE-25EB-45BE-B2FD-48C318026ACE}" srcOrd="2" destOrd="0" presId="urn:microsoft.com/office/officeart/2005/8/layout/pictureOrgChart+Icon"/>
    <dgm:cxn modelId="{0A7D0FF3-DA9F-475C-86BC-0DF56B291259}" type="presParOf" srcId="{85B07BBE-761E-4BE3-ADF1-2B348F358B48}" destId="{D8AD17E5-7CE0-407D-BE09-565DA12169D9}" srcOrd="2" destOrd="0" presId="urn:microsoft.com/office/officeart/2005/8/layout/pictureOrgChart+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EA9AFE-CAF2-41C4-BD1E-4933BE830EB1}">
      <dsp:nvSpPr>
        <dsp:cNvPr id="0" name=""/>
        <dsp:cNvSpPr/>
      </dsp:nvSpPr>
      <dsp:spPr>
        <a:xfrm>
          <a:off x="2392921" y="840872"/>
          <a:ext cx="2398009" cy="2074202"/>
        </a:xfrm>
        <a:prstGeom prst="hexagon">
          <a:avLst>
            <a:gd name="adj" fmla="val 28570"/>
            <a:gd name="vf" fmla="val 115470"/>
          </a:avLst>
        </a:prstGeom>
        <a:gradFill rotWithShape="0">
          <a:gsLst>
            <a:gs pos="0">
              <a:schemeClr val="accent1">
                <a:shade val="80000"/>
                <a:hueOff val="0"/>
                <a:satOff val="0"/>
                <a:lumOff val="0"/>
                <a:alphaOff val="0"/>
                <a:shade val="51000"/>
                <a:satMod val="130000"/>
              </a:schemeClr>
            </a:gs>
            <a:gs pos="80000">
              <a:schemeClr val="accent1">
                <a:shade val="80000"/>
                <a:hueOff val="0"/>
                <a:satOff val="0"/>
                <a:lumOff val="0"/>
                <a:alphaOff val="0"/>
                <a:shade val="93000"/>
                <a:satMod val="130000"/>
              </a:schemeClr>
            </a:gs>
            <a:gs pos="100000">
              <a:schemeClr val="accent1">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solidFill>
                <a:schemeClr val="accent6">
                  <a:lumMod val="75000"/>
                </a:schemeClr>
              </a:solidFill>
            </a:rPr>
            <a:t>introduction to </a:t>
          </a:r>
        </a:p>
      </dsp:txBody>
      <dsp:txXfrm>
        <a:off x="2790288" y="1184582"/>
        <a:ext cx="1603275" cy="1386782"/>
      </dsp:txXfrm>
    </dsp:sp>
    <dsp:sp modelId="{32F8290A-B341-4BAF-83F4-FE95927C07FC}">
      <dsp:nvSpPr>
        <dsp:cNvPr id="0" name=""/>
        <dsp:cNvSpPr/>
      </dsp:nvSpPr>
      <dsp:spPr>
        <a:xfrm>
          <a:off x="4950452" y="1305812"/>
          <a:ext cx="904886" cy="779656"/>
        </a:xfrm>
        <a:prstGeom prst="hexagon">
          <a:avLst>
            <a:gd name="adj" fmla="val 28900"/>
            <a:gd name="vf" fmla="val 115470"/>
          </a:avLst>
        </a:prstGeom>
        <a:gradFill rotWithShape="0">
          <a:gsLst>
            <a:gs pos="0">
              <a:schemeClr val="accent1">
                <a:tint val="40000"/>
                <a:hueOff val="0"/>
                <a:satOff val="0"/>
                <a:lumOff val="0"/>
                <a:alphaOff val="0"/>
                <a:shade val="51000"/>
                <a:satMod val="130000"/>
              </a:schemeClr>
            </a:gs>
            <a:gs pos="80000">
              <a:schemeClr val="accent1">
                <a:tint val="40000"/>
                <a:hueOff val="0"/>
                <a:satOff val="0"/>
                <a:lumOff val="0"/>
                <a:alphaOff val="0"/>
                <a:shade val="93000"/>
                <a:satMod val="130000"/>
              </a:schemeClr>
            </a:gs>
            <a:gs pos="100000">
              <a:schemeClr val="accent1">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A4137A6F-8FC6-43CC-AA33-62A84E77A874}">
      <dsp:nvSpPr>
        <dsp:cNvPr id="0" name=""/>
        <dsp:cNvSpPr/>
      </dsp:nvSpPr>
      <dsp:spPr>
        <a:xfrm>
          <a:off x="4416054" y="0"/>
          <a:ext cx="1964908" cy="1700147"/>
        </a:xfrm>
        <a:prstGeom prst="hexagon">
          <a:avLst>
            <a:gd name="adj" fmla="val 28570"/>
            <a:gd name="vf" fmla="val 115470"/>
          </a:avLst>
        </a:prstGeom>
        <a:gradFill rotWithShape="0">
          <a:gsLst>
            <a:gs pos="0">
              <a:schemeClr val="accent1">
                <a:shade val="80000"/>
                <a:hueOff val="0"/>
                <a:satOff val="0"/>
                <a:lumOff val="0"/>
                <a:alphaOff val="0"/>
                <a:shade val="51000"/>
                <a:satMod val="130000"/>
              </a:schemeClr>
            </a:gs>
            <a:gs pos="80000">
              <a:schemeClr val="accent1">
                <a:shade val="80000"/>
                <a:hueOff val="0"/>
                <a:satOff val="0"/>
                <a:lumOff val="0"/>
                <a:alphaOff val="0"/>
                <a:shade val="93000"/>
                <a:satMod val="130000"/>
              </a:schemeClr>
            </a:gs>
            <a:gs pos="100000">
              <a:schemeClr val="accent1">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solidFill>
                <a:schemeClr val="accent6">
                  <a:lumMod val="75000"/>
                </a:schemeClr>
              </a:solidFill>
            </a:rPr>
            <a:t>Senority </a:t>
          </a:r>
        </a:p>
      </dsp:txBody>
      <dsp:txXfrm>
        <a:off x="4741707" y="281773"/>
        <a:ext cx="1313602" cy="1136601"/>
      </dsp:txXfrm>
    </dsp:sp>
    <dsp:sp modelId="{B9F40B39-39E6-473F-8F94-7335FEBD2915}">
      <dsp:nvSpPr>
        <dsp:cNvPr id="0" name=""/>
        <dsp:cNvSpPr/>
      </dsp:nvSpPr>
      <dsp:spPr>
        <a:xfrm>
          <a:off x="4416054" y="2055424"/>
          <a:ext cx="1964908" cy="1700147"/>
        </a:xfrm>
        <a:prstGeom prst="hexagon">
          <a:avLst>
            <a:gd name="adj" fmla="val 28570"/>
            <a:gd name="vf" fmla="val 115470"/>
          </a:avLst>
        </a:prstGeom>
        <a:gradFill rotWithShape="0">
          <a:gsLst>
            <a:gs pos="0">
              <a:schemeClr val="accent1">
                <a:shade val="80000"/>
                <a:hueOff val="12259"/>
                <a:satOff val="12919"/>
                <a:lumOff val="14039"/>
                <a:alphaOff val="0"/>
                <a:shade val="51000"/>
                <a:satMod val="130000"/>
              </a:schemeClr>
            </a:gs>
            <a:gs pos="80000">
              <a:schemeClr val="accent1">
                <a:shade val="80000"/>
                <a:hueOff val="12259"/>
                <a:satOff val="12919"/>
                <a:lumOff val="14039"/>
                <a:alphaOff val="0"/>
                <a:shade val="93000"/>
                <a:satMod val="130000"/>
              </a:schemeClr>
            </a:gs>
            <a:gs pos="100000">
              <a:schemeClr val="accent1">
                <a:shade val="80000"/>
                <a:hueOff val="12259"/>
                <a:satOff val="12919"/>
                <a:lumOff val="1403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GB" sz="2000" kern="1200" dirty="0" smtClean="0">
              <a:solidFill>
                <a:schemeClr val="accent6">
                  <a:lumMod val="75000"/>
                </a:schemeClr>
              </a:solidFill>
            </a:rPr>
            <a:t>GENPACT</a:t>
          </a:r>
          <a:endParaRPr lang="en-GB" sz="2000" kern="1200" dirty="0">
            <a:solidFill>
              <a:schemeClr val="accent6">
                <a:lumMod val="75000"/>
              </a:schemeClr>
            </a:solidFill>
          </a:endParaRPr>
        </a:p>
      </dsp:txBody>
      <dsp:txXfrm>
        <a:off x="4741707" y="2337197"/>
        <a:ext cx="1313602" cy="11366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9C6B7A-4196-4F3C-A924-FAF2B67D0041}">
      <dsp:nvSpPr>
        <dsp:cNvPr id="0" name=""/>
        <dsp:cNvSpPr/>
      </dsp:nvSpPr>
      <dsp:spPr>
        <a:xfrm>
          <a:off x="1143" y="0"/>
          <a:ext cx="1778295" cy="2977115"/>
        </a:xfrm>
        <a:prstGeom prst="roundRect">
          <a:avLst>
            <a:gd name="adj" fmla="val 10000"/>
          </a:avLst>
        </a:prstGeom>
        <a:gradFill rotWithShape="0">
          <a:gsLst>
            <a:gs pos="0">
              <a:schemeClr val="accent6">
                <a:shade val="80000"/>
                <a:hueOff val="0"/>
                <a:satOff val="0"/>
                <a:lumOff val="0"/>
                <a:alphaOff val="0"/>
                <a:tint val="50000"/>
                <a:satMod val="300000"/>
              </a:schemeClr>
            </a:gs>
            <a:gs pos="35000">
              <a:schemeClr val="accent6">
                <a:shade val="80000"/>
                <a:hueOff val="0"/>
                <a:satOff val="0"/>
                <a:lumOff val="0"/>
                <a:alphaOff val="0"/>
                <a:tint val="37000"/>
                <a:satMod val="300000"/>
              </a:schemeClr>
            </a:gs>
            <a:gs pos="100000">
              <a:schemeClr val="accent6">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1120" tIns="71120" rIns="71120" bIns="71120" numCol="1" spcCol="1270" anchor="t" anchorCtr="1">
          <a:noAutofit/>
        </a:bodyPr>
        <a:lstStyle/>
        <a:p>
          <a:pPr lvl="0" algn="l" defTabSz="533400" rtl="0">
            <a:lnSpc>
              <a:spcPct val="90000"/>
            </a:lnSpc>
            <a:spcBef>
              <a:spcPct val="0"/>
            </a:spcBef>
            <a:spcAft>
              <a:spcPct val="35000"/>
            </a:spcAft>
          </a:pPr>
          <a:r>
            <a:rPr lang="en-GB" sz="1200" i="1" kern="1200" dirty="0" smtClean="0"/>
            <a:t>Evaluetor</a:t>
          </a:r>
          <a:r>
            <a:rPr lang="en-GB" sz="1200" i="1" kern="1200" baseline="30000" dirty="0" smtClean="0"/>
            <a:t>tm</a:t>
          </a:r>
          <a:r>
            <a:rPr lang="en-GB" sz="1200" kern="1200" dirty="0" smtClean="0"/>
            <a:t>  </a:t>
          </a:r>
          <a:endParaRPr lang="nl-NL" sz="1200" kern="1200" dirty="0"/>
        </a:p>
        <a:p>
          <a:pPr marL="57150" lvl="1" indent="-57150" algn="l" defTabSz="444500" rtl="0">
            <a:lnSpc>
              <a:spcPct val="90000"/>
            </a:lnSpc>
            <a:spcBef>
              <a:spcPct val="0"/>
            </a:spcBef>
            <a:spcAft>
              <a:spcPct val="15000"/>
            </a:spcAft>
            <a:buChar char="••"/>
          </a:pPr>
          <a:r>
            <a:rPr lang="en-GB" sz="1000" kern="1200" dirty="0" smtClean="0"/>
            <a:t>Software solution, the secret sauce</a:t>
          </a:r>
          <a:endParaRPr lang="nl-NL" sz="1000" kern="1200" dirty="0"/>
        </a:p>
        <a:p>
          <a:pPr marL="57150" lvl="1" indent="-57150" algn="l" defTabSz="444500" rtl="0">
            <a:lnSpc>
              <a:spcPct val="90000"/>
            </a:lnSpc>
            <a:spcBef>
              <a:spcPct val="0"/>
            </a:spcBef>
            <a:spcAft>
              <a:spcPct val="15000"/>
            </a:spcAft>
            <a:buChar char="••"/>
          </a:pPr>
          <a:r>
            <a:rPr lang="en-GB" sz="1000" kern="1200" dirty="0" smtClean="0"/>
            <a:t>Secure processes in a workbench enabling integrated management</a:t>
          </a:r>
          <a:endParaRPr lang="nl-NL" sz="1000" kern="1200" dirty="0"/>
        </a:p>
      </dsp:txBody>
      <dsp:txXfrm>
        <a:off x="1143" y="1190846"/>
        <a:ext cx="1778295" cy="1190846"/>
      </dsp:txXfrm>
    </dsp:sp>
    <dsp:sp modelId="{DB6E4A5C-6849-43F1-8B62-68DD80E6AF35}">
      <dsp:nvSpPr>
        <dsp:cNvPr id="0" name=""/>
        <dsp:cNvSpPr/>
      </dsp:nvSpPr>
      <dsp:spPr>
        <a:xfrm>
          <a:off x="345606" y="197116"/>
          <a:ext cx="991379" cy="99137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8000" r="-8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339A440C-7902-4F70-8908-69AA8733F41E}">
      <dsp:nvSpPr>
        <dsp:cNvPr id="0" name=""/>
        <dsp:cNvSpPr/>
      </dsp:nvSpPr>
      <dsp:spPr>
        <a:xfrm>
          <a:off x="1832787" y="0"/>
          <a:ext cx="1778295" cy="2977115"/>
        </a:xfrm>
        <a:prstGeom prst="roundRect">
          <a:avLst>
            <a:gd name="adj" fmla="val 10000"/>
          </a:avLst>
        </a:prstGeom>
        <a:gradFill rotWithShape="0">
          <a:gsLst>
            <a:gs pos="0">
              <a:schemeClr val="accent6">
                <a:shade val="80000"/>
                <a:hueOff val="0"/>
                <a:satOff val="-16910"/>
                <a:lumOff val="16907"/>
                <a:alphaOff val="0"/>
                <a:tint val="50000"/>
                <a:satMod val="300000"/>
              </a:schemeClr>
            </a:gs>
            <a:gs pos="35000">
              <a:schemeClr val="accent6">
                <a:shade val="80000"/>
                <a:hueOff val="0"/>
                <a:satOff val="-16910"/>
                <a:lumOff val="16907"/>
                <a:alphaOff val="0"/>
                <a:tint val="37000"/>
                <a:satMod val="300000"/>
              </a:schemeClr>
            </a:gs>
            <a:gs pos="100000">
              <a:schemeClr val="accent6">
                <a:shade val="80000"/>
                <a:hueOff val="0"/>
                <a:satOff val="-16910"/>
                <a:lumOff val="1690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1120" tIns="71120" rIns="71120" bIns="71120" numCol="1" spcCol="1270" anchor="t" anchorCtr="1">
          <a:noAutofit/>
        </a:bodyPr>
        <a:lstStyle/>
        <a:p>
          <a:pPr lvl="0" algn="l" defTabSz="533400" rtl="0">
            <a:lnSpc>
              <a:spcPct val="90000"/>
            </a:lnSpc>
            <a:spcBef>
              <a:spcPct val="0"/>
            </a:spcBef>
            <a:spcAft>
              <a:spcPct val="35000"/>
            </a:spcAft>
          </a:pPr>
          <a:r>
            <a:rPr lang="en-GB" sz="1200" kern="1200" smtClean="0"/>
            <a:t>Process templates</a:t>
          </a:r>
          <a:endParaRPr lang="nl-NL" sz="1200" kern="1200"/>
        </a:p>
        <a:p>
          <a:pPr marL="57150" lvl="1" indent="-57150" algn="l" defTabSz="444500" rtl="0">
            <a:lnSpc>
              <a:spcPct val="90000"/>
            </a:lnSpc>
            <a:spcBef>
              <a:spcPct val="0"/>
            </a:spcBef>
            <a:spcAft>
              <a:spcPct val="15000"/>
            </a:spcAft>
            <a:buChar char="••"/>
          </a:pPr>
          <a:r>
            <a:rPr lang="en-GB" sz="1000" kern="1200" dirty="0" smtClean="0"/>
            <a:t>We can Lead or Follow, your choice</a:t>
          </a:r>
          <a:endParaRPr lang="nl-NL" sz="1000" kern="1200" dirty="0"/>
        </a:p>
        <a:p>
          <a:pPr marL="57150" lvl="1" indent="-57150" algn="l" defTabSz="444500" rtl="0">
            <a:lnSpc>
              <a:spcPct val="90000"/>
            </a:lnSpc>
            <a:spcBef>
              <a:spcPct val="0"/>
            </a:spcBef>
            <a:spcAft>
              <a:spcPct val="15000"/>
            </a:spcAft>
            <a:buChar char="••"/>
          </a:pPr>
          <a:r>
            <a:rPr lang="en-GB" sz="1000" kern="1200" dirty="0" smtClean="0"/>
            <a:t>Using experience driven proven processes</a:t>
          </a:r>
          <a:endParaRPr lang="nl-NL" sz="1000" kern="1200" dirty="0"/>
        </a:p>
      </dsp:txBody>
      <dsp:txXfrm>
        <a:off x="1832787" y="1190846"/>
        <a:ext cx="1778295" cy="1190846"/>
      </dsp:txXfrm>
    </dsp:sp>
    <dsp:sp modelId="{64BF7552-B49D-4D37-9EF9-1B3A015F67FC}">
      <dsp:nvSpPr>
        <dsp:cNvPr id="0" name=""/>
        <dsp:cNvSpPr/>
      </dsp:nvSpPr>
      <dsp:spPr>
        <a:xfrm>
          <a:off x="2226245" y="178626"/>
          <a:ext cx="991379" cy="991379"/>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000" b="-1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8BB923C1-78F4-4C58-9627-71F58786FCF6}">
      <dsp:nvSpPr>
        <dsp:cNvPr id="0" name=""/>
        <dsp:cNvSpPr/>
      </dsp:nvSpPr>
      <dsp:spPr>
        <a:xfrm>
          <a:off x="3664431" y="0"/>
          <a:ext cx="1778295" cy="2977115"/>
        </a:xfrm>
        <a:prstGeom prst="roundRect">
          <a:avLst>
            <a:gd name="adj" fmla="val 10000"/>
          </a:avLst>
        </a:prstGeom>
        <a:gradFill rotWithShape="0">
          <a:gsLst>
            <a:gs pos="0">
              <a:schemeClr val="accent6">
                <a:shade val="80000"/>
                <a:hueOff val="0"/>
                <a:satOff val="-33821"/>
                <a:lumOff val="33815"/>
                <a:alphaOff val="0"/>
                <a:tint val="50000"/>
                <a:satMod val="300000"/>
              </a:schemeClr>
            </a:gs>
            <a:gs pos="35000">
              <a:schemeClr val="accent6">
                <a:shade val="80000"/>
                <a:hueOff val="0"/>
                <a:satOff val="-33821"/>
                <a:lumOff val="33815"/>
                <a:alphaOff val="0"/>
                <a:tint val="37000"/>
                <a:satMod val="300000"/>
              </a:schemeClr>
            </a:gs>
            <a:gs pos="100000">
              <a:schemeClr val="accent6">
                <a:shade val="80000"/>
                <a:hueOff val="0"/>
                <a:satOff val="-33821"/>
                <a:lumOff val="3381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1120" tIns="71120" rIns="71120" bIns="71120" numCol="1" spcCol="1270" anchor="t" anchorCtr="1">
          <a:noAutofit/>
        </a:bodyPr>
        <a:lstStyle/>
        <a:p>
          <a:pPr lvl="0" algn="l" defTabSz="533400" rtl="0">
            <a:lnSpc>
              <a:spcPct val="90000"/>
            </a:lnSpc>
            <a:spcBef>
              <a:spcPct val="0"/>
            </a:spcBef>
            <a:spcAft>
              <a:spcPct val="35000"/>
            </a:spcAft>
          </a:pPr>
          <a:r>
            <a:rPr lang="en-GB" sz="1200" kern="1200" smtClean="0"/>
            <a:t>Advisory group </a:t>
          </a:r>
          <a:endParaRPr lang="nl-NL" sz="1200" kern="1200"/>
        </a:p>
        <a:p>
          <a:pPr marL="57150" lvl="1" indent="-57150" algn="l" defTabSz="444500" rtl="0">
            <a:lnSpc>
              <a:spcPct val="90000"/>
            </a:lnSpc>
            <a:spcBef>
              <a:spcPct val="0"/>
            </a:spcBef>
            <a:spcAft>
              <a:spcPct val="15000"/>
            </a:spcAft>
            <a:buChar char="••"/>
          </a:pPr>
          <a:r>
            <a:rPr lang="en-GB" sz="1000" kern="1200" dirty="0" smtClean="0"/>
            <a:t>Strength in Knowledge</a:t>
          </a:r>
          <a:endParaRPr lang="nl-NL" sz="1000" kern="1200" dirty="0"/>
        </a:p>
        <a:p>
          <a:pPr marL="57150" lvl="1" indent="-57150" algn="l" defTabSz="444500" rtl="0">
            <a:lnSpc>
              <a:spcPct val="90000"/>
            </a:lnSpc>
            <a:spcBef>
              <a:spcPct val="0"/>
            </a:spcBef>
            <a:spcAft>
              <a:spcPct val="15000"/>
            </a:spcAft>
            <a:buChar char="••"/>
          </a:pPr>
          <a:r>
            <a:rPr lang="en-GB" sz="1000" kern="1200" dirty="0" smtClean="0"/>
            <a:t>Experienced advisors that help your organisation with the process framework</a:t>
          </a:r>
          <a:endParaRPr lang="nl-NL" sz="1000" kern="1200" dirty="0"/>
        </a:p>
      </dsp:txBody>
      <dsp:txXfrm>
        <a:off x="3664431" y="1190846"/>
        <a:ext cx="1778295" cy="1190846"/>
      </dsp:txXfrm>
    </dsp:sp>
    <dsp:sp modelId="{A8C4741D-4AB0-42D6-8C4B-38CB5BA2DD9D}">
      <dsp:nvSpPr>
        <dsp:cNvPr id="0" name=""/>
        <dsp:cNvSpPr/>
      </dsp:nvSpPr>
      <dsp:spPr>
        <a:xfrm>
          <a:off x="4057889" y="178626"/>
          <a:ext cx="991379" cy="991379"/>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CD3C5EFD-96AB-44A1-A226-DD6E22ACDCDB}">
      <dsp:nvSpPr>
        <dsp:cNvPr id="0" name=""/>
        <dsp:cNvSpPr/>
      </dsp:nvSpPr>
      <dsp:spPr>
        <a:xfrm>
          <a:off x="217754" y="2381692"/>
          <a:ext cx="5008360" cy="446567"/>
        </a:xfrm>
        <a:prstGeom prst="leftRightArrow">
          <a:avLst/>
        </a:prstGeom>
        <a:gradFill rotWithShape="0">
          <a:gsLst>
            <a:gs pos="0">
              <a:schemeClr val="accent6">
                <a:tint val="40000"/>
                <a:hueOff val="0"/>
                <a:satOff val="0"/>
                <a:lumOff val="0"/>
                <a:alphaOff val="0"/>
                <a:tint val="50000"/>
                <a:satMod val="300000"/>
              </a:schemeClr>
            </a:gs>
            <a:gs pos="35000">
              <a:schemeClr val="accent6">
                <a:tint val="40000"/>
                <a:hueOff val="0"/>
                <a:satOff val="0"/>
                <a:lumOff val="0"/>
                <a:alphaOff val="0"/>
                <a:tint val="37000"/>
                <a:satMod val="300000"/>
              </a:schemeClr>
            </a:gs>
            <a:gs pos="100000">
              <a:schemeClr val="accent6">
                <a:tint val="40000"/>
                <a:hueOff val="0"/>
                <a:satOff val="0"/>
                <a:lumOff val="0"/>
                <a:alphaOff val="0"/>
                <a:tint val="15000"/>
                <a:satMod val="350000"/>
              </a:schemeClr>
            </a:gs>
          </a:gsLst>
          <a:lin ang="16200000" scaled="1"/>
        </a:grad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13042-5859-4C5A-8B76-0F43774D84F4}">
      <dsp:nvSpPr>
        <dsp:cNvPr id="0" name=""/>
        <dsp:cNvSpPr/>
      </dsp:nvSpPr>
      <dsp:spPr>
        <a:xfrm rot="10800000">
          <a:off x="1537946" y="0"/>
          <a:ext cx="6993991" cy="984852"/>
        </a:xfrm>
        <a:prstGeom prst="homePlate">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34292" tIns="41910" rIns="78232" bIns="41910" numCol="1" spcCol="1270" anchor="ctr" anchorCtr="0">
          <a:noAutofit/>
        </a:bodyPr>
        <a:lstStyle/>
        <a:p>
          <a:pPr lvl="0" algn="ctr" defTabSz="488950">
            <a:lnSpc>
              <a:spcPct val="90000"/>
            </a:lnSpc>
            <a:spcBef>
              <a:spcPct val="0"/>
            </a:spcBef>
            <a:spcAft>
              <a:spcPct val="35000"/>
            </a:spcAft>
          </a:pPr>
          <a:r>
            <a:rPr lang="en-GB" sz="1100" i="1" kern="1200" dirty="0" smtClean="0">
              <a:solidFill>
                <a:schemeClr val="accent6">
                  <a:lumMod val="75000"/>
                </a:schemeClr>
              </a:solidFill>
              <a:latin typeface="Calibri" pitchFamily="34" charset="0"/>
              <a:cs typeface="Calibri" pitchFamily="34" charset="0"/>
            </a:rPr>
            <a:t>Steven Visser  (1956), Managing Partner, has a vast experience in out-sourcing in various industry sectors. Focused on creating mutual beneficial value propositions thus creating successful and sustainable business relationships. Experienced in all aspects of outsourcing both as client and supplier, including deal structuring, negotiations, HR process, technical solution validation, and (multi supplier) governance models Been Instrumental in closing more than 15 B$ TCV, Largest single transaction deal 2.4B$ in 57 countries, redesigned 40.000 FTE European Services organisation, successfully managed a 1B$ annual sales target.</a:t>
          </a:r>
          <a:endParaRPr lang="en-GB" sz="1100" kern="1200" dirty="0">
            <a:solidFill>
              <a:schemeClr val="accent6">
                <a:lumMod val="75000"/>
              </a:schemeClr>
            </a:solidFill>
            <a:latin typeface="Calibri" pitchFamily="34" charset="0"/>
            <a:cs typeface="Calibri" pitchFamily="34" charset="0"/>
          </a:endParaRPr>
        </a:p>
      </dsp:txBody>
      <dsp:txXfrm rot="10800000">
        <a:off x="1784159" y="0"/>
        <a:ext cx="6747778" cy="984852"/>
      </dsp:txXfrm>
    </dsp:sp>
    <dsp:sp modelId="{C4C30D06-F776-4F3D-BD08-344F9A913974}">
      <dsp:nvSpPr>
        <dsp:cNvPr id="0" name=""/>
        <dsp:cNvSpPr/>
      </dsp:nvSpPr>
      <dsp:spPr>
        <a:xfrm>
          <a:off x="967036" y="1651"/>
          <a:ext cx="984852" cy="984852"/>
        </a:xfrm>
        <a:prstGeom prst="ellipse">
          <a:avLst/>
        </a:prstGeom>
        <a:blipFill>
          <a:blip xmlns:r="http://schemas.openxmlformats.org/officeDocument/2006/relationships" r:embed="rId1">
            <a:duotone>
              <a:schemeClr val="accent1">
                <a:hueOff val="0"/>
                <a:satOff val="0"/>
                <a:lumOff val="0"/>
                <a:alphaOff val="0"/>
                <a:shade val="20000"/>
                <a:satMod val="200000"/>
              </a:schemeClr>
              <a:schemeClr val="accent1">
                <a:hueOff val="0"/>
                <a:satOff val="0"/>
                <a:lumOff val="0"/>
                <a:alphaOff val="0"/>
                <a:tint val="12000"/>
                <a:satMod val="190000"/>
              </a:schemeClr>
            </a:duotone>
            <a:extLst>
              <a:ext uri="{28A0092B-C50C-407E-A947-70E740481C1C}">
                <a14:useLocalDpi xmlns:a14="http://schemas.microsoft.com/office/drawing/2010/main" val="0"/>
              </a:ext>
            </a:extLst>
          </a:blip>
          <a:srcRect/>
          <a:stretch>
            <a:fillRect t="-25000" b="-25000"/>
          </a:stretch>
        </a:blip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D9855F82-EFAA-4EA1-85E3-C99BA4C1D089}">
      <dsp:nvSpPr>
        <dsp:cNvPr id="0" name=""/>
        <dsp:cNvSpPr/>
      </dsp:nvSpPr>
      <dsp:spPr>
        <a:xfrm rot="10800000">
          <a:off x="1368202" y="1296178"/>
          <a:ext cx="7189316" cy="984852"/>
        </a:xfrm>
        <a:prstGeom prst="homePlate">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34292" tIns="41910" rIns="78232" bIns="41910" numCol="1" spcCol="1270" anchor="ctr" anchorCtr="0">
          <a:noAutofit/>
        </a:bodyPr>
        <a:lstStyle/>
        <a:p>
          <a:pPr lvl="0" algn="ctr" defTabSz="488950">
            <a:lnSpc>
              <a:spcPct val="90000"/>
            </a:lnSpc>
            <a:spcBef>
              <a:spcPct val="0"/>
            </a:spcBef>
            <a:spcAft>
              <a:spcPct val="35000"/>
            </a:spcAft>
          </a:pPr>
          <a:r>
            <a:rPr lang="en-GB" sz="1100" i="1" kern="1200" dirty="0" smtClean="0">
              <a:solidFill>
                <a:schemeClr val="accent6">
                  <a:lumMod val="75000"/>
                </a:schemeClr>
              </a:solidFill>
              <a:latin typeface="Calibri" pitchFamily="34" charset="0"/>
              <a:cs typeface="Calibri" pitchFamily="34" charset="0"/>
            </a:rPr>
            <a:t>Steve Koutros (1955), Managing Partner is a </a:t>
          </a:r>
          <a:r>
            <a:rPr lang="en-US" sz="1100" i="1" kern="1200" dirty="0" smtClean="0">
              <a:solidFill>
                <a:schemeClr val="accent6">
                  <a:lumMod val="75000"/>
                </a:schemeClr>
              </a:solidFill>
              <a:latin typeface="Calibri" pitchFamily="34" charset="0"/>
              <a:cs typeface="Calibri" pitchFamily="34" charset="0"/>
            </a:rPr>
            <a:t>senior executive who brings a broad global vision of successfully and profitably managing businesses, people and IT through experiences acquired in Europe and the United States. Experienced through extensive industry and consulting experience covering oil &amp; gas, manufacturing, wholesale distribution and pharmacy. Seasoned team builder and fire fighter who can lead an organization as COO down to building process models and strategy design. </a:t>
          </a:r>
          <a:r>
            <a:rPr lang="en-GB" sz="1100" i="1" kern="1200" dirty="0" smtClean="0">
              <a:solidFill>
                <a:schemeClr val="accent6">
                  <a:lumMod val="75000"/>
                </a:schemeClr>
              </a:solidFill>
              <a:latin typeface="Calibri" pitchFamily="34" charset="0"/>
              <a:cs typeface="Calibri" pitchFamily="34" charset="0"/>
            </a:rPr>
            <a:t> </a:t>
          </a:r>
          <a:endParaRPr lang="en-GB" sz="1100" kern="1200" dirty="0">
            <a:solidFill>
              <a:schemeClr val="accent6">
                <a:lumMod val="75000"/>
              </a:schemeClr>
            </a:solidFill>
            <a:latin typeface="Calibri" pitchFamily="34" charset="0"/>
            <a:cs typeface="Calibri" pitchFamily="34" charset="0"/>
          </a:endParaRPr>
        </a:p>
      </dsp:txBody>
      <dsp:txXfrm rot="10800000">
        <a:off x="1614415" y="1296178"/>
        <a:ext cx="6943103" cy="984852"/>
      </dsp:txXfrm>
    </dsp:sp>
    <dsp:sp modelId="{10F31F0F-A905-4339-ADEE-360B59BC2750}">
      <dsp:nvSpPr>
        <dsp:cNvPr id="0" name=""/>
        <dsp:cNvSpPr/>
      </dsp:nvSpPr>
      <dsp:spPr>
        <a:xfrm>
          <a:off x="936131" y="1296296"/>
          <a:ext cx="984852" cy="984852"/>
        </a:xfrm>
        <a:prstGeom prst="ellipse">
          <a:avLst/>
        </a:prstGeom>
        <a:blipFill>
          <a:blip xmlns:r="http://schemas.openxmlformats.org/officeDocument/2006/relationships" r:embed="rId2">
            <a:duotone>
              <a:schemeClr val="accent1">
                <a:hueOff val="0"/>
                <a:satOff val="0"/>
                <a:lumOff val="0"/>
                <a:alphaOff val="0"/>
                <a:shade val="20000"/>
                <a:satMod val="200000"/>
              </a:schemeClr>
              <a:schemeClr val="accent1">
                <a:hueOff val="0"/>
                <a:satOff val="0"/>
                <a:lumOff val="0"/>
                <a:alphaOff val="0"/>
                <a:tint val="12000"/>
                <a:satMod val="190000"/>
              </a:schemeClr>
            </a:duotone>
            <a:extLst>
              <a:ext uri="{28A0092B-C50C-407E-A947-70E740481C1C}">
                <a14:useLocalDpi xmlns:a14="http://schemas.microsoft.com/office/drawing/2010/main" val="0"/>
              </a:ext>
            </a:extLst>
          </a:blip>
          <a:srcRect/>
          <a:stretch>
            <a:fillRect t="-20000" b="-20000"/>
          </a:stretch>
        </a:blip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F1722906-85BC-4E50-9B5E-A127C15AAEB1}">
      <dsp:nvSpPr>
        <dsp:cNvPr id="0" name=""/>
        <dsp:cNvSpPr/>
      </dsp:nvSpPr>
      <dsp:spPr>
        <a:xfrm rot="10800000">
          <a:off x="1537946" y="2549282"/>
          <a:ext cx="6993991" cy="984852"/>
        </a:xfrm>
        <a:prstGeom prst="homePlate">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34292" tIns="41910" rIns="78232" bIns="41910" numCol="1" spcCol="1270" anchor="ctr" anchorCtr="0">
          <a:noAutofit/>
        </a:bodyPr>
        <a:lstStyle/>
        <a:p>
          <a:pPr lvl="0" algn="ctr" defTabSz="488950">
            <a:lnSpc>
              <a:spcPct val="90000"/>
            </a:lnSpc>
            <a:spcBef>
              <a:spcPct val="0"/>
            </a:spcBef>
            <a:spcAft>
              <a:spcPct val="35000"/>
            </a:spcAft>
          </a:pPr>
          <a:r>
            <a:rPr lang="en-US" sz="1100" i="1" kern="1200" dirty="0" smtClean="0">
              <a:solidFill>
                <a:schemeClr val="accent6">
                  <a:lumMod val="75000"/>
                </a:schemeClr>
              </a:solidFill>
              <a:latin typeface="Calibri" pitchFamily="34" charset="0"/>
              <a:cs typeface="Calibri" pitchFamily="34" charset="0"/>
            </a:rPr>
            <a:t>Rob van Leeuwen (1960), managing partner, has a wide experience in both Managing Service Organizations, and selling and shaping  Outsourcing contracts. He has been an independent Sales – and IT Consultant over the past 9 years and has worked on both the customer and the vendor side of Service Excellence. Rob is a firm believer in successful strategic partnerships based on a foundation of transparency and trust.</a:t>
          </a:r>
          <a:endParaRPr lang="en-GB" sz="1100" kern="1200" dirty="0">
            <a:solidFill>
              <a:schemeClr val="accent6">
                <a:lumMod val="75000"/>
              </a:schemeClr>
            </a:solidFill>
            <a:latin typeface="Calibri" pitchFamily="34" charset="0"/>
            <a:cs typeface="Calibri" pitchFamily="34" charset="0"/>
          </a:endParaRPr>
        </a:p>
      </dsp:txBody>
      <dsp:txXfrm rot="10800000">
        <a:off x="1784159" y="2549282"/>
        <a:ext cx="6747778" cy="984852"/>
      </dsp:txXfrm>
    </dsp:sp>
    <dsp:sp modelId="{B2AAFD6D-D99E-4B3B-96C2-2318280C5D62}">
      <dsp:nvSpPr>
        <dsp:cNvPr id="0" name=""/>
        <dsp:cNvSpPr/>
      </dsp:nvSpPr>
      <dsp:spPr>
        <a:xfrm>
          <a:off x="967036" y="2559327"/>
          <a:ext cx="984852" cy="984852"/>
        </a:xfrm>
        <a:prstGeom prst="ellipse">
          <a:avLst/>
        </a:prstGeom>
        <a:blipFill>
          <a:blip xmlns:r="http://schemas.openxmlformats.org/officeDocument/2006/relationships" r:embed="rId3">
            <a:duotone>
              <a:schemeClr val="accent1">
                <a:hueOff val="0"/>
                <a:satOff val="0"/>
                <a:lumOff val="0"/>
                <a:alphaOff val="0"/>
                <a:shade val="20000"/>
                <a:satMod val="200000"/>
              </a:schemeClr>
              <a:schemeClr val="accent1">
                <a:hueOff val="0"/>
                <a:satOff val="0"/>
                <a:lumOff val="0"/>
                <a:alphaOff val="0"/>
                <a:tint val="12000"/>
                <a:satMod val="190000"/>
              </a:schemeClr>
            </a:duotone>
            <a:extLst>
              <a:ext uri="{28A0092B-C50C-407E-A947-70E740481C1C}">
                <a14:useLocalDpi xmlns:a14="http://schemas.microsoft.com/office/drawing/2010/main" val="0"/>
              </a:ext>
            </a:extLst>
          </a:blip>
          <a:srcRect/>
          <a:stretch>
            <a:fillRect t="-17000" b="-17000"/>
          </a:stretch>
        </a:blip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E0AA3264-BE97-4BC5-8FEA-89E07D6ACDB5}">
      <dsp:nvSpPr>
        <dsp:cNvPr id="0" name=""/>
        <dsp:cNvSpPr/>
      </dsp:nvSpPr>
      <dsp:spPr>
        <a:xfrm rot="10800000">
          <a:off x="1296208" y="3838165"/>
          <a:ext cx="7270726" cy="984852"/>
        </a:xfrm>
        <a:prstGeom prst="homePlate">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34292" tIns="41910" rIns="78232" bIns="41910" numCol="1" spcCol="1270" anchor="ctr" anchorCtr="0">
          <a:noAutofit/>
        </a:bodyPr>
        <a:lstStyle/>
        <a:p>
          <a:pPr lvl="0" algn="ctr" defTabSz="488950">
            <a:lnSpc>
              <a:spcPct val="90000"/>
            </a:lnSpc>
            <a:spcBef>
              <a:spcPct val="0"/>
            </a:spcBef>
            <a:spcAft>
              <a:spcPct val="35000"/>
            </a:spcAft>
          </a:pPr>
          <a:r>
            <a:rPr lang="en-US" sz="1100" i="1" kern="1200" dirty="0" smtClean="0">
              <a:solidFill>
                <a:schemeClr val="accent6">
                  <a:lumMod val="75000"/>
                </a:schemeClr>
              </a:solidFill>
              <a:latin typeface="Calibri" pitchFamily="34" charset="0"/>
              <a:cs typeface="Calibri" pitchFamily="34" charset="0"/>
            </a:rPr>
            <a:t>Enrico de Boer (1965), managing partner, has a wide experience in selling and shaping of sourcing contracts in various industry sectors, managing  IT Service organizations and consulting practices.</a:t>
          </a:r>
          <a:r>
            <a:rPr lang="en-GB" sz="1100" i="1" kern="1200" dirty="0" smtClean="0">
              <a:solidFill>
                <a:schemeClr val="accent6">
                  <a:lumMod val="75000"/>
                </a:schemeClr>
              </a:solidFill>
              <a:latin typeface="Calibri" pitchFamily="34" charset="0"/>
              <a:cs typeface="Calibri" pitchFamily="34" charset="0"/>
            </a:rPr>
            <a:t>. His experience includes all aspects of sourcing, i.e. deal structuring, negotiations, HR, </a:t>
          </a:r>
          <a:r>
            <a:rPr lang="en-GB" sz="1100" i="1" kern="1200" dirty="0" err="1" smtClean="0">
              <a:solidFill>
                <a:schemeClr val="accent6">
                  <a:lumMod val="75000"/>
                </a:schemeClr>
              </a:solidFill>
              <a:latin typeface="Calibri" pitchFamily="34" charset="0"/>
              <a:cs typeface="Calibri" pitchFamily="34" charset="0"/>
            </a:rPr>
            <a:t>solutioning</a:t>
          </a:r>
          <a:r>
            <a:rPr lang="en-GB" sz="1100" i="1" kern="1200" dirty="0" smtClean="0">
              <a:solidFill>
                <a:schemeClr val="accent6">
                  <a:lumMod val="75000"/>
                </a:schemeClr>
              </a:solidFill>
              <a:latin typeface="Calibri" pitchFamily="34" charset="0"/>
              <a:cs typeface="Calibri" pitchFamily="34" charset="0"/>
            </a:rPr>
            <a:t> and governance models. Enrico started his career in 1987 as a professional and grew into several management positions. Great believer that everybody is connected, where business models are based on alliances.</a:t>
          </a:r>
          <a:endParaRPr lang="en-GB" sz="1100" kern="1200" dirty="0">
            <a:solidFill>
              <a:schemeClr val="accent6">
                <a:lumMod val="75000"/>
              </a:schemeClr>
            </a:solidFill>
            <a:latin typeface="Calibri" pitchFamily="34" charset="0"/>
            <a:cs typeface="Calibri" pitchFamily="34" charset="0"/>
          </a:endParaRPr>
        </a:p>
      </dsp:txBody>
      <dsp:txXfrm rot="10800000">
        <a:off x="1542421" y="3838165"/>
        <a:ext cx="7024513" cy="984852"/>
      </dsp:txXfrm>
    </dsp:sp>
    <dsp:sp modelId="{A46C5854-AEB7-4B31-8CE5-832EEE648A86}">
      <dsp:nvSpPr>
        <dsp:cNvPr id="0" name=""/>
        <dsp:cNvSpPr/>
      </dsp:nvSpPr>
      <dsp:spPr>
        <a:xfrm>
          <a:off x="959413" y="3838165"/>
          <a:ext cx="984852" cy="984852"/>
        </a:xfrm>
        <a:prstGeom prst="ellipse">
          <a:avLst/>
        </a:prstGeom>
        <a:blipFill>
          <a:blip xmlns:r="http://schemas.openxmlformats.org/officeDocument/2006/relationships" r:embed="rId4">
            <a:duotone>
              <a:schemeClr val="accent1">
                <a:hueOff val="0"/>
                <a:satOff val="0"/>
                <a:lumOff val="0"/>
                <a:alphaOff val="0"/>
                <a:shade val="20000"/>
                <a:satMod val="200000"/>
              </a:schemeClr>
              <a:schemeClr val="accent1">
                <a:hueOff val="0"/>
                <a:satOff val="0"/>
                <a:lumOff val="0"/>
                <a:alphaOff val="0"/>
                <a:tint val="12000"/>
                <a:satMod val="190000"/>
              </a:schemeClr>
            </a:duotone>
            <a:extLst>
              <a:ext uri="{28A0092B-C50C-407E-A947-70E740481C1C}">
                <a14:useLocalDpi xmlns:a14="http://schemas.microsoft.com/office/drawing/2010/main" val="0"/>
              </a:ext>
            </a:extLst>
          </a:blip>
          <a:srcRect/>
          <a:stretch>
            <a:fillRect l="-17000" r="-17000"/>
          </a:stretch>
        </a:blip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76731B-C8B7-4006-86FB-69BA90F712D3}">
      <dsp:nvSpPr>
        <dsp:cNvPr id="0" name=""/>
        <dsp:cNvSpPr/>
      </dsp:nvSpPr>
      <dsp:spPr>
        <a:xfrm>
          <a:off x="0" y="108246"/>
          <a:ext cx="5699019" cy="263835"/>
        </a:xfrm>
        <a:prstGeom prst="roundRect">
          <a:avLst/>
        </a:prstGeom>
        <a:solidFill>
          <a:schemeClr val="lt1"/>
        </a:solidFill>
        <a:ln w="25400" cap="flat" cmpd="sng" algn="ctr">
          <a:solidFill>
            <a:schemeClr val="accent1"/>
          </a:solidFill>
          <a:prstDash val="solid"/>
        </a:ln>
        <a:effectLst/>
        <a:scene3d>
          <a:camera prst="orthographicFront"/>
          <a:lightRig rig="flat" dir="t"/>
        </a:scene3d>
        <a:sp3d/>
      </dsp:spPr>
      <dsp:style>
        <a:lnRef idx="2">
          <a:schemeClr val="accent1"/>
        </a:lnRef>
        <a:fillRef idx="1">
          <a:schemeClr val="lt1"/>
        </a:fillRef>
        <a:effectRef idx="0">
          <a:schemeClr val="accent1"/>
        </a:effectRef>
        <a:fontRef idx="minor">
          <a:schemeClr val="dk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GB" sz="1100" kern="1200" noProof="0" dirty="0" smtClean="0"/>
            <a:t>Use of    </a:t>
          </a:r>
          <a:r>
            <a:rPr lang="en-GB" sz="1100" b="1" i="1" kern="1200" noProof="0" dirty="0" smtClean="0"/>
            <a:t>Evalueto</a:t>
          </a:r>
          <a:r>
            <a:rPr lang="en-GB" sz="1100" i="1" kern="1200" noProof="0" dirty="0" smtClean="0"/>
            <a:t>r</a:t>
          </a:r>
          <a:r>
            <a:rPr lang="en-GB" sz="1100" kern="1200" baseline="30000" noProof="0" dirty="0" smtClean="0"/>
            <a:t>© </a:t>
          </a:r>
          <a:r>
            <a:rPr lang="en-GB" sz="1100" kern="1200" noProof="0" dirty="0" smtClean="0"/>
            <a:t>will enable:</a:t>
          </a:r>
          <a:endParaRPr lang="en-GB" sz="1100" kern="1200" noProof="0" dirty="0"/>
        </a:p>
      </dsp:txBody>
      <dsp:txXfrm>
        <a:off x="12879" y="121125"/>
        <a:ext cx="5673261" cy="238077"/>
      </dsp:txXfrm>
    </dsp:sp>
    <dsp:sp modelId="{0FDCD26A-134C-4DB8-AE8F-88A5B3F72E0B}">
      <dsp:nvSpPr>
        <dsp:cNvPr id="0" name=""/>
        <dsp:cNvSpPr/>
      </dsp:nvSpPr>
      <dsp:spPr>
        <a:xfrm>
          <a:off x="0" y="403761"/>
          <a:ext cx="5699019" cy="263835"/>
        </a:xfrm>
        <a:prstGeom prst="roundRect">
          <a:avLst/>
        </a:prstGeom>
        <a:gradFill rotWithShape="0">
          <a:gsLst>
            <a:gs pos="0">
              <a:schemeClr val="accent1">
                <a:shade val="50000"/>
                <a:hueOff val="3491"/>
                <a:satOff val="4927"/>
                <a:lumOff val="6198"/>
                <a:alphaOff val="0"/>
                <a:tint val="50000"/>
                <a:satMod val="300000"/>
              </a:schemeClr>
            </a:gs>
            <a:gs pos="35000">
              <a:schemeClr val="accent1">
                <a:shade val="50000"/>
                <a:hueOff val="3491"/>
                <a:satOff val="4927"/>
                <a:lumOff val="6198"/>
                <a:alphaOff val="0"/>
                <a:tint val="37000"/>
                <a:satMod val="300000"/>
              </a:schemeClr>
            </a:gs>
            <a:gs pos="100000">
              <a:schemeClr val="accent1">
                <a:shade val="50000"/>
                <a:hueOff val="3491"/>
                <a:satOff val="4927"/>
                <a:lumOff val="619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GB" sz="1100" kern="1200" noProof="0" dirty="0" smtClean="0"/>
            <a:t>Shared dash-boarding;</a:t>
          </a:r>
          <a:endParaRPr lang="en-GB" sz="1100" kern="1200" noProof="0" dirty="0"/>
        </a:p>
      </dsp:txBody>
      <dsp:txXfrm>
        <a:off x="12879" y="416640"/>
        <a:ext cx="5673261" cy="238077"/>
      </dsp:txXfrm>
    </dsp:sp>
    <dsp:sp modelId="{D3C9C67F-7AF3-4C8A-9632-2A4BFAA375E0}">
      <dsp:nvSpPr>
        <dsp:cNvPr id="0" name=""/>
        <dsp:cNvSpPr/>
      </dsp:nvSpPr>
      <dsp:spPr>
        <a:xfrm>
          <a:off x="0" y="667596"/>
          <a:ext cx="5699019" cy="18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944" tIns="13970" rIns="78232" bIns="13970" numCol="1" spcCol="1270" anchor="t" anchorCtr="0">
          <a:noAutofit/>
        </a:bodyPr>
        <a:lstStyle/>
        <a:p>
          <a:pPr marL="57150" lvl="1" indent="-57150" algn="l" defTabSz="400050" rtl="0">
            <a:lnSpc>
              <a:spcPct val="90000"/>
            </a:lnSpc>
            <a:spcBef>
              <a:spcPct val="0"/>
            </a:spcBef>
            <a:spcAft>
              <a:spcPct val="20000"/>
            </a:spcAft>
            <a:buChar char="••"/>
          </a:pPr>
          <a:r>
            <a:rPr lang="en-GB" sz="900" kern="1200" noProof="0" dirty="0" smtClean="0">
              <a:ln w="18415" cmpd="sng">
                <a:prstDash val="solid"/>
              </a:ln>
              <a:latin typeface="Verdana" pitchFamily="-123" charset="0"/>
            </a:rPr>
            <a:t>Improved collaboration several entities and clients</a:t>
          </a:r>
          <a:endParaRPr lang="en-GB" sz="900" kern="1200" noProof="0" dirty="0"/>
        </a:p>
      </dsp:txBody>
      <dsp:txXfrm>
        <a:off x="0" y="667596"/>
        <a:ext cx="5699019" cy="182160"/>
      </dsp:txXfrm>
    </dsp:sp>
    <dsp:sp modelId="{2C370813-10F5-4802-A9E2-FC5B8C4D7B60}">
      <dsp:nvSpPr>
        <dsp:cNvPr id="0" name=""/>
        <dsp:cNvSpPr/>
      </dsp:nvSpPr>
      <dsp:spPr>
        <a:xfrm>
          <a:off x="0" y="849756"/>
          <a:ext cx="5699019" cy="263835"/>
        </a:xfrm>
        <a:prstGeom prst="roundRect">
          <a:avLst/>
        </a:prstGeom>
        <a:gradFill rotWithShape="0">
          <a:gsLst>
            <a:gs pos="0">
              <a:schemeClr val="accent1">
                <a:shade val="50000"/>
                <a:hueOff val="6982"/>
                <a:satOff val="9853"/>
                <a:lumOff val="12396"/>
                <a:alphaOff val="0"/>
                <a:tint val="50000"/>
                <a:satMod val="300000"/>
              </a:schemeClr>
            </a:gs>
            <a:gs pos="35000">
              <a:schemeClr val="accent1">
                <a:shade val="50000"/>
                <a:hueOff val="6982"/>
                <a:satOff val="9853"/>
                <a:lumOff val="12396"/>
                <a:alphaOff val="0"/>
                <a:tint val="37000"/>
                <a:satMod val="300000"/>
              </a:schemeClr>
            </a:gs>
            <a:gs pos="100000">
              <a:schemeClr val="accent1">
                <a:shade val="50000"/>
                <a:hueOff val="6982"/>
                <a:satOff val="9853"/>
                <a:lumOff val="1239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GB" sz="1100" kern="1200" noProof="0" smtClean="0"/>
            <a:t>Internal perception recording;</a:t>
          </a:r>
          <a:endParaRPr lang="en-GB" sz="1100" kern="1200" noProof="0"/>
        </a:p>
      </dsp:txBody>
      <dsp:txXfrm>
        <a:off x="12879" y="862635"/>
        <a:ext cx="5673261" cy="238077"/>
      </dsp:txXfrm>
    </dsp:sp>
    <dsp:sp modelId="{2C580378-EF55-4D3C-A38E-CB7D0BFE0DBC}">
      <dsp:nvSpPr>
        <dsp:cNvPr id="0" name=""/>
        <dsp:cNvSpPr/>
      </dsp:nvSpPr>
      <dsp:spPr>
        <a:xfrm>
          <a:off x="0" y="1113591"/>
          <a:ext cx="5699019" cy="18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944" tIns="13970" rIns="78232" bIns="13970" numCol="1" spcCol="1270" anchor="t" anchorCtr="0">
          <a:noAutofit/>
        </a:bodyPr>
        <a:lstStyle/>
        <a:p>
          <a:pPr marL="57150" lvl="1" indent="-57150" algn="l" defTabSz="400050" rtl="0">
            <a:lnSpc>
              <a:spcPct val="90000"/>
            </a:lnSpc>
            <a:spcBef>
              <a:spcPct val="0"/>
            </a:spcBef>
            <a:spcAft>
              <a:spcPct val="20000"/>
            </a:spcAft>
            <a:buChar char="••"/>
          </a:pPr>
          <a:r>
            <a:rPr lang="en-GB" sz="900" kern="1200" noProof="0" smtClean="0">
              <a:ln w="18415" cmpd="sng">
                <a:prstDash val="solid"/>
              </a:ln>
              <a:latin typeface="Verdana" pitchFamily="-123" charset="0"/>
            </a:rPr>
            <a:t>Focused on the client;</a:t>
          </a:r>
          <a:endParaRPr lang="en-GB" sz="900" kern="1200" noProof="0"/>
        </a:p>
      </dsp:txBody>
      <dsp:txXfrm>
        <a:off x="0" y="1113591"/>
        <a:ext cx="5699019" cy="182160"/>
      </dsp:txXfrm>
    </dsp:sp>
    <dsp:sp modelId="{02B10E09-60AB-4B80-B6CC-5EBF98518F99}">
      <dsp:nvSpPr>
        <dsp:cNvPr id="0" name=""/>
        <dsp:cNvSpPr/>
      </dsp:nvSpPr>
      <dsp:spPr>
        <a:xfrm>
          <a:off x="0" y="1295751"/>
          <a:ext cx="5699019" cy="263835"/>
        </a:xfrm>
        <a:prstGeom prst="roundRect">
          <a:avLst/>
        </a:prstGeom>
        <a:gradFill rotWithShape="0">
          <a:gsLst>
            <a:gs pos="0">
              <a:schemeClr val="accent1">
                <a:shade val="50000"/>
                <a:hueOff val="10473"/>
                <a:satOff val="14780"/>
                <a:lumOff val="18595"/>
                <a:alphaOff val="0"/>
                <a:tint val="50000"/>
                <a:satMod val="300000"/>
              </a:schemeClr>
            </a:gs>
            <a:gs pos="35000">
              <a:schemeClr val="accent1">
                <a:shade val="50000"/>
                <a:hueOff val="10473"/>
                <a:satOff val="14780"/>
                <a:lumOff val="18595"/>
                <a:alphaOff val="0"/>
                <a:tint val="37000"/>
                <a:satMod val="300000"/>
              </a:schemeClr>
            </a:gs>
            <a:gs pos="100000">
              <a:schemeClr val="accent1">
                <a:shade val="50000"/>
                <a:hueOff val="10473"/>
                <a:satOff val="14780"/>
                <a:lumOff val="1859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GB" sz="1100" kern="1200" noProof="0" dirty="0" smtClean="0"/>
            <a:t>Client perception measurement;</a:t>
          </a:r>
          <a:endParaRPr lang="en-GB" sz="1100" kern="1200" noProof="0" dirty="0"/>
        </a:p>
      </dsp:txBody>
      <dsp:txXfrm>
        <a:off x="12879" y="1308630"/>
        <a:ext cx="5673261" cy="238077"/>
      </dsp:txXfrm>
    </dsp:sp>
    <dsp:sp modelId="{A2F44118-3DAC-46F5-AE5B-F20FEB31C012}">
      <dsp:nvSpPr>
        <dsp:cNvPr id="0" name=""/>
        <dsp:cNvSpPr/>
      </dsp:nvSpPr>
      <dsp:spPr>
        <a:xfrm>
          <a:off x="0" y="1559586"/>
          <a:ext cx="5699019" cy="18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944" tIns="13970" rIns="78232" bIns="13970" numCol="1" spcCol="1270" anchor="t" anchorCtr="0">
          <a:noAutofit/>
        </a:bodyPr>
        <a:lstStyle/>
        <a:p>
          <a:pPr marL="57150" lvl="1" indent="-57150" algn="l" defTabSz="400050" rtl="0">
            <a:lnSpc>
              <a:spcPct val="90000"/>
            </a:lnSpc>
            <a:spcBef>
              <a:spcPct val="0"/>
            </a:spcBef>
            <a:spcAft>
              <a:spcPct val="20000"/>
            </a:spcAft>
            <a:buChar char="••"/>
          </a:pPr>
          <a:r>
            <a:rPr lang="en-GB" sz="900" kern="1200" noProof="0" dirty="0" smtClean="0">
              <a:ln w="18415" cmpd="sng">
                <a:prstDash val="solid"/>
              </a:ln>
              <a:latin typeface="Verdana" pitchFamily="-123" charset="0"/>
            </a:rPr>
            <a:t>Transparent Client relationship with aligned expectations; increase of Net Promoter Score</a:t>
          </a:r>
          <a:endParaRPr lang="en-GB" sz="900" kern="1200" noProof="0" dirty="0"/>
        </a:p>
      </dsp:txBody>
      <dsp:txXfrm>
        <a:off x="0" y="1559586"/>
        <a:ext cx="5699019" cy="182160"/>
      </dsp:txXfrm>
    </dsp:sp>
    <dsp:sp modelId="{9C5AE01C-16D3-45BE-91B2-73EB025F9F12}">
      <dsp:nvSpPr>
        <dsp:cNvPr id="0" name=""/>
        <dsp:cNvSpPr/>
      </dsp:nvSpPr>
      <dsp:spPr>
        <a:xfrm>
          <a:off x="0" y="1741746"/>
          <a:ext cx="5699019" cy="263835"/>
        </a:xfrm>
        <a:prstGeom prst="roundRect">
          <a:avLst/>
        </a:prstGeom>
        <a:gradFill rotWithShape="0">
          <a:gsLst>
            <a:gs pos="0">
              <a:schemeClr val="accent1">
                <a:shade val="50000"/>
                <a:hueOff val="13964"/>
                <a:satOff val="19706"/>
                <a:lumOff val="24793"/>
                <a:alphaOff val="0"/>
                <a:tint val="50000"/>
                <a:satMod val="300000"/>
              </a:schemeClr>
            </a:gs>
            <a:gs pos="35000">
              <a:schemeClr val="accent1">
                <a:shade val="50000"/>
                <a:hueOff val="13964"/>
                <a:satOff val="19706"/>
                <a:lumOff val="24793"/>
                <a:alphaOff val="0"/>
                <a:tint val="37000"/>
                <a:satMod val="300000"/>
              </a:schemeClr>
            </a:gs>
            <a:gs pos="100000">
              <a:schemeClr val="accent1">
                <a:shade val="50000"/>
                <a:hueOff val="13964"/>
                <a:satOff val="19706"/>
                <a:lumOff val="2479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GB" sz="1100" kern="1200" noProof="0" dirty="0" smtClean="0"/>
            <a:t>Early identification of issues and opportunities;</a:t>
          </a:r>
          <a:endParaRPr lang="en-GB" sz="1100" kern="1200" noProof="0" dirty="0"/>
        </a:p>
      </dsp:txBody>
      <dsp:txXfrm>
        <a:off x="12879" y="1754625"/>
        <a:ext cx="5673261" cy="238077"/>
      </dsp:txXfrm>
    </dsp:sp>
    <dsp:sp modelId="{059A21E9-0696-4685-8EC3-30F17CD51E07}">
      <dsp:nvSpPr>
        <dsp:cNvPr id="0" name=""/>
        <dsp:cNvSpPr/>
      </dsp:nvSpPr>
      <dsp:spPr>
        <a:xfrm>
          <a:off x="0" y="2005581"/>
          <a:ext cx="5699019" cy="18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944" tIns="13970" rIns="78232" bIns="13970" numCol="1" spcCol="1270" anchor="t" anchorCtr="0">
          <a:noAutofit/>
        </a:bodyPr>
        <a:lstStyle/>
        <a:p>
          <a:pPr marL="57150" lvl="1" indent="-57150" algn="l" defTabSz="400050" rtl="0">
            <a:lnSpc>
              <a:spcPct val="90000"/>
            </a:lnSpc>
            <a:spcBef>
              <a:spcPct val="0"/>
            </a:spcBef>
            <a:spcAft>
              <a:spcPct val="20000"/>
            </a:spcAft>
            <a:buChar char="••"/>
          </a:pPr>
          <a:r>
            <a:rPr lang="en-GB" sz="900" kern="1200" noProof="0" smtClean="0">
              <a:ln w="18415" cmpd="sng">
                <a:prstDash val="solid"/>
              </a:ln>
              <a:latin typeface="Verdana" pitchFamily="-123" charset="0"/>
            </a:rPr>
            <a:t>Trusted relation</a:t>
          </a:r>
          <a:endParaRPr lang="en-GB" sz="900" kern="1200" noProof="0"/>
        </a:p>
      </dsp:txBody>
      <dsp:txXfrm>
        <a:off x="0" y="2005581"/>
        <a:ext cx="5699019" cy="182160"/>
      </dsp:txXfrm>
    </dsp:sp>
    <dsp:sp modelId="{7EADE9C6-7958-45A7-BA58-16CB209A7FE4}">
      <dsp:nvSpPr>
        <dsp:cNvPr id="0" name=""/>
        <dsp:cNvSpPr/>
      </dsp:nvSpPr>
      <dsp:spPr>
        <a:xfrm>
          <a:off x="0" y="2187741"/>
          <a:ext cx="5699019" cy="263835"/>
        </a:xfrm>
        <a:prstGeom prst="roundRect">
          <a:avLst/>
        </a:prstGeom>
        <a:gradFill rotWithShape="0">
          <a:gsLst>
            <a:gs pos="0">
              <a:schemeClr val="accent1">
                <a:shade val="50000"/>
                <a:hueOff val="17455"/>
                <a:satOff val="24633"/>
                <a:lumOff val="30991"/>
                <a:alphaOff val="0"/>
                <a:tint val="50000"/>
                <a:satMod val="300000"/>
              </a:schemeClr>
            </a:gs>
            <a:gs pos="35000">
              <a:schemeClr val="accent1">
                <a:shade val="50000"/>
                <a:hueOff val="17455"/>
                <a:satOff val="24633"/>
                <a:lumOff val="30991"/>
                <a:alphaOff val="0"/>
                <a:tint val="37000"/>
                <a:satMod val="300000"/>
              </a:schemeClr>
            </a:gs>
            <a:gs pos="100000">
              <a:schemeClr val="accent1">
                <a:shade val="50000"/>
                <a:hueOff val="17455"/>
                <a:satOff val="24633"/>
                <a:lumOff val="30991"/>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GB" sz="1100" kern="1200" noProof="0" dirty="0" smtClean="0"/>
            <a:t>Structured improvements;</a:t>
          </a:r>
          <a:endParaRPr lang="en-GB" sz="1100" kern="1200" noProof="0" dirty="0"/>
        </a:p>
      </dsp:txBody>
      <dsp:txXfrm>
        <a:off x="12879" y="2200620"/>
        <a:ext cx="5673261" cy="238077"/>
      </dsp:txXfrm>
    </dsp:sp>
    <dsp:sp modelId="{EDF91466-E1E4-4F34-9D5F-1182533C5D62}">
      <dsp:nvSpPr>
        <dsp:cNvPr id="0" name=""/>
        <dsp:cNvSpPr/>
      </dsp:nvSpPr>
      <dsp:spPr>
        <a:xfrm>
          <a:off x="0" y="2451576"/>
          <a:ext cx="5699019" cy="18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944" tIns="13970" rIns="78232" bIns="13970" numCol="1" spcCol="1270" anchor="t" anchorCtr="0">
          <a:noAutofit/>
        </a:bodyPr>
        <a:lstStyle/>
        <a:p>
          <a:pPr marL="57150" lvl="1" indent="-57150" algn="l" defTabSz="400050" rtl="0">
            <a:lnSpc>
              <a:spcPct val="90000"/>
            </a:lnSpc>
            <a:spcBef>
              <a:spcPct val="0"/>
            </a:spcBef>
            <a:spcAft>
              <a:spcPct val="20000"/>
            </a:spcAft>
            <a:buChar char="••"/>
          </a:pPr>
          <a:r>
            <a:rPr lang="en-GB" sz="900" kern="1200" noProof="0" smtClean="0">
              <a:ln w="18415" cmpd="sng">
                <a:prstDash val="solid"/>
              </a:ln>
              <a:latin typeface="Verdana" pitchFamily="-123" charset="0"/>
            </a:rPr>
            <a:t>One way of working, Culture change, first time right attitude</a:t>
          </a:r>
          <a:endParaRPr lang="en-GB" sz="900" kern="1200" noProof="0"/>
        </a:p>
      </dsp:txBody>
      <dsp:txXfrm>
        <a:off x="0" y="2451576"/>
        <a:ext cx="5699019" cy="182160"/>
      </dsp:txXfrm>
    </dsp:sp>
    <dsp:sp modelId="{34978DA9-F51D-4DD5-B462-8C652D1D7CC7}">
      <dsp:nvSpPr>
        <dsp:cNvPr id="0" name=""/>
        <dsp:cNvSpPr/>
      </dsp:nvSpPr>
      <dsp:spPr>
        <a:xfrm>
          <a:off x="0" y="2633736"/>
          <a:ext cx="5699019" cy="263835"/>
        </a:xfrm>
        <a:prstGeom prst="roundRect">
          <a:avLst/>
        </a:prstGeom>
        <a:gradFill rotWithShape="0">
          <a:gsLst>
            <a:gs pos="0">
              <a:schemeClr val="accent1">
                <a:shade val="50000"/>
                <a:hueOff val="13964"/>
                <a:satOff val="19706"/>
                <a:lumOff val="24793"/>
                <a:alphaOff val="0"/>
                <a:tint val="50000"/>
                <a:satMod val="300000"/>
              </a:schemeClr>
            </a:gs>
            <a:gs pos="35000">
              <a:schemeClr val="accent1">
                <a:shade val="50000"/>
                <a:hueOff val="13964"/>
                <a:satOff val="19706"/>
                <a:lumOff val="24793"/>
                <a:alphaOff val="0"/>
                <a:tint val="37000"/>
                <a:satMod val="300000"/>
              </a:schemeClr>
            </a:gs>
            <a:gs pos="100000">
              <a:schemeClr val="accent1">
                <a:shade val="50000"/>
                <a:hueOff val="13964"/>
                <a:satOff val="19706"/>
                <a:lumOff val="2479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GB" sz="1100" kern="1200" noProof="0" dirty="0" smtClean="0"/>
            <a:t>Pro-active governance;</a:t>
          </a:r>
          <a:endParaRPr lang="en-GB" sz="1100" kern="1200" noProof="0" dirty="0"/>
        </a:p>
      </dsp:txBody>
      <dsp:txXfrm>
        <a:off x="12879" y="2646615"/>
        <a:ext cx="5673261" cy="238077"/>
      </dsp:txXfrm>
    </dsp:sp>
    <dsp:sp modelId="{D3967A9B-C73E-41C6-A3FA-6B496224063D}">
      <dsp:nvSpPr>
        <dsp:cNvPr id="0" name=""/>
        <dsp:cNvSpPr/>
      </dsp:nvSpPr>
      <dsp:spPr>
        <a:xfrm>
          <a:off x="0" y="2897571"/>
          <a:ext cx="5699019" cy="18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944" tIns="13970" rIns="78232" bIns="13970" numCol="1" spcCol="1270" anchor="t" anchorCtr="0">
          <a:noAutofit/>
        </a:bodyPr>
        <a:lstStyle/>
        <a:p>
          <a:pPr marL="57150" lvl="1" indent="-57150" algn="l" defTabSz="400050" rtl="0">
            <a:lnSpc>
              <a:spcPct val="90000"/>
            </a:lnSpc>
            <a:spcBef>
              <a:spcPct val="0"/>
            </a:spcBef>
            <a:spcAft>
              <a:spcPct val="20000"/>
            </a:spcAft>
            <a:buChar char="••"/>
          </a:pPr>
          <a:r>
            <a:rPr lang="en-GB" sz="900" kern="1200" noProof="0" smtClean="0"/>
            <a:t>Making informed decisions</a:t>
          </a:r>
          <a:endParaRPr lang="en-GB" sz="900" kern="1200" noProof="0"/>
        </a:p>
      </dsp:txBody>
      <dsp:txXfrm>
        <a:off x="0" y="2897571"/>
        <a:ext cx="5699019" cy="182160"/>
      </dsp:txXfrm>
    </dsp:sp>
    <dsp:sp modelId="{9FD8CB45-97D9-4CA3-9851-19AB90997476}">
      <dsp:nvSpPr>
        <dsp:cNvPr id="0" name=""/>
        <dsp:cNvSpPr/>
      </dsp:nvSpPr>
      <dsp:spPr>
        <a:xfrm>
          <a:off x="0" y="3079731"/>
          <a:ext cx="5699019" cy="263835"/>
        </a:xfrm>
        <a:prstGeom prst="roundRect">
          <a:avLst/>
        </a:prstGeom>
        <a:gradFill rotWithShape="0">
          <a:gsLst>
            <a:gs pos="0">
              <a:schemeClr val="accent1">
                <a:shade val="50000"/>
                <a:hueOff val="10473"/>
                <a:satOff val="14780"/>
                <a:lumOff val="18595"/>
                <a:alphaOff val="0"/>
                <a:tint val="50000"/>
                <a:satMod val="300000"/>
              </a:schemeClr>
            </a:gs>
            <a:gs pos="35000">
              <a:schemeClr val="accent1">
                <a:shade val="50000"/>
                <a:hueOff val="10473"/>
                <a:satOff val="14780"/>
                <a:lumOff val="18595"/>
                <a:alphaOff val="0"/>
                <a:tint val="37000"/>
                <a:satMod val="300000"/>
              </a:schemeClr>
            </a:gs>
            <a:gs pos="100000">
              <a:schemeClr val="accent1">
                <a:shade val="50000"/>
                <a:hueOff val="10473"/>
                <a:satOff val="14780"/>
                <a:lumOff val="1859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GB" sz="1100" kern="1200" noProof="0" dirty="0" smtClean="0"/>
            <a:t>Automated contract alerts;</a:t>
          </a:r>
          <a:endParaRPr lang="en-GB" sz="1100" kern="1200" noProof="0" dirty="0"/>
        </a:p>
      </dsp:txBody>
      <dsp:txXfrm>
        <a:off x="12879" y="3092610"/>
        <a:ext cx="5673261" cy="238077"/>
      </dsp:txXfrm>
    </dsp:sp>
    <dsp:sp modelId="{63408014-4AE2-412E-8A70-D983D93E849F}">
      <dsp:nvSpPr>
        <dsp:cNvPr id="0" name=""/>
        <dsp:cNvSpPr/>
      </dsp:nvSpPr>
      <dsp:spPr>
        <a:xfrm>
          <a:off x="0" y="3343566"/>
          <a:ext cx="5699019" cy="18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944" tIns="13970" rIns="78232" bIns="13970" numCol="1" spcCol="1270" anchor="t" anchorCtr="0">
          <a:noAutofit/>
        </a:bodyPr>
        <a:lstStyle/>
        <a:p>
          <a:pPr marL="57150" lvl="1" indent="-57150" algn="l" defTabSz="400050" rtl="0">
            <a:lnSpc>
              <a:spcPct val="90000"/>
            </a:lnSpc>
            <a:spcBef>
              <a:spcPct val="0"/>
            </a:spcBef>
            <a:spcAft>
              <a:spcPct val="20000"/>
            </a:spcAft>
            <a:buChar char="••"/>
          </a:pPr>
          <a:r>
            <a:rPr lang="en-GB" sz="900" kern="1200" noProof="0" smtClean="0"/>
            <a:t>Reliable revenue predictions;</a:t>
          </a:r>
          <a:endParaRPr lang="en-GB" sz="900" kern="1200" noProof="0"/>
        </a:p>
      </dsp:txBody>
      <dsp:txXfrm>
        <a:off x="0" y="3343566"/>
        <a:ext cx="5699019" cy="182160"/>
      </dsp:txXfrm>
    </dsp:sp>
    <dsp:sp modelId="{DD41DCA4-A6EF-4E13-BEA4-E99AFD626581}">
      <dsp:nvSpPr>
        <dsp:cNvPr id="0" name=""/>
        <dsp:cNvSpPr/>
      </dsp:nvSpPr>
      <dsp:spPr>
        <a:xfrm>
          <a:off x="0" y="3525726"/>
          <a:ext cx="5699019" cy="263835"/>
        </a:xfrm>
        <a:prstGeom prst="roundRect">
          <a:avLst/>
        </a:prstGeom>
        <a:gradFill rotWithShape="0">
          <a:gsLst>
            <a:gs pos="0">
              <a:schemeClr val="accent1">
                <a:shade val="50000"/>
                <a:hueOff val="6982"/>
                <a:satOff val="9853"/>
                <a:lumOff val="12396"/>
                <a:alphaOff val="0"/>
                <a:tint val="50000"/>
                <a:satMod val="300000"/>
              </a:schemeClr>
            </a:gs>
            <a:gs pos="35000">
              <a:schemeClr val="accent1">
                <a:shade val="50000"/>
                <a:hueOff val="6982"/>
                <a:satOff val="9853"/>
                <a:lumOff val="12396"/>
                <a:alphaOff val="0"/>
                <a:tint val="37000"/>
                <a:satMod val="300000"/>
              </a:schemeClr>
            </a:gs>
            <a:gs pos="100000">
              <a:schemeClr val="accent1">
                <a:shade val="50000"/>
                <a:hueOff val="6982"/>
                <a:satOff val="9853"/>
                <a:lumOff val="1239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GB" sz="1100" kern="1200" noProof="0" dirty="0" smtClean="0"/>
            <a:t>Key performance indicator monitoring;</a:t>
          </a:r>
          <a:endParaRPr lang="en-GB" sz="1100" kern="1200" noProof="0" dirty="0"/>
        </a:p>
      </dsp:txBody>
      <dsp:txXfrm>
        <a:off x="12879" y="3538605"/>
        <a:ext cx="5673261" cy="238077"/>
      </dsp:txXfrm>
    </dsp:sp>
    <dsp:sp modelId="{88DB2579-A8A1-43EB-AB9C-868D5704223B}">
      <dsp:nvSpPr>
        <dsp:cNvPr id="0" name=""/>
        <dsp:cNvSpPr/>
      </dsp:nvSpPr>
      <dsp:spPr>
        <a:xfrm>
          <a:off x="0" y="3789561"/>
          <a:ext cx="5699019" cy="18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944" tIns="13970" rIns="78232" bIns="13970" numCol="1" spcCol="1270" anchor="t" anchorCtr="0">
          <a:noAutofit/>
        </a:bodyPr>
        <a:lstStyle/>
        <a:p>
          <a:pPr marL="57150" lvl="1" indent="-57150" algn="l" defTabSz="400050" rtl="0">
            <a:lnSpc>
              <a:spcPct val="90000"/>
            </a:lnSpc>
            <a:spcBef>
              <a:spcPct val="0"/>
            </a:spcBef>
            <a:spcAft>
              <a:spcPct val="20000"/>
            </a:spcAft>
            <a:buChar char="••"/>
          </a:pPr>
          <a:r>
            <a:rPr lang="en-GB" sz="900" kern="1200" noProof="0" smtClean="0">
              <a:ln w="18415" cmpd="sng">
                <a:prstDash val="solid"/>
              </a:ln>
              <a:latin typeface="Verdana" pitchFamily="-123" charset="0"/>
            </a:rPr>
            <a:t>One corporate “language”;</a:t>
          </a:r>
          <a:endParaRPr lang="en-GB" sz="900" kern="1200" noProof="0"/>
        </a:p>
      </dsp:txBody>
      <dsp:txXfrm>
        <a:off x="0" y="3789561"/>
        <a:ext cx="5699019" cy="182160"/>
      </dsp:txXfrm>
    </dsp:sp>
    <dsp:sp modelId="{183BAC4B-4358-4A0B-91E7-15773A9E7332}">
      <dsp:nvSpPr>
        <dsp:cNvPr id="0" name=""/>
        <dsp:cNvSpPr/>
      </dsp:nvSpPr>
      <dsp:spPr>
        <a:xfrm>
          <a:off x="0" y="3971721"/>
          <a:ext cx="5699019" cy="263835"/>
        </a:xfrm>
        <a:prstGeom prst="roundRect">
          <a:avLst/>
        </a:prstGeom>
        <a:gradFill rotWithShape="0">
          <a:gsLst>
            <a:gs pos="0">
              <a:schemeClr val="accent1">
                <a:shade val="50000"/>
                <a:hueOff val="3491"/>
                <a:satOff val="4927"/>
                <a:lumOff val="6198"/>
                <a:alphaOff val="0"/>
                <a:tint val="50000"/>
                <a:satMod val="300000"/>
              </a:schemeClr>
            </a:gs>
            <a:gs pos="35000">
              <a:schemeClr val="accent1">
                <a:shade val="50000"/>
                <a:hueOff val="3491"/>
                <a:satOff val="4927"/>
                <a:lumOff val="6198"/>
                <a:alphaOff val="0"/>
                <a:tint val="37000"/>
                <a:satMod val="300000"/>
              </a:schemeClr>
            </a:gs>
            <a:gs pos="100000">
              <a:schemeClr val="accent1">
                <a:shade val="50000"/>
                <a:hueOff val="3491"/>
                <a:satOff val="4927"/>
                <a:lumOff val="619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GB" sz="1100" kern="1200" noProof="0" dirty="0" smtClean="0"/>
            <a:t>Real time relationship monitoring.</a:t>
          </a:r>
          <a:endParaRPr lang="en-GB" sz="1100" kern="1200" noProof="0" dirty="0"/>
        </a:p>
      </dsp:txBody>
      <dsp:txXfrm>
        <a:off x="12879" y="3984600"/>
        <a:ext cx="5673261" cy="238077"/>
      </dsp:txXfrm>
    </dsp:sp>
    <dsp:sp modelId="{E050F450-1864-44ED-AB2A-827D253B1BEF}">
      <dsp:nvSpPr>
        <dsp:cNvPr id="0" name=""/>
        <dsp:cNvSpPr/>
      </dsp:nvSpPr>
      <dsp:spPr>
        <a:xfrm>
          <a:off x="0" y="4235556"/>
          <a:ext cx="5699019" cy="18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944" tIns="13970" rIns="78232" bIns="13970" numCol="1" spcCol="1270" anchor="t" anchorCtr="0">
          <a:noAutofit/>
        </a:bodyPr>
        <a:lstStyle/>
        <a:p>
          <a:pPr marL="57150" lvl="1" indent="-57150" algn="l" defTabSz="400050" rtl="0">
            <a:lnSpc>
              <a:spcPct val="90000"/>
            </a:lnSpc>
            <a:spcBef>
              <a:spcPct val="0"/>
            </a:spcBef>
            <a:spcAft>
              <a:spcPct val="20000"/>
            </a:spcAft>
            <a:buChar char="••"/>
          </a:pPr>
          <a:r>
            <a:rPr lang="en-GB" sz="900" kern="1200" noProof="0" dirty="0" smtClean="0"/>
            <a:t>De-risked backlog</a:t>
          </a:r>
          <a:endParaRPr lang="en-GB" sz="900" kern="1200" noProof="0" dirty="0"/>
        </a:p>
      </dsp:txBody>
      <dsp:txXfrm>
        <a:off x="0" y="4235556"/>
        <a:ext cx="5699019" cy="1821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CE20F-3A59-4013-96B7-649C4B849856}">
      <dsp:nvSpPr>
        <dsp:cNvPr id="0" name=""/>
        <dsp:cNvSpPr/>
      </dsp:nvSpPr>
      <dsp:spPr>
        <a:xfrm>
          <a:off x="7100917" y="2111213"/>
          <a:ext cx="215599" cy="2702180"/>
        </a:xfrm>
        <a:custGeom>
          <a:avLst/>
          <a:gdLst/>
          <a:ahLst/>
          <a:cxnLst/>
          <a:rect l="0" t="0" r="0" b="0"/>
          <a:pathLst>
            <a:path>
              <a:moveTo>
                <a:pt x="0" y="0"/>
              </a:moveTo>
              <a:lnTo>
                <a:pt x="0" y="2702180"/>
              </a:lnTo>
              <a:lnTo>
                <a:pt x="215599" y="27021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5CDB0F-F1CB-433E-B9C4-65624DF29105}">
      <dsp:nvSpPr>
        <dsp:cNvPr id="0" name=""/>
        <dsp:cNvSpPr/>
      </dsp:nvSpPr>
      <dsp:spPr>
        <a:xfrm>
          <a:off x="7100917" y="2111213"/>
          <a:ext cx="215599" cy="1681676"/>
        </a:xfrm>
        <a:custGeom>
          <a:avLst/>
          <a:gdLst/>
          <a:ahLst/>
          <a:cxnLst/>
          <a:rect l="0" t="0" r="0" b="0"/>
          <a:pathLst>
            <a:path>
              <a:moveTo>
                <a:pt x="0" y="0"/>
              </a:moveTo>
              <a:lnTo>
                <a:pt x="0" y="1681676"/>
              </a:lnTo>
              <a:lnTo>
                <a:pt x="215599" y="16816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ECE1B2-A2B2-4030-858F-603DCB3641A2}">
      <dsp:nvSpPr>
        <dsp:cNvPr id="0" name=""/>
        <dsp:cNvSpPr/>
      </dsp:nvSpPr>
      <dsp:spPr>
        <a:xfrm>
          <a:off x="7100917" y="2111213"/>
          <a:ext cx="215599" cy="661171"/>
        </a:xfrm>
        <a:custGeom>
          <a:avLst/>
          <a:gdLst/>
          <a:ahLst/>
          <a:cxnLst/>
          <a:rect l="0" t="0" r="0" b="0"/>
          <a:pathLst>
            <a:path>
              <a:moveTo>
                <a:pt x="0" y="0"/>
              </a:moveTo>
              <a:lnTo>
                <a:pt x="0" y="661171"/>
              </a:lnTo>
              <a:lnTo>
                <a:pt x="215599" y="66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3372A6-8A2A-435A-822A-82A34FF0FD9B}">
      <dsp:nvSpPr>
        <dsp:cNvPr id="0" name=""/>
        <dsp:cNvSpPr/>
      </dsp:nvSpPr>
      <dsp:spPr>
        <a:xfrm>
          <a:off x="4197511" y="1090708"/>
          <a:ext cx="3478338" cy="301839"/>
        </a:xfrm>
        <a:custGeom>
          <a:avLst/>
          <a:gdLst/>
          <a:ahLst/>
          <a:cxnLst/>
          <a:rect l="0" t="0" r="0" b="0"/>
          <a:pathLst>
            <a:path>
              <a:moveTo>
                <a:pt x="0" y="0"/>
              </a:moveTo>
              <a:lnTo>
                <a:pt x="0" y="150919"/>
              </a:lnTo>
              <a:lnTo>
                <a:pt x="3478338" y="150919"/>
              </a:lnTo>
              <a:lnTo>
                <a:pt x="3478338" y="30183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57F1DD-61D4-4FE3-931A-24565B67B48C}">
      <dsp:nvSpPr>
        <dsp:cNvPr id="0" name=""/>
        <dsp:cNvSpPr/>
      </dsp:nvSpPr>
      <dsp:spPr>
        <a:xfrm>
          <a:off x="5361748" y="2111213"/>
          <a:ext cx="215599" cy="1681676"/>
        </a:xfrm>
        <a:custGeom>
          <a:avLst/>
          <a:gdLst/>
          <a:ahLst/>
          <a:cxnLst/>
          <a:rect l="0" t="0" r="0" b="0"/>
          <a:pathLst>
            <a:path>
              <a:moveTo>
                <a:pt x="0" y="0"/>
              </a:moveTo>
              <a:lnTo>
                <a:pt x="0" y="1681676"/>
              </a:lnTo>
              <a:lnTo>
                <a:pt x="215599" y="16816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73466B-AB5B-46C4-80F0-C8BD02FD8BFC}">
      <dsp:nvSpPr>
        <dsp:cNvPr id="0" name=""/>
        <dsp:cNvSpPr/>
      </dsp:nvSpPr>
      <dsp:spPr>
        <a:xfrm>
          <a:off x="5361748" y="2111213"/>
          <a:ext cx="215599" cy="661171"/>
        </a:xfrm>
        <a:custGeom>
          <a:avLst/>
          <a:gdLst/>
          <a:ahLst/>
          <a:cxnLst/>
          <a:rect l="0" t="0" r="0" b="0"/>
          <a:pathLst>
            <a:path>
              <a:moveTo>
                <a:pt x="0" y="0"/>
              </a:moveTo>
              <a:lnTo>
                <a:pt x="0" y="661171"/>
              </a:lnTo>
              <a:lnTo>
                <a:pt x="215599" y="66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32ED0D-6A92-4247-BCE3-DCBC67C4780F}">
      <dsp:nvSpPr>
        <dsp:cNvPr id="0" name=""/>
        <dsp:cNvSpPr/>
      </dsp:nvSpPr>
      <dsp:spPr>
        <a:xfrm>
          <a:off x="4197511" y="1090708"/>
          <a:ext cx="1739169" cy="301839"/>
        </a:xfrm>
        <a:custGeom>
          <a:avLst/>
          <a:gdLst/>
          <a:ahLst/>
          <a:cxnLst/>
          <a:rect l="0" t="0" r="0" b="0"/>
          <a:pathLst>
            <a:path>
              <a:moveTo>
                <a:pt x="0" y="0"/>
              </a:moveTo>
              <a:lnTo>
                <a:pt x="0" y="150919"/>
              </a:lnTo>
              <a:lnTo>
                <a:pt x="1739169" y="150919"/>
              </a:lnTo>
              <a:lnTo>
                <a:pt x="1739169" y="30183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3CCBCF-C670-4BFE-BE89-B654A76158F8}">
      <dsp:nvSpPr>
        <dsp:cNvPr id="0" name=""/>
        <dsp:cNvSpPr/>
      </dsp:nvSpPr>
      <dsp:spPr>
        <a:xfrm>
          <a:off x="3622579" y="2111213"/>
          <a:ext cx="215599" cy="661171"/>
        </a:xfrm>
        <a:custGeom>
          <a:avLst/>
          <a:gdLst/>
          <a:ahLst/>
          <a:cxnLst/>
          <a:rect l="0" t="0" r="0" b="0"/>
          <a:pathLst>
            <a:path>
              <a:moveTo>
                <a:pt x="0" y="0"/>
              </a:moveTo>
              <a:lnTo>
                <a:pt x="0" y="661171"/>
              </a:lnTo>
              <a:lnTo>
                <a:pt x="215599" y="66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C69BE0-013B-4A88-A7A0-A1A7CC3DB314}">
      <dsp:nvSpPr>
        <dsp:cNvPr id="0" name=""/>
        <dsp:cNvSpPr/>
      </dsp:nvSpPr>
      <dsp:spPr>
        <a:xfrm>
          <a:off x="4151791" y="1090708"/>
          <a:ext cx="91440" cy="301839"/>
        </a:xfrm>
        <a:custGeom>
          <a:avLst/>
          <a:gdLst/>
          <a:ahLst/>
          <a:cxnLst/>
          <a:rect l="0" t="0" r="0" b="0"/>
          <a:pathLst>
            <a:path>
              <a:moveTo>
                <a:pt x="45720" y="0"/>
              </a:moveTo>
              <a:lnTo>
                <a:pt x="45720" y="30183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0F8813-B2E0-44F7-9E3A-29B4EF2A810D}">
      <dsp:nvSpPr>
        <dsp:cNvPr id="0" name=""/>
        <dsp:cNvSpPr/>
      </dsp:nvSpPr>
      <dsp:spPr>
        <a:xfrm>
          <a:off x="1883409" y="2111213"/>
          <a:ext cx="215599" cy="1681676"/>
        </a:xfrm>
        <a:custGeom>
          <a:avLst/>
          <a:gdLst/>
          <a:ahLst/>
          <a:cxnLst/>
          <a:rect l="0" t="0" r="0" b="0"/>
          <a:pathLst>
            <a:path>
              <a:moveTo>
                <a:pt x="0" y="0"/>
              </a:moveTo>
              <a:lnTo>
                <a:pt x="0" y="1681676"/>
              </a:lnTo>
              <a:lnTo>
                <a:pt x="215599" y="16816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134374-E760-45F6-9135-736BF31179B9}">
      <dsp:nvSpPr>
        <dsp:cNvPr id="0" name=""/>
        <dsp:cNvSpPr/>
      </dsp:nvSpPr>
      <dsp:spPr>
        <a:xfrm>
          <a:off x="1883409" y="2111213"/>
          <a:ext cx="215599" cy="661171"/>
        </a:xfrm>
        <a:custGeom>
          <a:avLst/>
          <a:gdLst/>
          <a:ahLst/>
          <a:cxnLst/>
          <a:rect l="0" t="0" r="0" b="0"/>
          <a:pathLst>
            <a:path>
              <a:moveTo>
                <a:pt x="0" y="0"/>
              </a:moveTo>
              <a:lnTo>
                <a:pt x="0" y="661171"/>
              </a:lnTo>
              <a:lnTo>
                <a:pt x="215599" y="66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B35DC4-89F4-4BE9-8C2B-78ACFFA7E108}">
      <dsp:nvSpPr>
        <dsp:cNvPr id="0" name=""/>
        <dsp:cNvSpPr/>
      </dsp:nvSpPr>
      <dsp:spPr>
        <a:xfrm>
          <a:off x="2458341" y="1090708"/>
          <a:ext cx="1739169" cy="301839"/>
        </a:xfrm>
        <a:custGeom>
          <a:avLst/>
          <a:gdLst/>
          <a:ahLst/>
          <a:cxnLst/>
          <a:rect l="0" t="0" r="0" b="0"/>
          <a:pathLst>
            <a:path>
              <a:moveTo>
                <a:pt x="1739169" y="0"/>
              </a:moveTo>
              <a:lnTo>
                <a:pt x="1739169" y="150919"/>
              </a:lnTo>
              <a:lnTo>
                <a:pt x="0" y="150919"/>
              </a:lnTo>
              <a:lnTo>
                <a:pt x="0" y="30183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09ABB3-61E9-4AFD-96D9-AF1F5E5B3739}">
      <dsp:nvSpPr>
        <dsp:cNvPr id="0" name=""/>
        <dsp:cNvSpPr/>
      </dsp:nvSpPr>
      <dsp:spPr>
        <a:xfrm>
          <a:off x="144240" y="2111213"/>
          <a:ext cx="215599" cy="1681676"/>
        </a:xfrm>
        <a:custGeom>
          <a:avLst/>
          <a:gdLst/>
          <a:ahLst/>
          <a:cxnLst/>
          <a:rect l="0" t="0" r="0" b="0"/>
          <a:pathLst>
            <a:path>
              <a:moveTo>
                <a:pt x="0" y="0"/>
              </a:moveTo>
              <a:lnTo>
                <a:pt x="0" y="1681676"/>
              </a:lnTo>
              <a:lnTo>
                <a:pt x="215599" y="168167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6D2AD06-BCED-429B-860E-0B3B9B15BF21}">
      <dsp:nvSpPr>
        <dsp:cNvPr id="0" name=""/>
        <dsp:cNvSpPr/>
      </dsp:nvSpPr>
      <dsp:spPr>
        <a:xfrm>
          <a:off x="144240" y="2111213"/>
          <a:ext cx="215599" cy="661171"/>
        </a:xfrm>
        <a:custGeom>
          <a:avLst/>
          <a:gdLst/>
          <a:ahLst/>
          <a:cxnLst/>
          <a:rect l="0" t="0" r="0" b="0"/>
          <a:pathLst>
            <a:path>
              <a:moveTo>
                <a:pt x="0" y="0"/>
              </a:moveTo>
              <a:lnTo>
                <a:pt x="0" y="661171"/>
              </a:lnTo>
              <a:lnTo>
                <a:pt x="215599" y="66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536DD9-812F-4494-BA61-0F18DC13FDFC}">
      <dsp:nvSpPr>
        <dsp:cNvPr id="0" name=""/>
        <dsp:cNvSpPr/>
      </dsp:nvSpPr>
      <dsp:spPr>
        <a:xfrm>
          <a:off x="719172" y="1090708"/>
          <a:ext cx="3478338" cy="301839"/>
        </a:xfrm>
        <a:custGeom>
          <a:avLst/>
          <a:gdLst/>
          <a:ahLst/>
          <a:cxnLst/>
          <a:rect l="0" t="0" r="0" b="0"/>
          <a:pathLst>
            <a:path>
              <a:moveTo>
                <a:pt x="3478338" y="0"/>
              </a:moveTo>
              <a:lnTo>
                <a:pt x="3478338" y="150919"/>
              </a:lnTo>
              <a:lnTo>
                <a:pt x="0" y="150919"/>
              </a:lnTo>
              <a:lnTo>
                <a:pt x="0" y="30183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D8D582-AC66-44E7-92D0-6E080C44748F}">
      <dsp:nvSpPr>
        <dsp:cNvPr id="0" name=""/>
        <dsp:cNvSpPr/>
      </dsp:nvSpPr>
      <dsp:spPr>
        <a:xfrm>
          <a:off x="3478846" y="372043"/>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Evaluetor Dashboard</a:t>
          </a:r>
          <a:endParaRPr lang="en-GB" sz="1000" kern="1200" dirty="0"/>
        </a:p>
      </dsp:txBody>
      <dsp:txXfrm>
        <a:off x="3478846" y="372043"/>
        <a:ext cx="1437330" cy="718665"/>
      </dsp:txXfrm>
    </dsp:sp>
    <dsp:sp modelId="{FDE5FFCA-620B-468F-BAC8-5D91B198810B}">
      <dsp:nvSpPr>
        <dsp:cNvPr id="0" name=""/>
        <dsp:cNvSpPr/>
      </dsp:nvSpPr>
      <dsp:spPr>
        <a:xfrm>
          <a:off x="3550712" y="443910"/>
          <a:ext cx="431199" cy="574932"/>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114000" r="-114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79633CAF-E1D8-48CA-98E4-5CEF54A059B3}">
      <dsp:nvSpPr>
        <dsp:cNvPr id="0" name=""/>
        <dsp:cNvSpPr/>
      </dsp:nvSpPr>
      <dsp:spPr>
        <a:xfrm>
          <a:off x="507" y="1392548"/>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Account Team Score</a:t>
          </a:r>
          <a:endParaRPr lang="en-GB" sz="1000" kern="1200" dirty="0"/>
        </a:p>
      </dsp:txBody>
      <dsp:txXfrm>
        <a:off x="507" y="1392548"/>
        <a:ext cx="1437330" cy="718665"/>
      </dsp:txXfrm>
    </dsp:sp>
    <dsp:sp modelId="{D18EF1D2-4AE2-4F8B-BBD4-097846C07CB7}">
      <dsp:nvSpPr>
        <dsp:cNvPr id="0" name=""/>
        <dsp:cNvSpPr/>
      </dsp:nvSpPr>
      <dsp:spPr>
        <a:xfrm>
          <a:off x="72374" y="1464414"/>
          <a:ext cx="431199" cy="574932"/>
        </a:xfrm>
        <a:prstGeom prst="rect">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FE9C342D-1E9D-4172-8806-6F46558D3279}">
      <dsp:nvSpPr>
        <dsp:cNvPr id="0" name=""/>
        <dsp:cNvSpPr/>
      </dsp:nvSpPr>
      <dsp:spPr>
        <a:xfrm>
          <a:off x="359840" y="2413052"/>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Account Staff</a:t>
          </a:r>
          <a:endParaRPr lang="en-GB" sz="1000" kern="1200" dirty="0"/>
        </a:p>
      </dsp:txBody>
      <dsp:txXfrm>
        <a:off x="359840" y="2413052"/>
        <a:ext cx="1437330" cy="718665"/>
      </dsp:txXfrm>
    </dsp:sp>
    <dsp:sp modelId="{4869D179-8E8C-4A12-9787-F5EDE544AAE9}">
      <dsp:nvSpPr>
        <dsp:cNvPr id="0" name=""/>
        <dsp:cNvSpPr/>
      </dsp:nvSpPr>
      <dsp:spPr>
        <a:xfrm>
          <a:off x="431706" y="2484918"/>
          <a:ext cx="431199" cy="574932"/>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74000" r="-74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BFEB23B8-A3B2-44FC-85F1-B3C44275D572}">
      <dsp:nvSpPr>
        <dsp:cNvPr id="0" name=""/>
        <dsp:cNvSpPr/>
      </dsp:nvSpPr>
      <dsp:spPr>
        <a:xfrm>
          <a:off x="359840" y="3433556"/>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Delivery Staff</a:t>
          </a:r>
          <a:endParaRPr lang="en-GB" sz="1000" kern="1200" dirty="0"/>
        </a:p>
      </dsp:txBody>
      <dsp:txXfrm>
        <a:off x="359840" y="3433556"/>
        <a:ext cx="1437330" cy="718665"/>
      </dsp:txXfrm>
    </dsp:sp>
    <dsp:sp modelId="{FFBC5B46-CFEA-4835-8BEA-BE8A9292BEBA}">
      <dsp:nvSpPr>
        <dsp:cNvPr id="0" name=""/>
        <dsp:cNvSpPr/>
      </dsp:nvSpPr>
      <dsp:spPr>
        <a:xfrm>
          <a:off x="431706" y="3505423"/>
          <a:ext cx="431199" cy="574932"/>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5000" b="-5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080C48B7-F404-4C55-BD0E-2E2AC94FB131}">
      <dsp:nvSpPr>
        <dsp:cNvPr id="0" name=""/>
        <dsp:cNvSpPr/>
      </dsp:nvSpPr>
      <dsp:spPr>
        <a:xfrm>
          <a:off x="1739676" y="1392548"/>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smtClean="0"/>
            <a:t>Client Score</a:t>
          </a:r>
          <a:endParaRPr lang="en-GB" sz="1000" kern="1200" dirty="0"/>
        </a:p>
      </dsp:txBody>
      <dsp:txXfrm>
        <a:off x="1739676" y="1392548"/>
        <a:ext cx="1437330" cy="718665"/>
      </dsp:txXfrm>
    </dsp:sp>
    <dsp:sp modelId="{C69FF9AA-3221-4A9D-A83A-775D6D34C489}">
      <dsp:nvSpPr>
        <dsp:cNvPr id="0" name=""/>
        <dsp:cNvSpPr/>
      </dsp:nvSpPr>
      <dsp:spPr>
        <a:xfrm>
          <a:off x="1811543" y="1464414"/>
          <a:ext cx="431199" cy="574932"/>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50000" r="-50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D8417626-AB5C-4336-97C9-14D3EF3E469F}">
      <dsp:nvSpPr>
        <dsp:cNvPr id="0" name=""/>
        <dsp:cNvSpPr/>
      </dsp:nvSpPr>
      <dsp:spPr>
        <a:xfrm>
          <a:off x="2099009" y="2413052"/>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Client Interview</a:t>
          </a:r>
          <a:endParaRPr lang="en-GB" sz="1000" kern="1200" dirty="0"/>
        </a:p>
      </dsp:txBody>
      <dsp:txXfrm>
        <a:off x="2099009" y="2413052"/>
        <a:ext cx="1437330" cy="718665"/>
      </dsp:txXfrm>
    </dsp:sp>
    <dsp:sp modelId="{2EB6FDEE-CB79-4502-BB50-D5698F7B61A8}">
      <dsp:nvSpPr>
        <dsp:cNvPr id="0" name=""/>
        <dsp:cNvSpPr/>
      </dsp:nvSpPr>
      <dsp:spPr>
        <a:xfrm>
          <a:off x="2170875" y="2484918"/>
          <a:ext cx="431199" cy="574932"/>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50000" r="-50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3FBB327A-B333-4067-B726-C47CE9AB7119}">
      <dsp:nvSpPr>
        <dsp:cNvPr id="0" name=""/>
        <dsp:cNvSpPr/>
      </dsp:nvSpPr>
      <dsp:spPr>
        <a:xfrm>
          <a:off x="2099009" y="3433556"/>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Web based Survey</a:t>
          </a:r>
          <a:endParaRPr lang="en-GB" sz="1000" kern="1200" dirty="0"/>
        </a:p>
      </dsp:txBody>
      <dsp:txXfrm>
        <a:off x="2099009" y="3433556"/>
        <a:ext cx="1437330" cy="718665"/>
      </dsp:txXfrm>
    </dsp:sp>
    <dsp:sp modelId="{57090217-907B-4560-BAF9-7C104616AC7B}">
      <dsp:nvSpPr>
        <dsp:cNvPr id="0" name=""/>
        <dsp:cNvSpPr/>
      </dsp:nvSpPr>
      <dsp:spPr>
        <a:xfrm>
          <a:off x="2170875" y="3505423"/>
          <a:ext cx="431199" cy="574932"/>
        </a:xfrm>
        <a:prstGeom prst="rect">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l="-31000" r="-31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7F2ABC71-4503-48F1-8796-B7DE82D307C2}">
      <dsp:nvSpPr>
        <dsp:cNvPr id="0" name=""/>
        <dsp:cNvSpPr/>
      </dsp:nvSpPr>
      <dsp:spPr>
        <a:xfrm>
          <a:off x="3478846" y="1392548"/>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Improvement</a:t>
          </a:r>
        </a:p>
        <a:p>
          <a:pPr lvl="0" algn="ctr" defTabSz="444500">
            <a:lnSpc>
              <a:spcPct val="90000"/>
            </a:lnSpc>
            <a:spcBef>
              <a:spcPct val="0"/>
            </a:spcBef>
            <a:spcAft>
              <a:spcPct val="35000"/>
            </a:spcAft>
          </a:pPr>
          <a:r>
            <a:rPr lang="en-GB" sz="1000" kern="1200" dirty="0" smtClean="0"/>
            <a:t>Plan Status</a:t>
          </a:r>
          <a:endParaRPr lang="en-GB" sz="1000" kern="1200" dirty="0"/>
        </a:p>
      </dsp:txBody>
      <dsp:txXfrm>
        <a:off x="3478846" y="1392548"/>
        <a:ext cx="1437330" cy="718665"/>
      </dsp:txXfrm>
    </dsp:sp>
    <dsp:sp modelId="{27A1DA85-023F-4376-A832-FFF2E0C1AEDE}">
      <dsp:nvSpPr>
        <dsp:cNvPr id="0" name=""/>
        <dsp:cNvSpPr/>
      </dsp:nvSpPr>
      <dsp:spPr>
        <a:xfrm>
          <a:off x="3550712" y="1464414"/>
          <a:ext cx="431199" cy="574932"/>
        </a:xfrm>
        <a:prstGeom prst="rect">
          <a:avLst/>
        </a:prstGeom>
        <a:blipFill>
          <a:blip xmlns:r="http://schemas.openxmlformats.org/officeDocument/2006/relationships" r:embed="rId7">
            <a:extLst>
              <a:ext uri="{28A0092B-C50C-407E-A947-70E740481C1C}">
                <a14:useLocalDpi xmlns:a14="http://schemas.microsoft.com/office/drawing/2010/main" val="0"/>
              </a:ext>
            </a:extLst>
          </a:blip>
          <a:srcRect/>
          <a:stretch>
            <a:fillRect l="-51000" r="-51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6651222B-8551-4290-96E5-2E8263859D29}">
      <dsp:nvSpPr>
        <dsp:cNvPr id="0" name=""/>
        <dsp:cNvSpPr/>
      </dsp:nvSpPr>
      <dsp:spPr>
        <a:xfrm>
          <a:off x="3838178" y="2413052"/>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Go to Green status collection</a:t>
          </a:r>
        </a:p>
      </dsp:txBody>
      <dsp:txXfrm>
        <a:off x="3838178" y="2413052"/>
        <a:ext cx="1437330" cy="718665"/>
      </dsp:txXfrm>
    </dsp:sp>
    <dsp:sp modelId="{D8F7006D-06CC-4AE8-A5E3-973FAF488BA3}">
      <dsp:nvSpPr>
        <dsp:cNvPr id="0" name=""/>
        <dsp:cNvSpPr/>
      </dsp:nvSpPr>
      <dsp:spPr>
        <a:xfrm>
          <a:off x="3910045" y="2484918"/>
          <a:ext cx="431199" cy="574932"/>
        </a:xfrm>
        <a:prstGeom prst="rect">
          <a:avLst/>
        </a:prstGeom>
        <a:blipFill>
          <a:blip xmlns:r="http://schemas.openxmlformats.org/officeDocument/2006/relationships" r:embed="rId8">
            <a:extLst>
              <a:ext uri="{28A0092B-C50C-407E-A947-70E740481C1C}">
                <a14:useLocalDpi xmlns:a14="http://schemas.microsoft.com/office/drawing/2010/main" val="0"/>
              </a:ext>
            </a:extLst>
          </a:blip>
          <a:srcRect/>
          <a:stretch>
            <a:fillRect l="-7000" r="-7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BE1184DB-1C74-4FEC-BE98-B9C1DAEFC3D8}">
      <dsp:nvSpPr>
        <dsp:cNvPr id="0" name=""/>
        <dsp:cNvSpPr/>
      </dsp:nvSpPr>
      <dsp:spPr>
        <a:xfrm>
          <a:off x="5218015" y="1392548"/>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Delivery Performance</a:t>
          </a:r>
          <a:endParaRPr lang="en-GB" sz="1000" kern="1200" dirty="0"/>
        </a:p>
      </dsp:txBody>
      <dsp:txXfrm>
        <a:off x="5218015" y="1392548"/>
        <a:ext cx="1437330" cy="718665"/>
      </dsp:txXfrm>
    </dsp:sp>
    <dsp:sp modelId="{44674C41-FE3D-4499-9295-C3744F7F7EDF}">
      <dsp:nvSpPr>
        <dsp:cNvPr id="0" name=""/>
        <dsp:cNvSpPr/>
      </dsp:nvSpPr>
      <dsp:spPr>
        <a:xfrm>
          <a:off x="5289882" y="1464414"/>
          <a:ext cx="431199" cy="574932"/>
        </a:xfrm>
        <a:prstGeom prst="rect">
          <a:avLst/>
        </a:prstGeom>
        <a:blipFill>
          <a:blip xmlns:r="http://schemas.openxmlformats.org/officeDocument/2006/relationships" r:embed="rId9">
            <a:extLst>
              <a:ext uri="{28A0092B-C50C-407E-A947-70E740481C1C}">
                <a14:useLocalDpi xmlns:a14="http://schemas.microsoft.com/office/drawing/2010/main" val="0"/>
              </a:ext>
            </a:extLst>
          </a:blip>
          <a:srcRect/>
          <a:stretch>
            <a:fillRect l="-109000" r="-109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C2E51325-7ED3-4829-8B70-1DDBD2A8FB50}">
      <dsp:nvSpPr>
        <dsp:cNvPr id="0" name=""/>
        <dsp:cNvSpPr/>
      </dsp:nvSpPr>
      <dsp:spPr>
        <a:xfrm>
          <a:off x="5577348" y="2413052"/>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Services Metric collection (SLA)</a:t>
          </a:r>
          <a:endParaRPr lang="en-GB" sz="1000" kern="1200" dirty="0"/>
        </a:p>
      </dsp:txBody>
      <dsp:txXfrm>
        <a:off x="5577348" y="2413052"/>
        <a:ext cx="1437330" cy="718665"/>
      </dsp:txXfrm>
    </dsp:sp>
    <dsp:sp modelId="{D7EACED8-6441-4C13-9499-367119AE5AA0}">
      <dsp:nvSpPr>
        <dsp:cNvPr id="0" name=""/>
        <dsp:cNvSpPr/>
      </dsp:nvSpPr>
      <dsp:spPr>
        <a:xfrm>
          <a:off x="5649214" y="2484918"/>
          <a:ext cx="431199" cy="574932"/>
        </a:xfrm>
        <a:prstGeom prst="rect">
          <a:avLst/>
        </a:prstGeom>
        <a:blipFill>
          <a:blip xmlns:r="http://schemas.openxmlformats.org/officeDocument/2006/relationships" r:embed="rId10" cstate="print">
            <a:extLst>
              <a:ext uri="{28A0092B-C50C-407E-A947-70E740481C1C}">
                <a14:useLocalDpi xmlns:a14="http://schemas.microsoft.com/office/drawing/2010/main" val="0"/>
              </a:ext>
            </a:extLst>
          </a:blip>
          <a:srcRect/>
          <a:stretch>
            <a:fillRect l="-17000" r="-17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1B918672-426E-4809-9857-F85A51648693}">
      <dsp:nvSpPr>
        <dsp:cNvPr id="0" name=""/>
        <dsp:cNvSpPr/>
      </dsp:nvSpPr>
      <dsp:spPr>
        <a:xfrm>
          <a:off x="5577348" y="3433556"/>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Project</a:t>
          </a:r>
        </a:p>
        <a:p>
          <a:pPr lvl="0" algn="ctr" defTabSz="444500">
            <a:lnSpc>
              <a:spcPct val="90000"/>
            </a:lnSpc>
            <a:spcBef>
              <a:spcPct val="0"/>
            </a:spcBef>
            <a:spcAft>
              <a:spcPct val="35000"/>
            </a:spcAft>
          </a:pPr>
          <a:r>
            <a:rPr lang="en-GB" sz="1000" kern="1200" dirty="0" smtClean="0"/>
            <a:t>Metric</a:t>
          </a:r>
        </a:p>
        <a:p>
          <a:pPr lvl="0" algn="ctr" defTabSz="444500">
            <a:lnSpc>
              <a:spcPct val="90000"/>
            </a:lnSpc>
            <a:spcBef>
              <a:spcPct val="0"/>
            </a:spcBef>
            <a:spcAft>
              <a:spcPct val="35000"/>
            </a:spcAft>
          </a:pPr>
          <a:r>
            <a:rPr lang="en-GB" sz="1000" kern="1200" dirty="0" smtClean="0"/>
            <a:t>Collection</a:t>
          </a:r>
        </a:p>
      </dsp:txBody>
      <dsp:txXfrm>
        <a:off x="5577348" y="3433556"/>
        <a:ext cx="1437330" cy="718665"/>
      </dsp:txXfrm>
    </dsp:sp>
    <dsp:sp modelId="{F5EFEB96-C330-4ACA-A900-7D245D48D792}">
      <dsp:nvSpPr>
        <dsp:cNvPr id="0" name=""/>
        <dsp:cNvSpPr/>
      </dsp:nvSpPr>
      <dsp:spPr>
        <a:xfrm>
          <a:off x="5649214" y="3505423"/>
          <a:ext cx="431199" cy="574932"/>
        </a:xfrm>
        <a:prstGeom prst="rect">
          <a:avLst/>
        </a:prstGeom>
        <a:blipFill>
          <a:blip xmlns:r="http://schemas.openxmlformats.org/officeDocument/2006/relationships" r:embed="rId11">
            <a:extLst>
              <a:ext uri="{28A0092B-C50C-407E-A947-70E740481C1C}">
                <a14:useLocalDpi xmlns:a14="http://schemas.microsoft.com/office/drawing/2010/main" val="0"/>
              </a:ext>
            </a:extLst>
          </a:blip>
          <a:srcRect/>
          <a:stretch>
            <a:fillRect l="-18000" r="-18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D3314B29-3E92-4035-B06D-C14743277B1F}">
      <dsp:nvSpPr>
        <dsp:cNvPr id="0" name=""/>
        <dsp:cNvSpPr/>
      </dsp:nvSpPr>
      <dsp:spPr>
        <a:xfrm>
          <a:off x="6957184" y="1392548"/>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Contract performance</a:t>
          </a:r>
          <a:endParaRPr lang="en-GB" sz="1000" kern="1200" dirty="0"/>
        </a:p>
      </dsp:txBody>
      <dsp:txXfrm>
        <a:off x="6957184" y="1392548"/>
        <a:ext cx="1437330" cy="718665"/>
      </dsp:txXfrm>
    </dsp:sp>
    <dsp:sp modelId="{475B5F65-8459-49AE-B295-18A3FFF547A9}">
      <dsp:nvSpPr>
        <dsp:cNvPr id="0" name=""/>
        <dsp:cNvSpPr/>
      </dsp:nvSpPr>
      <dsp:spPr>
        <a:xfrm>
          <a:off x="7029051" y="1464414"/>
          <a:ext cx="431199" cy="574932"/>
        </a:xfrm>
        <a:prstGeom prst="rect">
          <a:avLst/>
        </a:prstGeom>
        <a:blipFill>
          <a:blip xmlns:r="http://schemas.openxmlformats.org/officeDocument/2006/relationships" r:embed="rId12" cstate="print">
            <a:extLst>
              <a:ext uri="{28A0092B-C50C-407E-A947-70E740481C1C}">
                <a14:useLocalDpi xmlns:a14="http://schemas.microsoft.com/office/drawing/2010/main" val="0"/>
              </a:ext>
            </a:extLst>
          </a:blip>
          <a:srcRect/>
          <a:stretch>
            <a:fillRect l="-3000" r="-3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86D49F76-E13B-40CB-BCDE-A6B4E8BE080C}">
      <dsp:nvSpPr>
        <dsp:cNvPr id="0" name=""/>
        <dsp:cNvSpPr/>
      </dsp:nvSpPr>
      <dsp:spPr>
        <a:xfrm>
          <a:off x="7316517" y="2413052"/>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Alerts</a:t>
          </a:r>
          <a:endParaRPr lang="en-GB" sz="1000" kern="1200" dirty="0"/>
        </a:p>
      </dsp:txBody>
      <dsp:txXfrm>
        <a:off x="7316517" y="2413052"/>
        <a:ext cx="1437330" cy="718665"/>
      </dsp:txXfrm>
    </dsp:sp>
    <dsp:sp modelId="{E71F9437-E626-4118-BD97-E82C08243431}">
      <dsp:nvSpPr>
        <dsp:cNvPr id="0" name=""/>
        <dsp:cNvSpPr/>
      </dsp:nvSpPr>
      <dsp:spPr>
        <a:xfrm>
          <a:off x="7388383" y="2484918"/>
          <a:ext cx="431199" cy="574932"/>
        </a:xfrm>
        <a:prstGeom prst="rect">
          <a:avLst/>
        </a:prstGeom>
        <a:blipFill>
          <a:blip xmlns:r="http://schemas.openxmlformats.org/officeDocument/2006/relationships" r:embed="rId13" cstate="print">
            <a:extLst>
              <a:ext uri="{28A0092B-C50C-407E-A947-70E740481C1C}">
                <a14:useLocalDpi xmlns:a14="http://schemas.microsoft.com/office/drawing/2010/main" val="0"/>
              </a:ext>
            </a:extLst>
          </a:blip>
          <a:srcRect/>
          <a:stretch>
            <a:fillRect l="-16000" r="-16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66E53CAC-F12D-40B4-9DFB-D0A798AD3CD0}">
      <dsp:nvSpPr>
        <dsp:cNvPr id="0" name=""/>
        <dsp:cNvSpPr/>
      </dsp:nvSpPr>
      <dsp:spPr>
        <a:xfrm>
          <a:off x="7316517" y="3433556"/>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Contracting (client &amp; supplier)</a:t>
          </a:r>
          <a:endParaRPr lang="en-GB" sz="1000" kern="1200" dirty="0"/>
        </a:p>
      </dsp:txBody>
      <dsp:txXfrm>
        <a:off x="7316517" y="3433556"/>
        <a:ext cx="1437330" cy="718665"/>
      </dsp:txXfrm>
    </dsp:sp>
    <dsp:sp modelId="{FEA06683-567A-48E0-885B-3D9FA62C8939}">
      <dsp:nvSpPr>
        <dsp:cNvPr id="0" name=""/>
        <dsp:cNvSpPr/>
      </dsp:nvSpPr>
      <dsp:spPr>
        <a:xfrm>
          <a:off x="7388383" y="3505423"/>
          <a:ext cx="431199" cy="574932"/>
        </a:xfrm>
        <a:prstGeom prst="rect">
          <a:avLst/>
        </a:prstGeom>
        <a:blipFill>
          <a:blip xmlns:r="http://schemas.openxmlformats.org/officeDocument/2006/relationships" r:embed="rId14">
            <a:extLst>
              <a:ext uri="{28A0092B-C50C-407E-A947-70E740481C1C}">
                <a14:useLocalDpi xmlns:a14="http://schemas.microsoft.com/office/drawing/2010/main" val="0"/>
              </a:ext>
            </a:extLst>
          </a:blip>
          <a:srcRect/>
          <a:stretch>
            <a:fillRect l="-57000" r="-57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27371887-8C65-492E-94A2-B0A90ECED93A}">
      <dsp:nvSpPr>
        <dsp:cNvPr id="0" name=""/>
        <dsp:cNvSpPr/>
      </dsp:nvSpPr>
      <dsp:spPr>
        <a:xfrm>
          <a:off x="7316517" y="4454061"/>
          <a:ext cx="1437330" cy="71866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2411" tIns="6350" rIns="6350" bIns="6350" numCol="1" spcCol="1270" anchor="ctr" anchorCtr="0">
          <a:noAutofit/>
        </a:bodyPr>
        <a:lstStyle/>
        <a:p>
          <a:pPr lvl="0" algn="ctr" defTabSz="444500">
            <a:lnSpc>
              <a:spcPct val="90000"/>
            </a:lnSpc>
            <a:spcBef>
              <a:spcPct val="0"/>
            </a:spcBef>
            <a:spcAft>
              <a:spcPct val="35000"/>
            </a:spcAft>
          </a:pPr>
          <a:r>
            <a:rPr lang="en-GB" sz="1000" kern="1200" dirty="0" smtClean="0"/>
            <a:t>Contracts</a:t>
          </a:r>
        </a:p>
        <a:p>
          <a:pPr lvl="0" algn="ctr" defTabSz="444500">
            <a:lnSpc>
              <a:spcPct val="90000"/>
            </a:lnSpc>
            <a:spcBef>
              <a:spcPct val="0"/>
            </a:spcBef>
            <a:spcAft>
              <a:spcPct val="35000"/>
            </a:spcAft>
          </a:pPr>
          <a:r>
            <a:rPr lang="en-GB" sz="1000" kern="1200" dirty="0" smtClean="0"/>
            <a:t>Upload</a:t>
          </a:r>
          <a:endParaRPr lang="en-GB" sz="1000" kern="1200" dirty="0"/>
        </a:p>
      </dsp:txBody>
      <dsp:txXfrm>
        <a:off x="7316517" y="4454061"/>
        <a:ext cx="1437330" cy="718665"/>
      </dsp:txXfrm>
    </dsp:sp>
    <dsp:sp modelId="{8CFC6E41-B863-477B-A0B7-D83F0613C4C6}">
      <dsp:nvSpPr>
        <dsp:cNvPr id="0" name=""/>
        <dsp:cNvSpPr/>
      </dsp:nvSpPr>
      <dsp:spPr>
        <a:xfrm>
          <a:off x="7388383" y="4525927"/>
          <a:ext cx="431199" cy="574932"/>
        </a:xfrm>
        <a:prstGeom prst="rect">
          <a:avLst/>
        </a:prstGeom>
        <a:blipFill>
          <a:blip xmlns:r="http://schemas.openxmlformats.org/officeDocument/2006/relationships" r:embed="rId15" cstate="print">
            <a:extLst>
              <a:ext uri="{28A0092B-C50C-407E-A947-70E740481C1C}">
                <a14:useLocalDpi xmlns:a14="http://schemas.microsoft.com/office/drawing/2010/main" val="0"/>
              </a:ext>
            </a:extLst>
          </a:blip>
          <a:srcRect/>
          <a:stretch>
            <a:fillRect l="-62000" r="-62000"/>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7#2">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3#2">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ictureOrgChart+Icon">
  <dgm:title val="Picture Organization Chart"/>
  <dgm:desc val="Use to show hierarchical information or reporting relationships in an organization, with corresponding pictures. The assistant shape and the Org Chart hanging layouts are available with this layout."/>
  <dgm:catLst>
    <dgm:cat type="hierarchy" pri="1050"/>
    <dgm:cat type="officeonline" pri="1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1" styleLbl="alignImgPlace1">
              <dgm:alg type="sp"/>
              <dgm:shape xmlns:r="http://schemas.openxmlformats.org/officeDocument/2006/relationships" type="rect" r:blip="" blipPhldr="1">
                <dgm:adjLst/>
              </dgm:shape>
              <dgm:presOf/>
              <dgm:constrLst/>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 styleLbl="alignImgPlace1">
                    <dgm:alg type="sp"/>
                    <dgm:shape xmlns:r="http://schemas.openxmlformats.org/officeDocument/2006/relationships" type="rect" r:blip="" blipPhldr="1">
                      <dgm:adjLst/>
                    </dgm:shape>
                    <dgm:presOf/>
                    <dgm:constrLst/>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3" styleLbl="alignImgPlace1">
                    <dgm:alg type="sp"/>
                    <dgm:shape xmlns:r="http://schemas.openxmlformats.org/officeDocument/2006/relationships" type="rect" r:blip="" blipPhldr="1">
                      <dgm:adjLst/>
                    </dgm:shape>
                    <dgm:presOf/>
                    <dgm:constrLst/>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defTabSz="933917">
              <a:defRPr sz="1300" dirty="0">
                <a:cs typeface="Arial" charset="0"/>
              </a:defRPr>
            </a:lvl1pPr>
          </a:lstStyle>
          <a:p>
            <a:pPr>
              <a:defRPr/>
            </a:pPr>
            <a:endParaRPr lang="en-US" dirty="0"/>
          </a:p>
        </p:txBody>
      </p:sp>
      <p:sp>
        <p:nvSpPr>
          <p:cNvPr id="3" name="Date Placeholder 2"/>
          <p:cNvSpPr>
            <a:spLocks noGrp="1"/>
          </p:cNvSpPr>
          <p:nvPr>
            <p:ph type="dt" sz="quarter" idx="1"/>
          </p:nvPr>
        </p:nvSpPr>
        <p:spPr bwMode="auto">
          <a:xfrm>
            <a:off x="5629280"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algn="r" defTabSz="933917">
              <a:defRPr sz="1300">
                <a:cs typeface="Arial" charset="0"/>
              </a:defRPr>
            </a:lvl1pPr>
          </a:lstStyle>
          <a:p>
            <a:pPr>
              <a:defRPr/>
            </a:pPr>
            <a:fld id="{304F21E1-B84B-445F-AF94-B8B99478D897}" type="datetimeFigureOut">
              <a:rPr lang="nl-NL"/>
              <a:pPr>
                <a:defRPr/>
              </a:pPr>
              <a:t>16-4-2012</a:t>
            </a:fld>
            <a:endParaRPr lang="nl-NL" dirty="0"/>
          </a:p>
        </p:txBody>
      </p:sp>
      <p:sp>
        <p:nvSpPr>
          <p:cNvPr id="4" name="Footer Placeholder 3"/>
          <p:cNvSpPr>
            <a:spLocks noGrp="1"/>
          </p:cNvSpPr>
          <p:nvPr>
            <p:ph type="ftr" sz="quarter" idx="2"/>
          </p:nvPr>
        </p:nvSpPr>
        <p:spPr bwMode="auto">
          <a:xfrm>
            <a:off x="1"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defTabSz="933917">
              <a:defRPr sz="1300" dirty="0">
                <a:cs typeface="Arial" charset="0"/>
              </a:defRPr>
            </a:lvl1pPr>
          </a:lstStyle>
          <a:p>
            <a:pPr>
              <a:defRPr/>
            </a:pPr>
            <a:endParaRPr lang="en-US" dirty="0"/>
          </a:p>
        </p:txBody>
      </p:sp>
      <p:sp>
        <p:nvSpPr>
          <p:cNvPr id="5" name="Slide Number Placeholder 4"/>
          <p:cNvSpPr>
            <a:spLocks noGrp="1"/>
          </p:cNvSpPr>
          <p:nvPr>
            <p:ph type="sldNum" sz="quarter" idx="3"/>
          </p:nvPr>
        </p:nvSpPr>
        <p:spPr bwMode="auto">
          <a:xfrm>
            <a:off x="5629280"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algn="r" defTabSz="933917">
              <a:defRPr sz="1300">
                <a:cs typeface="Arial" charset="0"/>
              </a:defRPr>
            </a:lvl1pPr>
          </a:lstStyle>
          <a:p>
            <a:pPr>
              <a:defRPr/>
            </a:pPr>
            <a:fld id="{0EBFF075-9AD7-46B0-8234-056A478056C3}" type="slidenum">
              <a:rPr lang="nl-NL"/>
              <a:pPr>
                <a:defRPr/>
              </a:pPr>
              <a:t>‹#›</a:t>
            </a:fld>
            <a:endParaRPr lang="nl-NL" dirty="0"/>
          </a:p>
        </p:txBody>
      </p:sp>
    </p:spTree>
    <p:extLst>
      <p:ext uri="{BB962C8B-B14F-4D97-AF65-F5344CB8AC3E}">
        <p14:creationId xmlns:p14="http://schemas.microsoft.com/office/powerpoint/2010/main" val="18992286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defTabSz="933917">
              <a:defRPr sz="1300" dirty="0">
                <a:cs typeface="Arial" charset="0"/>
              </a:defRPr>
            </a:lvl1pPr>
          </a:lstStyle>
          <a:p>
            <a:pPr>
              <a:defRPr/>
            </a:pPr>
            <a:endParaRPr lang="en-US" dirty="0"/>
          </a:p>
        </p:txBody>
      </p:sp>
      <p:sp>
        <p:nvSpPr>
          <p:cNvPr id="3" name="Date Placeholder 2"/>
          <p:cNvSpPr>
            <a:spLocks noGrp="1"/>
          </p:cNvSpPr>
          <p:nvPr>
            <p:ph type="dt" idx="1"/>
          </p:nvPr>
        </p:nvSpPr>
        <p:spPr bwMode="auto">
          <a:xfrm>
            <a:off x="5629280"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algn="r" defTabSz="933917">
              <a:defRPr sz="1300">
                <a:cs typeface="Arial" charset="0"/>
              </a:defRPr>
            </a:lvl1pPr>
          </a:lstStyle>
          <a:p>
            <a:pPr>
              <a:defRPr/>
            </a:pPr>
            <a:fld id="{203573E3-390C-4614-B945-792B478042CC}" type="datetimeFigureOut">
              <a:rPr lang="nl-NL"/>
              <a:pPr>
                <a:defRPr/>
              </a:pPr>
              <a:t>16-4-2012</a:t>
            </a:fld>
            <a:endParaRPr lang="nl-NL" dirty="0"/>
          </a:p>
        </p:txBody>
      </p:sp>
      <p:sp>
        <p:nvSpPr>
          <p:cNvPr id="4" name="Slide Image Placeholder 3"/>
          <p:cNvSpPr>
            <a:spLocks noGrp="1" noRot="1" noChangeAspect="1"/>
          </p:cNvSpPr>
          <p:nvPr>
            <p:ph type="sldImg" idx="2"/>
          </p:nvPr>
        </p:nvSpPr>
        <p:spPr>
          <a:xfrm>
            <a:off x="3267075" y="511175"/>
            <a:ext cx="3405188" cy="2552700"/>
          </a:xfrm>
          <a:prstGeom prst="rect">
            <a:avLst/>
          </a:prstGeom>
          <a:noFill/>
          <a:ln w="12700">
            <a:solidFill>
              <a:prstClr val="black"/>
            </a:solidFill>
          </a:ln>
        </p:spPr>
        <p:txBody>
          <a:bodyPr vert="horz" lIns="88331" tIns="44166" rIns="88331" bIns="44166" rtlCol="0" anchor="ctr"/>
          <a:lstStyle/>
          <a:p>
            <a:pPr lvl="0"/>
            <a:endParaRPr lang="nl-NL" noProof="0" dirty="0"/>
          </a:p>
        </p:txBody>
      </p:sp>
      <p:sp>
        <p:nvSpPr>
          <p:cNvPr id="5" name="Notes Placeholder 4"/>
          <p:cNvSpPr>
            <a:spLocks noGrp="1"/>
          </p:cNvSpPr>
          <p:nvPr>
            <p:ph type="body" sz="quarter" idx="3"/>
          </p:nvPr>
        </p:nvSpPr>
        <p:spPr bwMode="auto">
          <a:xfrm>
            <a:off x="994633" y="3234535"/>
            <a:ext cx="7950077" cy="3061663"/>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nl-NL" noProof="0"/>
          </a:p>
        </p:txBody>
      </p:sp>
      <p:sp>
        <p:nvSpPr>
          <p:cNvPr id="6" name="Footer Placeholder 5"/>
          <p:cNvSpPr>
            <a:spLocks noGrp="1"/>
          </p:cNvSpPr>
          <p:nvPr>
            <p:ph type="ftr" sz="quarter" idx="4"/>
          </p:nvPr>
        </p:nvSpPr>
        <p:spPr bwMode="auto">
          <a:xfrm>
            <a:off x="1"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defTabSz="933917">
              <a:defRPr sz="1300" dirty="0">
                <a:cs typeface="Arial" charset="0"/>
              </a:defRPr>
            </a:lvl1pPr>
          </a:lstStyle>
          <a:p>
            <a:pPr>
              <a:defRPr/>
            </a:pPr>
            <a:endParaRPr lang="en-US" dirty="0"/>
          </a:p>
        </p:txBody>
      </p:sp>
      <p:sp>
        <p:nvSpPr>
          <p:cNvPr id="7" name="Slide Number Placeholder 6"/>
          <p:cNvSpPr>
            <a:spLocks noGrp="1"/>
          </p:cNvSpPr>
          <p:nvPr>
            <p:ph type="sldNum" sz="quarter" idx="5"/>
          </p:nvPr>
        </p:nvSpPr>
        <p:spPr bwMode="auto">
          <a:xfrm>
            <a:off x="5629280"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algn="r" defTabSz="933917">
              <a:defRPr sz="1300">
                <a:cs typeface="Arial" charset="0"/>
              </a:defRPr>
            </a:lvl1pPr>
          </a:lstStyle>
          <a:p>
            <a:pPr>
              <a:defRPr/>
            </a:pPr>
            <a:fld id="{782D3967-6BDF-470F-A557-83BDF41E48D2}" type="slidenum">
              <a:rPr lang="nl-NL"/>
              <a:pPr>
                <a:defRPr/>
              </a:pPr>
              <a:t>‹#›</a:t>
            </a:fld>
            <a:endParaRPr lang="nl-NL" dirty="0"/>
          </a:p>
        </p:txBody>
      </p:sp>
    </p:spTree>
    <p:extLst>
      <p:ext uri="{BB962C8B-B14F-4D97-AF65-F5344CB8AC3E}">
        <p14:creationId xmlns:p14="http://schemas.microsoft.com/office/powerpoint/2010/main" val="20917765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p:cNvSpPr>
            <a:spLocks noGrp="1" noRot="1" noChangeAspect="1"/>
          </p:cNvSpPr>
          <p:nvPr>
            <p:ph type="sldImg"/>
          </p:nvPr>
        </p:nvSpPr>
        <p:spPr bwMode="auto">
          <a:noFill/>
          <a:ln>
            <a:solidFill>
              <a:srgbClr val="000000"/>
            </a:solidFill>
            <a:miter lim="800000"/>
            <a:headEnd/>
            <a:tailEnd/>
          </a:ln>
        </p:spPr>
      </p:sp>
      <p:sp>
        <p:nvSpPr>
          <p:cNvPr id="6146" name="Notes Placeholder 2"/>
          <p:cNvSpPr>
            <a:spLocks noGrp="1"/>
          </p:cNvSpPr>
          <p:nvPr>
            <p:ph type="body" idx="1"/>
          </p:nvPr>
        </p:nvSpPr>
        <p:spPr>
          <a:noFill/>
          <a:ln/>
        </p:spPr>
        <p:txBody>
          <a:bodyPr/>
          <a:lstStyle/>
          <a:p>
            <a:endParaRPr lang="en-US" dirty="0" smtClean="0"/>
          </a:p>
        </p:txBody>
      </p:sp>
      <p:sp>
        <p:nvSpPr>
          <p:cNvPr id="6147" name="Slide Number Placeholder 3"/>
          <p:cNvSpPr>
            <a:spLocks noGrp="1"/>
          </p:cNvSpPr>
          <p:nvPr>
            <p:ph type="sldNum" sz="quarter" idx="5"/>
          </p:nvPr>
        </p:nvSpPr>
        <p:spPr>
          <a:noFill/>
        </p:spPr>
        <p:txBody>
          <a:bodyPr/>
          <a:lstStyle/>
          <a:p>
            <a:pPr defTabSz="933450"/>
            <a:fld id="{33633C6B-5C36-4FB1-8798-DA18AAF95E74}" type="slidenum">
              <a:rPr lang="nl-NL" smtClean="0"/>
              <a:pPr defTabSz="933450"/>
              <a:t>1</a:t>
            </a:fld>
            <a:endParaRPr lang="nl-NL"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782D3967-6BDF-470F-A557-83BDF41E48D2}" type="slidenum">
              <a:rPr lang="nl-NL" smtClean="0"/>
              <a:pPr>
                <a:defRPr/>
              </a:pPr>
              <a:t>2</a:t>
            </a:fld>
            <a:endParaRPr lang="nl-NL" dirty="0"/>
          </a:p>
        </p:txBody>
      </p:sp>
    </p:spTree>
    <p:extLst>
      <p:ext uri="{BB962C8B-B14F-4D97-AF65-F5344CB8AC3E}">
        <p14:creationId xmlns:p14="http://schemas.microsoft.com/office/powerpoint/2010/main" val="908488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782D3967-6BDF-470F-A557-83BDF41E48D2}" type="slidenum">
              <a:rPr lang="nl-NL" smtClean="0"/>
              <a:pPr>
                <a:defRPr/>
              </a:pPr>
              <a:t>3</a:t>
            </a:fld>
            <a:endParaRPr lang="nl-NL" dirty="0"/>
          </a:p>
        </p:txBody>
      </p:sp>
    </p:spTree>
    <p:extLst>
      <p:ext uri="{BB962C8B-B14F-4D97-AF65-F5344CB8AC3E}">
        <p14:creationId xmlns:p14="http://schemas.microsoft.com/office/powerpoint/2010/main" val="1848498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56DD411B-36F5-4FA5-B79A-87B9615A2B7C}" type="slidenum">
              <a:rPr lang="nl-NL" smtClean="0"/>
              <a:pPr>
                <a:defRPr/>
              </a:pPr>
              <a:t>4</a:t>
            </a:fld>
            <a:endParaRPr lang="nl-N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782D3967-6BDF-470F-A557-83BDF41E48D2}" type="slidenum">
              <a:rPr lang="nl-NL" smtClean="0"/>
              <a:pPr>
                <a:defRPr/>
              </a:pPr>
              <a:t>5</a:t>
            </a:fld>
            <a:endParaRPr lang="nl-N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56DD411B-36F5-4FA5-B79A-87B9615A2B7C}" type="slidenum">
              <a:rPr lang="nl-NL" smtClean="0"/>
              <a:pPr>
                <a:defRPr/>
              </a:pPr>
              <a:t>6</a:t>
            </a:fld>
            <a:endParaRPr lang="nl-N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782D3967-6BDF-470F-A557-83BDF41E48D2}" type="slidenum">
              <a:rPr lang="nl-NL" smtClean="0"/>
              <a:pPr>
                <a:defRPr/>
              </a:pPr>
              <a:t>7</a:t>
            </a:fld>
            <a:endParaRPr lang="nl-NL"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782D3967-6BDF-470F-A557-83BDF41E48D2}" type="slidenum">
              <a:rPr lang="nl-NL" smtClean="0"/>
              <a:pPr>
                <a:defRPr/>
              </a:pPr>
              <a:t>8</a:t>
            </a:fld>
            <a:endParaRPr lang="nl-NL" dirty="0"/>
          </a:p>
        </p:txBody>
      </p:sp>
    </p:spTree>
    <p:extLst>
      <p:ext uri="{BB962C8B-B14F-4D97-AF65-F5344CB8AC3E}">
        <p14:creationId xmlns:p14="http://schemas.microsoft.com/office/powerpoint/2010/main" val="2533153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782D3967-6BDF-470F-A557-83BDF41E48D2}" type="slidenum">
              <a:rPr lang="nl-NL" smtClean="0"/>
              <a:pPr>
                <a:defRPr/>
              </a:pPr>
              <a:t>9</a:t>
            </a:fld>
            <a:endParaRPr lang="nl-NL" dirty="0"/>
          </a:p>
        </p:txBody>
      </p:sp>
    </p:spTree>
    <p:extLst>
      <p:ext uri="{BB962C8B-B14F-4D97-AF65-F5344CB8AC3E}">
        <p14:creationId xmlns:p14="http://schemas.microsoft.com/office/powerpoint/2010/main" val="3159109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95493C6A-07B6-403F-8038-5B90EDA94674}" type="slidenum">
              <a:rPr lang="nl-NL" smtClean="0"/>
              <a:pPr>
                <a:defRPr/>
              </a:pPr>
              <a:t>11</a:t>
            </a:fld>
            <a:endParaRPr lang="nl-N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56DD411B-36F5-4FA5-B79A-87B9615A2B7C}" type="slidenum">
              <a:rPr lang="nl-NL" smtClean="0"/>
              <a:pPr>
                <a:defRPr/>
              </a:pPr>
              <a:t>12</a:t>
            </a:fld>
            <a:endParaRPr lang="nl-NL"/>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782D3967-6BDF-470F-A557-83BDF41E48D2}" type="slidenum">
              <a:rPr lang="nl-NL" smtClean="0"/>
              <a:pPr>
                <a:defRPr/>
              </a:pPr>
              <a:t>13</a:t>
            </a:fld>
            <a:endParaRPr lang="nl-NL"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pPr>
              <a:defRPr/>
            </a:pPr>
            <a:fld id="{E3872CF6-E749-444A-A69E-80151135593C}" type="slidenum">
              <a:rPr lang="nl-NL" smtClean="0"/>
              <a:pPr>
                <a:defRPr/>
              </a:pPr>
              <a:t>14</a:t>
            </a:fld>
            <a:endParaRPr lang="nl-NL"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p:cNvSpPr>
            <a:spLocks noGrp="1" noRot="1" noChangeAspect="1"/>
          </p:cNvSpPr>
          <p:nvPr>
            <p:ph type="sldImg"/>
          </p:nvPr>
        </p:nvSpPr>
        <p:spPr bwMode="auto">
          <a:noFill/>
          <a:ln>
            <a:solidFill>
              <a:srgbClr val="000000"/>
            </a:solidFill>
            <a:miter lim="800000"/>
            <a:headEnd/>
            <a:tailEnd/>
          </a:ln>
        </p:spPr>
      </p:sp>
      <p:sp>
        <p:nvSpPr>
          <p:cNvPr id="19458" name="Notes Placeholder 2"/>
          <p:cNvSpPr>
            <a:spLocks noGrp="1"/>
          </p:cNvSpPr>
          <p:nvPr>
            <p:ph type="body" idx="1"/>
          </p:nvPr>
        </p:nvSpPr>
        <p:spPr>
          <a:noFill/>
          <a:ln/>
        </p:spPr>
        <p:txBody>
          <a:bodyPr/>
          <a:lstStyle/>
          <a:p>
            <a:pPr eaLnBrk="1" hangingPunct="1"/>
            <a:endParaRPr lang="en-US" smtClean="0"/>
          </a:p>
        </p:txBody>
      </p:sp>
      <p:sp>
        <p:nvSpPr>
          <p:cNvPr id="19459" name="Slide Number Placeholder 3"/>
          <p:cNvSpPr>
            <a:spLocks noGrp="1"/>
          </p:cNvSpPr>
          <p:nvPr>
            <p:ph type="sldNum" sz="quarter" idx="5"/>
          </p:nvPr>
        </p:nvSpPr>
        <p:spPr>
          <a:noFill/>
        </p:spPr>
        <p:txBody>
          <a:bodyPr/>
          <a:lstStyle/>
          <a:p>
            <a:pPr defTabSz="933450"/>
            <a:fld id="{0708F9E1-563A-4A6B-8FEE-C96BD9228A97}" type="slidenum">
              <a:rPr lang="nl-NL" smtClean="0"/>
              <a:pPr defTabSz="933450"/>
              <a:t>16</a:t>
            </a:fld>
            <a:endParaRPr lang="nl-NL"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1"/>
          <p:cNvSpPr>
            <a:spLocks noGrp="1"/>
          </p:cNvSpPr>
          <p:nvPr>
            <p:ph type="title"/>
          </p:nvPr>
        </p:nvSpPr>
        <p:spPr>
          <a:xfrm>
            <a:off x="237507" y="90489"/>
            <a:ext cx="8443356" cy="788286"/>
          </a:xfrm>
        </p:spPr>
        <p:txBody>
          <a:bodyPr/>
          <a:lstStyle>
            <a:lvl1pPr>
              <a:defRPr sz="1800">
                <a:latin typeface="Calibri" pitchFamily="34" charset="0"/>
                <a:cs typeface="Calibri" pitchFamily="34" charset="0"/>
              </a:defRPr>
            </a:lvl1pPr>
          </a:lstStyle>
          <a:p>
            <a:r>
              <a:rPr lang="en-GB" noProof="0" smtClean="0"/>
              <a:t>Click to edit Master title style</a:t>
            </a:r>
            <a:endParaRPr lang="en-GB" noProof="0"/>
          </a:p>
        </p:txBody>
      </p:sp>
      <p:sp>
        <p:nvSpPr>
          <p:cNvPr id="8" name="Slide Number Placeholder 5"/>
          <p:cNvSpPr txBox="1">
            <a:spLocks/>
          </p:cNvSpPr>
          <p:nvPr userDrawn="1"/>
        </p:nvSpPr>
        <p:spPr bwMode="auto">
          <a:xfrm>
            <a:off x="8680863" y="332510"/>
            <a:ext cx="463138" cy="355354"/>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defPPr>
              <a:defRPr lang="nl-NL"/>
            </a:defPPr>
            <a:lvl1pPr algn="r" rtl="0" fontAlgn="base">
              <a:spcBef>
                <a:spcPct val="0"/>
              </a:spcBef>
              <a:spcAft>
                <a:spcPct val="0"/>
              </a:spcAft>
              <a:defRPr sz="900" kern="1200">
                <a:solidFill>
                  <a:schemeClr val="tx1"/>
                </a:solidFill>
                <a:latin typeface="Verdana" pitchFamily="34" charset="0"/>
                <a:ea typeface="+mn-ea"/>
                <a:cs typeface="Arial" charset="0"/>
              </a:defRPr>
            </a:lvl1pPr>
            <a:lvl2pPr marL="457200" algn="l" rtl="0" fontAlgn="base">
              <a:spcBef>
                <a:spcPct val="0"/>
              </a:spcBef>
              <a:spcAft>
                <a:spcPct val="0"/>
              </a:spcAft>
              <a:defRPr sz="3600" kern="1200">
                <a:solidFill>
                  <a:schemeClr val="tx2"/>
                </a:solidFill>
                <a:latin typeface="Verdana" pitchFamily="34" charset="0"/>
                <a:ea typeface="+mn-ea"/>
                <a:cs typeface="Arial" charset="0"/>
              </a:defRPr>
            </a:lvl2pPr>
            <a:lvl3pPr marL="914400" algn="l" rtl="0" fontAlgn="base">
              <a:spcBef>
                <a:spcPct val="0"/>
              </a:spcBef>
              <a:spcAft>
                <a:spcPct val="0"/>
              </a:spcAft>
              <a:defRPr sz="3600" kern="1200">
                <a:solidFill>
                  <a:schemeClr val="tx2"/>
                </a:solidFill>
                <a:latin typeface="Verdana" pitchFamily="34" charset="0"/>
                <a:ea typeface="+mn-ea"/>
                <a:cs typeface="Arial" charset="0"/>
              </a:defRPr>
            </a:lvl3pPr>
            <a:lvl4pPr marL="1371600" algn="l" rtl="0" fontAlgn="base">
              <a:spcBef>
                <a:spcPct val="0"/>
              </a:spcBef>
              <a:spcAft>
                <a:spcPct val="0"/>
              </a:spcAft>
              <a:defRPr sz="3600" kern="1200">
                <a:solidFill>
                  <a:schemeClr val="tx2"/>
                </a:solidFill>
                <a:latin typeface="Verdana" pitchFamily="34" charset="0"/>
                <a:ea typeface="+mn-ea"/>
                <a:cs typeface="Arial" charset="0"/>
              </a:defRPr>
            </a:lvl4pPr>
            <a:lvl5pPr marL="1828800" algn="l" rtl="0" fontAlgn="base">
              <a:spcBef>
                <a:spcPct val="0"/>
              </a:spcBef>
              <a:spcAft>
                <a:spcPct val="0"/>
              </a:spcAft>
              <a:defRPr sz="3600" kern="1200">
                <a:solidFill>
                  <a:schemeClr val="tx2"/>
                </a:solidFill>
                <a:latin typeface="Verdana" pitchFamily="34" charset="0"/>
                <a:ea typeface="+mn-ea"/>
                <a:cs typeface="Arial" charset="0"/>
              </a:defRPr>
            </a:lvl5pPr>
            <a:lvl6pPr marL="2286000" algn="l" defTabSz="914400" rtl="0" eaLnBrk="1" latinLnBrk="0" hangingPunct="1">
              <a:defRPr sz="3600" kern="1200">
                <a:solidFill>
                  <a:schemeClr val="tx2"/>
                </a:solidFill>
                <a:latin typeface="Verdana" pitchFamily="34" charset="0"/>
                <a:ea typeface="+mn-ea"/>
                <a:cs typeface="Arial" charset="0"/>
              </a:defRPr>
            </a:lvl6pPr>
            <a:lvl7pPr marL="2743200" algn="l" defTabSz="914400" rtl="0" eaLnBrk="1" latinLnBrk="0" hangingPunct="1">
              <a:defRPr sz="3600" kern="1200">
                <a:solidFill>
                  <a:schemeClr val="tx2"/>
                </a:solidFill>
                <a:latin typeface="Verdana" pitchFamily="34" charset="0"/>
                <a:ea typeface="+mn-ea"/>
                <a:cs typeface="Arial" charset="0"/>
              </a:defRPr>
            </a:lvl7pPr>
            <a:lvl8pPr marL="3200400" algn="l" defTabSz="914400" rtl="0" eaLnBrk="1" latinLnBrk="0" hangingPunct="1">
              <a:defRPr sz="3600" kern="1200">
                <a:solidFill>
                  <a:schemeClr val="tx2"/>
                </a:solidFill>
                <a:latin typeface="Verdana" pitchFamily="34" charset="0"/>
                <a:ea typeface="+mn-ea"/>
                <a:cs typeface="Arial" charset="0"/>
              </a:defRPr>
            </a:lvl8pPr>
            <a:lvl9pPr marL="3657600" algn="l" defTabSz="914400" rtl="0" eaLnBrk="1" latinLnBrk="0" hangingPunct="1">
              <a:defRPr sz="3600" kern="1200">
                <a:solidFill>
                  <a:schemeClr val="tx2"/>
                </a:solidFill>
                <a:latin typeface="Verdana" pitchFamily="34" charset="0"/>
                <a:ea typeface="+mn-ea"/>
                <a:cs typeface="Arial" charset="0"/>
              </a:defRPr>
            </a:lvl9pPr>
          </a:lstStyle>
          <a:p>
            <a:pPr algn="ctr">
              <a:defRPr/>
            </a:pPr>
            <a:fld id="{D5F246EE-A698-40F2-9104-E597CE2CF7A1}" type="slidenum">
              <a:rPr lang="nl-NL" smtClean="0"/>
              <a:pPr algn="ctr">
                <a:defRPr/>
              </a:pPr>
              <a:t>‹#›</a:t>
            </a:fld>
            <a:endParaRPr lang="nl-N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437418" cy="4525963"/>
          </a:xfrm>
        </p:spPr>
        <p:txBody>
          <a:bodyPr/>
          <a:lstStyle>
            <a:lvl1pPr>
              <a:defRPr sz="2000"/>
            </a:lvl1pPr>
            <a:lvl2pPr>
              <a:defRPr sz="1800"/>
            </a:lvl2pPr>
            <a:lvl3pPr>
              <a:defRPr sz="1600"/>
            </a:lvl3pPr>
            <a:lvl4pPr>
              <a:defRPr sz="1400"/>
            </a:lvl4pPr>
            <a:lvl5pPr>
              <a:defRPr sz="1400"/>
            </a:lvl5p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GB" noProof="0"/>
          </a:p>
        </p:txBody>
      </p:sp>
      <p:sp>
        <p:nvSpPr>
          <p:cNvPr id="9" name="Title 1"/>
          <p:cNvSpPr>
            <a:spLocks noGrp="1"/>
          </p:cNvSpPr>
          <p:nvPr>
            <p:ph type="title"/>
          </p:nvPr>
        </p:nvSpPr>
        <p:spPr>
          <a:xfrm>
            <a:off x="237507" y="90489"/>
            <a:ext cx="8443356" cy="788286"/>
          </a:xfrm>
        </p:spPr>
        <p:txBody>
          <a:bodyPr/>
          <a:lstStyle>
            <a:lvl1pPr>
              <a:defRPr sz="1800">
                <a:latin typeface="Calibri" pitchFamily="34" charset="0"/>
                <a:cs typeface="Calibri" pitchFamily="34" charset="0"/>
              </a:defRPr>
            </a:lvl1pPr>
          </a:lstStyle>
          <a:p>
            <a:r>
              <a:rPr lang="en-GB" noProof="0" smtClean="0"/>
              <a:t>Click to edit Master title style</a:t>
            </a:r>
            <a:endParaRPr lang="en-GB" noProof="0"/>
          </a:p>
        </p:txBody>
      </p:sp>
      <p:sp>
        <p:nvSpPr>
          <p:cNvPr id="10" name="Slide Number Placeholder 5"/>
          <p:cNvSpPr txBox="1">
            <a:spLocks/>
          </p:cNvSpPr>
          <p:nvPr userDrawn="1"/>
        </p:nvSpPr>
        <p:spPr bwMode="auto">
          <a:xfrm>
            <a:off x="8680863" y="332510"/>
            <a:ext cx="463138" cy="355354"/>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defPPr>
              <a:defRPr lang="nl-NL"/>
            </a:defPPr>
            <a:lvl1pPr algn="r" rtl="0" fontAlgn="base">
              <a:spcBef>
                <a:spcPct val="0"/>
              </a:spcBef>
              <a:spcAft>
                <a:spcPct val="0"/>
              </a:spcAft>
              <a:defRPr sz="900" kern="1200">
                <a:solidFill>
                  <a:schemeClr val="tx1"/>
                </a:solidFill>
                <a:latin typeface="Verdana" pitchFamily="34" charset="0"/>
                <a:ea typeface="+mn-ea"/>
                <a:cs typeface="Arial" charset="0"/>
              </a:defRPr>
            </a:lvl1pPr>
            <a:lvl2pPr marL="457200" algn="l" rtl="0" fontAlgn="base">
              <a:spcBef>
                <a:spcPct val="0"/>
              </a:spcBef>
              <a:spcAft>
                <a:spcPct val="0"/>
              </a:spcAft>
              <a:defRPr sz="3600" kern="1200">
                <a:solidFill>
                  <a:schemeClr val="tx2"/>
                </a:solidFill>
                <a:latin typeface="Verdana" pitchFamily="34" charset="0"/>
                <a:ea typeface="+mn-ea"/>
                <a:cs typeface="Arial" charset="0"/>
              </a:defRPr>
            </a:lvl2pPr>
            <a:lvl3pPr marL="914400" algn="l" rtl="0" fontAlgn="base">
              <a:spcBef>
                <a:spcPct val="0"/>
              </a:spcBef>
              <a:spcAft>
                <a:spcPct val="0"/>
              </a:spcAft>
              <a:defRPr sz="3600" kern="1200">
                <a:solidFill>
                  <a:schemeClr val="tx2"/>
                </a:solidFill>
                <a:latin typeface="Verdana" pitchFamily="34" charset="0"/>
                <a:ea typeface="+mn-ea"/>
                <a:cs typeface="Arial" charset="0"/>
              </a:defRPr>
            </a:lvl3pPr>
            <a:lvl4pPr marL="1371600" algn="l" rtl="0" fontAlgn="base">
              <a:spcBef>
                <a:spcPct val="0"/>
              </a:spcBef>
              <a:spcAft>
                <a:spcPct val="0"/>
              </a:spcAft>
              <a:defRPr sz="3600" kern="1200">
                <a:solidFill>
                  <a:schemeClr val="tx2"/>
                </a:solidFill>
                <a:latin typeface="Verdana" pitchFamily="34" charset="0"/>
                <a:ea typeface="+mn-ea"/>
                <a:cs typeface="Arial" charset="0"/>
              </a:defRPr>
            </a:lvl4pPr>
            <a:lvl5pPr marL="1828800" algn="l" rtl="0" fontAlgn="base">
              <a:spcBef>
                <a:spcPct val="0"/>
              </a:spcBef>
              <a:spcAft>
                <a:spcPct val="0"/>
              </a:spcAft>
              <a:defRPr sz="3600" kern="1200">
                <a:solidFill>
                  <a:schemeClr val="tx2"/>
                </a:solidFill>
                <a:latin typeface="Verdana" pitchFamily="34" charset="0"/>
                <a:ea typeface="+mn-ea"/>
                <a:cs typeface="Arial" charset="0"/>
              </a:defRPr>
            </a:lvl5pPr>
            <a:lvl6pPr marL="2286000" algn="l" defTabSz="914400" rtl="0" eaLnBrk="1" latinLnBrk="0" hangingPunct="1">
              <a:defRPr sz="3600" kern="1200">
                <a:solidFill>
                  <a:schemeClr val="tx2"/>
                </a:solidFill>
                <a:latin typeface="Verdana" pitchFamily="34" charset="0"/>
                <a:ea typeface="+mn-ea"/>
                <a:cs typeface="Arial" charset="0"/>
              </a:defRPr>
            </a:lvl6pPr>
            <a:lvl7pPr marL="2743200" algn="l" defTabSz="914400" rtl="0" eaLnBrk="1" latinLnBrk="0" hangingPunct="1">
              <a:defRPr sz="3600" kern="1200">
                <a:solidFill>
                  <a:schemeClr val="tx2"/>
                </a:solidFill>
                <a:latin typeface="Verdana" pitchFamily="34" charset="0"/>
                <a:ea typeface="+mn-ea"/>
                <a:cs typeface="Arial" charset="0"/>
              </a:defRPr>
            </a:lvl7pPr>
            <a:lvl8pPr marL="3200400" algn="l" defTabSz="914400" rtl="0" eaLnBrk="1" latinLnBrk="0" hangingPunct="1">
              <a:defRPr sz="3600" kern="1200">
                <a:solidFill>
                  <a:schemeClr val="tx2"/>
                </a:solidFill>
                <a:latin typeface="Verdana" pitchFamily="34" charset="0"/>
                <a:ea typeface="+mn-ea"/>
                <a:cs typeface="Arial" charset="0"/>
              </a:defRPr>
            </a:lvl8pPr>
            <a:lvl9pPr marL="3657600" algn="l" defTabSz="914400" rtl="0" eaLnBrk="1" latinLnBrk="0" hangingPunct="1">
              <a:defRPr sz="3600" kern="1200">
                <a:solidFill>
                  <a:schemeClr val="tx2"/>
                </a:solidFill>
                <a:latin typeface="Verdana" pitchFamily="34" charset="0"/>
                <a:ea typeface="+mn-ea"/>
                <a:cs typeface="Arial" charset="0"/>
              </a:defRPr>
            </a:lvl9pPr>
          </a:lstStyle>
          <a:p>
            <a:pPr algn="ctr">
              <a:defRPr/>
            </a:pPr>
            <a:fld id="{D5F246EE-A698-40F2-9104-E597CE2CF7A1}" type="slidenum">
              <a:rPr lang="nl-NL" smtClean="0"/>
              <a:pPr algn="ctr">
                <a:defRPr/>
              </a:pPr>
              <a:t>‹#›</a:t>
            </a:fld>
            <a:endParaRPr lang="nl-N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4" name="Rectangle 6"/>
          <p:cNvSpPr>
            <a:spLocks noGrp="1" noChangeArrowheads="1"/>
          </p:cNvSpPr>
          <p:nvPr>
            <p:ph type="sldNum" sz="quarter" idx="12"/>
          </p:nvPr>
        </p:nvSpPr>
        <p:spPr>
          <a:ln/>
        </p:spPr>
        <p:txBody>
          <a:bodyPr/>
          <a:lstStyle>
            <a:lvl1pPr>
              <a:defRPr/>
            </a:lvl1pPr>
          </a:lstStyle>
          <a:p>
            <a:pPr>
              <a:defRPr/>
            </a:pPr>
            <a:fld id="{A14ED451-723F-4E8F-ACC5-3FD132FB63D8}" type="slidenum">
              <a:rPr lang="nl-NL"/>
              <a:pPr>
                <a:defRPr/>
              </a:pPr>
              <a:t>‹#›</a:t>
            </a:fld>
            <a:endParaRPr lang="nl-NL" dirty="0"/>
          </a:p>
        </p:txBody>
      </p:sp>
    </p:spTree>
    <p:extLst>
      <p:ext uri="{BB962C8B-B14F-4D97-AF65-F5344CB8AC3E}">
        <p14:creationId xmlns:p14="http://schemas.microsoft.com/office/powerpoint/2010/main" val="216996258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smtClean="0"/>
              <a:t>Klik om de stijl te bewerken</a:t>
            </a:r>
            <a:endParaRPr lang="nl-NL" dirty="0"/>
          </a:p>
        </p:txBody>
      </p:sp>
      <p:sp>
        <p:nvSpPr>
          <p:cNvPr id="3" name="Tijdelijke aanduiding voor inhoud 2"/>
          <p:cNvSpPr>
            <a:spLocks noGrp="1"/>
          </p:cNvSpPr>
          <p:nvPr>
            <p:ph idx="1"/>
          </p:nvPr>
        </p:nvSpPr>
        <p:spPr/>
        <p:txBody>
          <a:bodyPr/>
          <a:lstStyle/>
          <a:p>
            <a:pPr lvl="0"/>
            <a:r>
              <a:rPr lang="nl-NL" dirty="0" smtClean="0"/>
              <a:t>Klik om de modelstijlen te bewerken</a:t>
            </a:r>
          </a:p>
          <a:p>
            <a:pPr lvl="1"/>
            <a:r>
              <a:rPr lang="nl-NL" dirty="0" smtClean="0"/>
              <a:t>Tweede niveau</a:t>
            </a:r>
          </a:p>
          <a:p>
            <a:pPr lvl="2"/>
            <a:r>
              <a:rPr lang="nl-NL" dirty="0" smtClean="0"/>
              <a:t>Derde niveau</a:t>
            </a:r>
          </a:p>
          <a:p>
            <a:pPr lvl="3"/>
            <a:r>
              <a:rPr lang="nl-NL" dirty="0" smtClean="0"/>
              <a:t>Vierde niveau</a:t>
            </a:r>
          </a:p>
          <a:p>
            <a:pPr lvl="4"/>
            <a:r>
              <a:rPr lang="nl-NL" dirty="0" smtClean="0"/>
              <a:t>Vijfde niveau</a:t>
            </a:r>
            <a:endParaRPr lang="nl-NL" dirty="0"/>
          </a:p>
        </p:txBody>
      </p:sp>
      <p:sp>
        <p:nvSpPr>
          <p:cNvPr id="4" name="Tijdelijke aanduiding voor datum 3"/>
          <p:cNvSpPr>
            <a:spLocks noGrp="1"/>
          </p:cNvSpPr>
          <p:nvPr>
            <p:ph type="dt" sz="half" idx="10"/>
          </p:nvPr>
        </p:nvSpPr>
        <p:spPr>
          <a:xfrm>
            <a:off x="457200" y="6356350"/>
            <a:ext cx="2133600" cy="365125"/>
          </a:xfrm>
          <a:prstGeom prst="rect">
            <a:avLst/>
          </a:prstGeom>
        </p:spPr>
        <p:txBody>
          <a:bodyPr/>
          <a:lstStyle/>
          <a:p>
            <a:pPr>
              <a:defRPr/>
            </a:pPr>
            <a:fld id="{B534386E-F608-49D1-9706-80186531BDFD}" type="datetime1">
              <a:rPr lang="nl-NL" smtClean="0"/>
              <a:pPr>
                <a:defRPr/>
              </a:pPr>
              <a:t>16-4-2012</a:t>
            </a:fld>
            <a:endParaRPr lang="en-US" dirty="0"/>
          </a:p>
        </p:txBody>
      </p:sp>
      <p:sp>
        <p:nvSpPr>
          <p:cNvPr id="5" name="Tijdelijke aanduiding voor voettekst 4"/>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6" name="Tijdelijke aanduiding voor dianummer 5"/>
          <p:cNvSpPr>
            <a:spLocks noGrp="1"/>
          </p:cNvSpPr>
          <p:nvPr>
            <p:ph type="sldNum" sz="quarter" idx="12"/>
          </p:nvPr>
        </p:nvSpPr>
        <p:spPr/>
        <p:txBody>
          <a:bodyPr/>
          <a:lstStyle/>
          <a:p>
            <a:pPr>
              <a:defRPr/>
            </a:pPr>
            <a:fld id="{9D0B387E-F117-4B32-8E13-E4957D4887BC}" type="slidenum">
              <a:rPr lang="nl-NL" smtClean="0"/>
              <a:pPr>
                <a:defRPr/>
              </a:pPr>
              <a:t>‹#›</a:t>
            </a:fld>
            <a:endParaRPr lang="nl-NL"/>
          </a:p>
        </p:txBody>
      </p:sp>
    </p:spTree>
    <p:extLst>
      <p:ext uri="{BB962C8B-B14F-4D97-AF65-F5344CB8AC3E}">
        <p14:creationId xmlns:p14="http://schemas.microsoft.com/office/powerpoint/2010/main" val="4145550792"/>
      </p:ext>
    </p:extLst>
  </p:cSld>
  <p:clrMapOvr>
    <a:masterClrMapping/>
  </p:clrMapOvr>
  <p:hf hdr="0" ftr="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427512" y="115888"/>
            <a:ext cx="8277101" cy="81038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noProof="0" smtClean="0"/>
              <a:t>Klik om het opmaakprofiel te bewerken</a:t>
            </a:r>
          </a:p>
        </p:txBody>
      </p:sp>
      <p:sp>
        <p:nvSpPr>
          <p:cNvPr id="1028" name="Rectangle 3"/>
          <p:cNvSpPr>
            <a:spLocks noGrp="1" noChangeArrowheads="1"/>
          </p:cNvSpPr>
          <p:nvPr>
            <p:ph type="body" idx="1"/>
          </p:nvPr>
        </p:nvSpPr>
        <p:spPr bwMode="auto">
          <a:xfrm>
            <a:off x="457200" y="1128156"/>
            <a:ext cx="8229600" cy="49980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noProof="0" dirty="0" err="1" smtClean="0"/>
              <a:t>Klik</a:t>
            </a:r>
            <a:r>
              <a:rPr lang="en-GB" noProof="0" dirty="0" smtClean="0"/>
              <a:t> </a:t>
            </a:r>
            <a:r>
              <a:rPr lang="en-GB" noProof="0" dirty="0" err="1" smtClean="0"/>
              <a:t>om</a:t>
            </a:r>
            <a:r>
              <a:rPr lang="en-GB" noProof="0" dirty="0" smtClean="0"/>
              <a:t> de </a:t>
            </a:r>
            <a:r>
              <a:rPr lang="en-GB" noProof="0" dirty="0" err="1" smtClean="0"/>
              <a:t>opmaakprofielen</a:t>
            </a:r>
            <a:r>
              <a:rPr lang="en-GB" noProof="0" dirty="0" smtClean="0"/>
              <a:t> van de </a:t>
            </a:r>
            <a:r>
              <a:rPr lang="en-GB" noProof="0" dirty="0" err="1" smtClean="0"/>
              <a:t>modeltekst</a:t>
            </a:r>
            <a:r>
              <a:rPr lang="en-GB" noProof="0" dirty="0" smtClean="0"/>
              <a:t> </a:t>
            </a:r>
            <a:r>
              <a:rPr lang="en-GB" noProof="0" dirty="0" err="1" smtClean="0"/>
              <a:t>te</a:t>
            </a:r>
            <a:r>
              <a:rPr lang="en-GB" noProof="0" dirty="0" smtClean="0"/>
              <a:t> </a:t>
            </a:r>
            <a:r>
              <a:rPr lang="en-GB" noProof="0" dirty="0" err="1" smtClean="0"/>
              <a:t>bewerken</a:t>
            </a:r>
            <a:endParaRPr lang="en-GB" noProof="0" dirty="0" smtClean="0"/>
          </a:p>
          <a:p>
            <a:pPr lvl="1"/>
            <a:r>
              <a:rPr lang="en-GB" noProof="0" dirty="0" err="1" smtClean="0"/>
              <a:t>Tweede</a:t>
            </a:r>
            <a:r>
              <a:rPr lang="en-GB" noProof="0" dirty="0" smtClean="0"/>
              <a:t> </a:t>
            </a:r>
            <a:r>
              <a:rPr lang="en-GB" noProof="0" dirty="0" err="1" smtClean="0"/>
              <a:t>niveau</a:t>
            </a:r>
            <a:endParaRPr lang="en-GB" noProof="0" dirty="0" smtClean="0"/>
          </a:p>
          <a:p>
            <a:pPr lvl="2"/>
            <a:r>
              <a:rPr lang="en-GB" noProof="0" dirty="0" err="1" smtClean="0"/>
              <a:t>Derde</a:t>
            </a:r>
            <a:r>
              <a:rPr lang="en-GB" noProof="0" dirty="0" smtClean="0"/>
              <a:t> </a:t>
            </a:r>
            <a:r>
              <a:rPr lang="en-GB" noProof="0" dirty="0" err="1" smtClean="0"/>
              <a:t>niveau</a:t>
            </a:r>
            <a:endParaRPr lang="en-GB" noProof="0" dirty="0" smtClean="0"/>
          </a:p>
          <a:p>
            <a:pPr lvl="3"/>
            <a:r>
              <a:rPr lang="en-GB" noProof="0" dirty="0" err="1" smtClean="0"/>
              <a:t>Vierde</a:t>
            </a:r>
            <a:r>
              <a:rPr lang="en-GB" noProof="0" dirty="0" smtClean="0"/>
              <a:t> </a:t>
            </a:r>
            <a:r>
              <a:rPr lang="en-GB" noProof="0" dirty="0" err="1" smtClean="0"/>
              <a:t>niveau</a:t>
            </a:r>
            <a:endParaRPr lang="en-GB" noProof="0" dirty="0" smtClean="0"/>
          </a:p>
          <a:p>
            <a:pPr lvl="4"/>
            <a:r>
              <a:rPr lang="en-GB" noProof="0" dirty="0" err="1" smtClean="0"/>
              <a:t>Vijfde</a:t>
            </a:r>
            <a:r>
              <a:rPr lang="en-GB" noProof="0" dirty="0" smtClean="0"/>
              <a:t> </a:t>
            </a:r>
            <a:r>
              <a:rPr lang="en-GB" noProof="0" dirty="0" err="1" smtClean="0"/>
              <a:t>niveau</a:t>
            </a:r>
            <a:endParaRPr lang="en-GB" noProof="0" dirty="0" smtClean="0"/>
          </a:p>
        </p:txBody>
      </p:sp>
      <p:sp>
        <p:nvSpPr>
          <p:cNvPr id="1030" name="Rectangle 6"/>
          <p:cNvSpPr>
            <a:spLocks noGrp="1" noChangeArrowheads="1"/>
          </p:cNvSpPr>
          <p:nvPr>
            <p:ph type="sldNum" sz="quarter" idx="4"/>
          </p:nvPr>
        </p:nvSpPr>
        <p:spPr bwMode="auto">
          <a:xfrm>
            <a:off x="8692737" y="320634"/>
            <a:ext cx="449287" cy="45126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tx1"/>
                </a:solidFill>
                <a:cs typeface="Arial" charset="0"/>
              </a:defRPr>
            </a:lvl1pPr>
          </a:lstStyle>
          <a:p>
            <a:pPr>
              <a:defRPr/>
            </a:pPr>
            <a:fld id="{6D293EA2-E07A-4E5F-B86E-DC3D3FFD0AED}" type="slidenum">
              <a:rPr lang="nl-NL" smtClean="0"/>
              <a:pPr>
                <a:defRPr/>
              </a:pPr>
              <a:t>‹#›</a:t>
            </a:fld>
            <a:endParaRPr lang="nl-NL" dirty="0"/>
          </a:p>
        </p:txBody>
      </p:sp>
      <p:sp>
        <p:nvSpPr>
          <p:cNvPr id="1033" name="Text Box 9"/>
          <p:cNvSpPr txBox="1">
            <a:spLocks noChangeArrowheads="1"/>
          </p:cNvSpPr>
          <p:nvPr/>
        </p:nvSpPr>
        <p:spPr bwMode="auto">
          <a:xfrm>
            <a:off x="3995738" y="3500438"/>
            <a:ext cx="1368425" cy="366712"/>
          </a:xfrm>
          <a:prstGeom prst="rect">
            <a:avLst/>
          </a:prstGeom>
          <a:noFill/>
          <a:ln w="9525">
            <a:noFill/>
            <a:miter lim="800000"/>
            <a:headEnd/>
            <a:tailEnd/>
          </a:ln>
          <a:effectLst/>
        </p:spPr>
        <p:txBody>
          <a:bodyPr>
            <a:spAutoFit/>
          </a:bodyPr>
          <a:lstStyle/>
          <a:p>
            <a:pPr>
              <a:spcBef>
                <a:spcPct val="50000"/>
              </a:spcBef>
              <a:defRPr/>
            </a:pPr>
            <a:endParaRPr lang="nl-NL" sz="1800" dirty="0">
              <a:solidFill>
                <a:schemeClr val="tx1"/>
              </a:solidFill>
              <a:latin typeface="Arial" charset="0"/>
            </a:endParaRPr>
          </a:p>
        </p:txBody>
      </p:sp>
      <p:cxnSp>
        <p:nvCxnSpPr>
          <p:cNvPr id="12" name="Straight Connector 11"/>
          <p:cNvCxnSpPr/>
          <p:nvPr/>
        </p:nvCxnSpPr>
        <p:spPr bwMode="auto">
          <a:xfrm>
            <a:off x="-1975" y="987466"/>
            <a:ext cx="9144000" cy="158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1036" name="Rectangle 12"/>
          <p:cNvSpPr>
            <a:spLocks noChangeArrowheads="1"/>
          </p:cNvSpPr>
          <p:nvPr/>
        </p:nvSpPr>
        <p:spPr bwMode="auto">
          <a:xfrm>
            <a:off x="1468050" y="6329377"/>
            <a:ext cx="6203950" cy="369332"/>
          </a:xfrm>
          <a:prstGeom prst="rect">
            <a:avLst/>
          </a:prstGeom>
          <a:noFill/>
          <a:ln w="9525">
            <a:noFill/>
            <a:miter lim="800000"/>
            <a:headEnd/>
            <a:tailEnd/>
          </a:ln>
          <a:effectLst/>
        </p:spPr>
        <p:txBody>
          <a:bodyPr>
            <a:spAutoFit/>
          </a:bodyPr>
          <a:lstStyle/>
          <a:p>
            <a:pPr marL="0" marR="0" indent="0" algn="ctr" defTabSz="914400" rtl="0" eaLnBrk="1" fontAlgn="base" latinLnBrk="0" hangingPunct="1">
              <a:lnSpc>
                <a:spcPct val="100000"/>
              </a:lnSpc>
              <a:spcBef>
                <a:spcPct val="0"/>
              </a:spcBef>
              <a:spcAft>
                <a:spcPct val="0"/>
              </a:spcAft>
              <a:buClrTx/>
              <a:buSzTx/>
              <a:buFontTx/>
              <a:buNone/>
              <a:tabLst/>
              <a:defRPr/>
            </a:pPr>
            <a:r>
              <a:rPr lang="en-US" sz="900" b="1" i="1" noProof="0" dirty="0" smtClean="0">
                <a:solidFill>
                  <a:srgbClr val="DDDDDD"/>
                </a:solidFill>
                <a:effectLst>
                  <a:outerShdw blurRad="38100" dist="38100" dir="2700000" algn="tl">
                    <a:srgbClr val="C0C0C0"/>
                  </a:outerShdw>
                </a:effectLst>
              </a:rPr>
              <a:t>©</a:t>
            </a:r>
            <a:r>
              <a:rPr lang="en-US" sz="800" b="1" i="1" noProof="0" dirty="0" smtClean="0">
                <a:solidFill>
                  <a:schemeClr val="bg1">
                    <a:lumMod val="65000"/>
                  </a:schemeClr>
                </a:solidFill>
                <a:effectLst>
                  <a:outerShdw blurRad="38100" dist="38100" dir="2700000" algn="tl">
                    <a:srgbClr val="C0C0C0"/>
                  </a:outerShdw>
                </a:effectLst>
              </a:rPr>
              <a:t>2012</a:t>
            </a:r>
            <a:r>
              <a:rPr lang="en-US" sz="900" b="1" i="1" noProof="0" dirty="0" smtClean="0">
                <a:solidFill>
                  <a:srgbClr val="FF0066"/>
                </a:solidFill>
                <a:effectLst>
                  <a:outerShdw blurRad="38100" dist="38100" dir="2700000" algn="tl">
                    <a:srgbClr val="C0C0C0"/>
                  </a:outerShdw>
                </a:effectLst>
              </a:rPr>
              <a:t> </a:t>
            </a:r>
            <a:r>
              <a:rPr lang="en-US" sz="900" b="1" i="1" dirty="0" smtClean="0">
                <a:solidFill>
                  <a:srgbClr val="FF0000"/>
                </a:solidFill>
                <a:effectLst>
                  <a:outerShdw blurRad="38100" dist="38100" dir="2700000" algn="tl">
                    <a:srgbClr val="C0C0C0"/>
                  </a:outerShdw>
                </a:effectLst>
                <a:latin typeface="Arial" charset="0"/>
              </a:rPr>
              <a:t>S</a:t>
            </a:r>
            <a:r>
              <a:rPr lang="en-US" sz="900" b="1" i="1" dirty="0" smtClean="0">
                <a:solidFill>
                  <a:srgbClr val="002060"/>
                </a:solidFill>
                <a:effectLst>
                  <a:outerShdw blurRad="38100" dist="38100" dir="2700000" algn="tl">
                    <a:srgbClr val="C0C0C0"/>
                  </a:outerShdw>
                </a:effectLst>
                <a:latin typeface="Arial" charset="0"/>
              </a:rPr>
              <a:t>enority: Complex Solutions Delivered Simply</a:t>
            </a:r>
            <a:endParaRPr lang="en-US" sz="900" dirty="0" smtClean="0">
              <a:latin typeface="Arial" charset="0"/>
            </a:endParaRPr>
          </a:p>
          <a:p>
            <a:pPr algn="ctr">
              <a:defRPr/>
            </a:pPr>
            <a:r>
              <a:rPr lang="en-US" sz="900" b="1" i="1" noProof="0" dirty="0" smtClean="0">
                <a:solidFill>
                  <a:srgbClr val="DDDDDD"/>
                </a:solidFill>
                <a:effectLst>
                  <a:outerShdw blurRad="38100" dist="38100" dir="2700000" algn="tl">
                    <a:srgbClr val="C0C0C0"/>
                  </a:outerShdw>
                </a:effectLst>
              </a:rPr>
              <a:t>.</a:t>
            </a:r>
            <a:endParaRPr lang="en-US" sz="900" b="1" i="1" noProof="0" dirty="0">
              <a:solidFill>
                <a:srgbClr val="DDDDDD"/>
              </a:solidFill>
              <a:effectLst>
                <a:outerShdw blurRad="38100" dist="38100" dir="2700000" algn="tl">
                  <a:srgbClr val="C0C0C0"/>
                </a:outerShdw>
              </a:effectLst>
            </a:endParaRPr>
          </a:p>
        </p:txBody>
      </p:sp>
      <p:pic>
        <p:nvPicPr>
          <p:cNvPr id="11" name="Picture 10"/>
          <p:cNvPicPr/>
          <p:nvPr/>
        </p:nvPicPr>
        <p:blipFill>
          <a:blip r:embed="rId6" cstate="print"/>
          <a:srcRect l="3453" b="7632"/>
          <a:stretch>
            <a:fillRect/>
          </a:stretch>
        </p:blipFill>
        <p:spPr bwMode="auto">
          <a:xfrm>
            <a:off x="163513" y="6255000"/>
            <a:ext cx="2162175" cy="609600"/>
          </a:xfrm>
          <a:prstGeom prst="rect">
            <a:avLst/>
          </a:prstGeom>
          <a:noFill/>
          <a:ln w="9525">
            <a:noFill/>
            <a:miter lim="800000"/>
            <a:headEnd/>
            <a:tailEnd/>
          </a:ln>
        </p:spPr>
      </p:pic>
      <p:cxnSp>
        <p:nvCxnSpPr>
          <p:cNvPr id="13" name="Straight Connector 12"/>
          <p:cNvCxnSpPr/>
          <p:nvPr userDrawn="1"/>
        </p:nvCxnSpPr>
        <p:spPr bwMode="auto">
          <a:xfrm>
            <a:off x="-1975" y="6305500"/>
            <a:ext cx="9144000" cy="1588"/>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pic>
        <p:nvPicPr>
          <p:cNvPr id="14" name="Picture 13"/>
          <p:cNvPicPr>
            <a:picLocks noChangeAspect="1"/>
          </p:cNvPicPr>
          <p:nvPr userDrawn="1"/>
        </p:nvPicPr>
        <p:blipFill>
          <a:blip r:embed="rId7" cstate="print"/>
          <a:stretch>
            <a:fillRect/>
          </a:stretch>
        </p:blipFill>
        <p:spPr>
          <a:xfrm>
            <a:off x="7188200" y="6470900"/>
            <a:ext cx="1663700" cy="2794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p:txStyles>
    <p:titleStyle>
      <a:lvl1pPr algn="ctr" rtl="0" eaLnBrk="0" fontAlgn="base" hangingPunct="0">
        <a:spcBef>
          <a:spcPct val="0"/>
        </a:spcBef>
        <a:spcAft>
          <a:spcPct val="0"/>
        </a:spcAft>
        <a:defRPr sz="1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p:titleStyle>
    <p:bodyStyle>
      <a:lvl1pPr marL="342900" indent="-342900" algn="l" rtl="0" eaLnBrk="0" fontAlgn="base" hangingPunct="0">
        <a:spcBef>
          <a:spcPct val="20000"/>
        </a:spcBef>
        <a:spcAft>
          <a:spcPct val="0"/>
        </a:spcAft>
        <a:buChar char="•"/>
        <a:defRPr sz="18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2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2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4.tiff"/></Relationships>
</file>

<file path=ppt/slides/_rels/slide2.xml.rels><?xml version="1.0" encoding="UTF-8" standalone="yes"?>
<Relationships xmlns="http://schemas.openxmlformats.org/package/2006/relationships"><Relationship Id="rId8" Type="http://schemas.openxmlformats.org/officeDocument/2006/relationships/image" Target="../media/image8.gif"/><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image" Target="../media/image15.png"/><Relationship Id="rId4" Type="http://schemas.openxmlformats.org/officeDocument/2006/relationships/diagramLayout" Target="../diagrams/layout4.xml"/><Relationship Id="rId9"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mailto:Steven.Visser@senority.n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5.jpeg"/><Relationship Id="rId4" Type="http://schemas.openxmlformats.org/officeDocument/2006/relationships/hyperlink" Target="http://www.senority.n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jpe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image" Target="../media/image39.png"/><Relationship Id="rId4" Type="http://schemas.openxmlformats.org/officeDocument/2006/relationships/image" Target="../media/image38.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4121187781"/>
              </p:ext>
            </p:extLst>
          </p:nvPr>
        </p:nvGraphicFramePr>
        <p:xfrm>
          <a:off x="-108650" y="1351304"/>
          <a:ext cx="8773884" cy="37555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p:cNvSpPr txBox="1"/>
          <p:nvPr/>
        </p:nvSpPr>
        <p:spPr>
          <a:xfrm>
            <a:off x="3019826" y="5435998"/>
            <a:ext cx="2849626" cy="369332"/>
          </a:xfrm>
          <a:prstGeom prst="rect">
            <a:avLst/>
          </a:prstGeom>
          <a:noFill/>
        </p:spPr>
        <p:txBody>
          <a:bodyPr wrap="none" rtlCol="0">
            <a:spAutoFit/>
          </a:bodyPr>
          <a:lstStyle/>
          <a:p>
            <a:r>
              <a:rPr lang="en-GB" sz="1800" dirty="0" smtClean="0">
                <a:solidFill>
                  <a:srgbClr val="002060"/>
                </a:solidFill>
              </a:rPr>
              <a:t>Rotterdam, April 2012</a:t>
            </a:r>
            <a:endParaRPr lang="en-GB" sz="1800" dirty="0">
              <a:solidFill>
                <a:srgbClr val="002060"/>
              </a:solidFill>
            </a:endParaRPr>
          </a:p>
        </p:txBody>
      </p:sp>
      <p:pic>
        <p:nvPicPr>
          <p:cNvPr id="9" name="98c68698-1950-4925-8248-6fb1ed674539" descr="0D77B304-F2DF-4D62-AC81-2FBEEC9D5E8A"/>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1851" y="4375699"/>
            <a:ext cx="1765353" cy="1693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PastedGraphic-1.tiff"/>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700814" y="4066290"/>
            <a:ext cx="2203417" cy="2203417"/>
          </a:xfrm>
          <a:prstGeom prst="rect">
            <a:avLst/>
          </a:prstGeom>
        </p:spPr>
      </p:pic>
    </p:spTree>
    <p:extLst>
      <p:ext uri="{BB962C8B-B14F-4D97-AF65-F5344CB8AC3E}">
        <p14:creationId xmlns:p14="http://schemas.microsoft.com/office/powerpoint/2010/main" val="29038034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GB" sz="3200" dirty="0">
                <a:solidFill>
                  <a:srgbClr val="002060"/>
                </a:solidFill>
              </a:rPr>
              <a:t>Introducing Senority </a:t>
            </a:r>
          </a:p>
        </p:txBody>
      </p:sp>
      <p:sp>
        <p:nvSpPr>
          <p:cNvPr id="6" name="Content Placeholder 5"/>
          <p:cNvSpPr>
            <a:spLocks noGrp="1"/>
          </p:cNvSpPr>
          <p:nvPr>
            <p:ph idx="4294967295"/>
          </p:nvPr>
        </p:nvSpPr>
        <p:spPr>
          <a:xfrm>
            <a:off x="251400" y="1004811"/>
            <a:ext cx="8305966" cy="2184400"/>
          </a:xfrm>
        </p:spPr>
        <p:txBody>
          <a:bodyPr/>
          <a:lstStyle/>
          <a:p>
            <a:pPr marL="457200" lvl="1" indent="0" algn="ctr">
              <a:buNone/>
            </a:pPr>
            <a:r>
              <a:rPr lang="en-GB" sz="1400" dirty="0" smtClean="0">
                <a:solidFill>
                  <a:srgbClr val="002D72"/>
                </a:solidFill>
                <a:latin typeface="Calibri" pitchFamily="34" charset="0"/>
                <a:ea typeface="+mn-ea"/>
                <a:cs typeface="Calibri" pitchFamily="34" charset="0"/>
              </a:rPr>
              <a:t>Founded </a:t>
            </a:r>
            <a:r>
              <a:rPr lang="en-GB" sz="1400" dirty="0">
                <a:solidFill>
                  <a:srgbClr val="002D72"/>
                </a:solidFill>
                <a:latin typeface="Calibri" pitchFamily="34" charset="0"/>
                <a:ea typeface="+mn-ea"/>
                <a:cs typeface="Calibri" pitchFamily="34" charset="0"/>
              </a:rPr>
              <a:t>by a group of people with deep experience in the services industry who collectively have been challenged over the years because there is no simple "solution" that can help complex client supplier relationships </a:t>
            </a:r>
            <a:endParaRPr lang="en-GB" sz="1400" dirty="0" smtClean="0">
              <a:solidFill>
                <a:srgbClr val="002D72"/>
              </a:solidFill>
              <a:latin typeface="Calibri" pitchFamily="34" charset="0"/>
              <a:ea typeface="+mn-ea"/>
              <a:cs typeface="Calibri" pitchFamily="34" charset="0"/>
            </a:endParaRPr>
          </a:p>
          <a:p>
            <a:pPr marL="457200" lvl="1" indent="0" algn="ctr">
              <a:buNone/>
            </a:pPr>
            <a:endParaRPr lang="en-GB" sz="1400" dirty="0">
              <a:solidFill>
                <a:srgbClr val="002D72"/>
              </a:solidFill>
              <a:latin typeface="Calibri" pitchFamily="34" charset="0"/>
              <a:ea typeface="+mn-ea"/>
              <a:cs typeface="Calibri" pitchFamily="34" charset="0"/>
            </a:endParaRPr>
          </a:p>
          <a:p>
            <a:pPr marL="457200" lvl="1" indent="0" algn="ctr">
              <a:buNone/>
            </a:pPr>
            <a:r>
              <a:rPr lang="en-GB" sz="1400" dirty="0">
                <a:solidFill>
                  <a:srgbClr val="002D72"/>
                </a:solidFill>
                <a:latin typeface="Calibri" pitchFamily="34" charset="0"/>
                <a:ea typeface="+mn-ea"/>
                <a:cs typeface="Calibri" pitchFamily="34" charset="0"/>
              </a:rPr>
              <a:t>We have identified the gap, validated the demand, determined the scope and mobilized </a:t>
            </a:r>
            <a:r>
              <a:rPr lang="en-GB" sz="1400" dirty="0" smtClean="0">
                <a:solidFill>
                  <a:srgbClr val="002D72"/>
                </a:solidFill>
                <a:latin typeface="Calibri" pitchFamily="34" charset="0"/>
                <a:ea typeface="+mn-ea"/>
                <a:cs typeface="Calibri" pitchFamily="34" charset="0"/>
              </a:rPr>
              <a:t>industry </a:t>
            </a:r>
            <a:r>
              <a:rPr lang="en-GB" sz="1400" dirty="0">
                <a:solidFill>
                  <a:srgbClr val="002D72"/>
                </a:solidFill>
                <a:latin typeface="Calibri" pitchFamily="34" charset="0"/>
                <a:ea typeface="+mn-ea"/>
                <a:cs typeface="Calibri" pitchFamily="34" charset="0"/>
              </a:rPr>
              <a:t>experts and developed </a:t>
            </a:r>
            <a:r>
              <a:rPr lang="en-GB" sz="1400" i="1" dirty="0" smtClean="0">
                <a:solidFill>
                  <a:srgbClr val="002D72"/>
                </a:solidFill>
                <a:latin typeface="Calibri" pitchFamily="34" charset="0"/>
                <a:ea typeface="+mn-ea"/>
                <a:cs typeface="Calibri" pitchFamily="34" charset="0"/>
              </a:rPr>
              <a:t>Evaluetor</a:t>
            </a:r>
            <a:r>
              <a:rPr lang="en-GB" sz="1400" i="1" baseline="30000" dirty="0" smtClean="0">
                <a:solidFill>
                  <a:srgbClr val="002D72"/>
                </a:solidFill>
                <a:latin typeface="Calibri" pitchFamily="34" charset="0"/>
                <a:ea typeface="+mn-ea"/>
                <a:cs typeface="Calibri" pitchFamily="34" charset="0"/>
              </a:rPr>
              <a:t>tm </a:t>
            </a:r>
          </a:p>
          <a:p>
            <a:pPr marL="457200" lvl="1" indent="0" algn="ctr">
              <a:buNone/>
            </a:pPr>
            <a:endParaRPr lang="en-GB" sz="1400" baseline="30000" dirty="0">
              <a:solidFill>
                <a:srgbClr val="002D72"/>
              </a:solidFill>
              <a:latin typeface="Calibri" pitchFamily="34" charset="0"/>
              <a:ea typeface="+mn-ea"/>
              <a:cs typeface="Calibri" pitchFamily="34" charset="0"/>
            </a:endParaRPr>
          </a:p>
          <a:p>
            <a:pPr marL="457200" lvl="1" indent="0" algn="ctr">
              <a:buNone/>
            </a:pPr>
            <a:r>
              <a:rPr lang="en-GB" sz="1400" dirty="0">
                <a:solidFill>
                  <a:srgbClr val="002060"/>
                </a:solidFill>
              </a:rPr>
              <a:t>The mission of Senority is to assist outsourcing companies in Improving customer </a:t>
            </a:r>
            <a:r>
              <a:rPr lang="en-GB" sz="1400" dirty="0" smtClean="0">
                <a:solidFill>
                  <a:srgbClr val="002060"/>
                </a:solidFill>
              </a:rPr>
              <a:t>retention, for that w</a:t>
            </a:r>
            <a:r>
              <a:rPr lang="en-GB" sz="1400" dirty="0" smtClean="0">
                <a:solidFill>
                  <a:srgbClr val="002D72"/>
                </a:solidFill>
                <a:latin typeface="Calibri" pitchFamily="34" charset="0"/>
                <a:ea typeface="+mn-ea"/>
                <a:cs typeface="Calibri" pitchFamily="34" charset="0"/>
              </a:rPr>
              <a:t>e have created </a:t>
            </a:r>
            <a:r>
              <a:rPr lang="en-GB" sz="1400" dirty="0">
                <a:solidFill>
                  <a:srgbClr val="002D72"/>
                </a:solidFill>
                <a:latin typeface="Calibri" pitchFamily="34" charset="0"/>
                <a:ea typeface="+mn-ea"/>
                <a:cs typeface="Calibri" pitchFamily="34" charset="0"/>
              </a:rPr>
              <a:t>a solution that consists of 3 “pillars”</a:t>
            </a:r>
          </a:p>
          <a:p>
            <a:pPr lvl="3"/>
            <a:endParaRPr lang="en-GB" dirty="0" smtClean="0"/>
          </a:p>
          <a:p>
            <a:pPr marL="914400" lvl="2" indent="0">
              <a:buNone/>
            </a:pPr>
            <a:endParaRPr lang="en-GB" sz="1600" dirty="0" smtClean="0"/>
          </a:p>
        </p:txBody>
      </p:sp>
      <p:sp>
        <p:nvSpPr>
          <p:cNvPr id="5" name="Slide Number Placeholder 4"/>
          <p:cNvSpPr>
            <a:spLocks noGrp="1"/>
          </p:cNvSpPr>
          <p:nvPr>
            <p:ph type="sldNum" sz="quarter" idx="4294967295"/>
          </p:nvPr>
        </p:nvSpPr>
        <p:spPr>
          <a:xfrm>
            <a:off x="7010400" y="7235825"/>
            <a:ext cx="2133600" cy="268288"/>
          </a:xfrm>
        </p:spPr>
        <p:txBody>
          <a:bodyPr/>
          <a:lstStyle/>
          <a:p>
            <a:pPr>
              <a:defRPr/>
            </a:pPr>
            <a:fld id="{D5F246EE-A698-40F2-9104-E597CE2CF7A1}" type="slidenum">
              <a:rPr lang="nl-NL" smtClean="0"/>
              <a:pPr>
                <a:defRPr/>
              </a:pPr>
              <a:t>2</a:t>
            </a:fld>
            <a:endParaRPr lang="nl-NL" dirty="0"/>
          </a:p>
        </p:txBody>
      </p:sp>
      <p:graphicFrame>
        <p:nvGraphicFramePr>
          <p:cNvPr id="7" name="Diagram 6"/>
          <p:cNvGraphicFramePr/>
          <p:nvPr>
            <p:extLst>
              <p:ext uri="{D42A27DB-BD31-4B8C-83A1-F6EECF244321}">
                <p14:modId xmlns:p14="http://schemas.microsoft.com/office/powerpoint/2010/main" val="2492299200"/>
              </p:ext>
            </p:extLst>
          </p:nvPr>
        </p:nvGraphicFramePr>
        <p:xfrm>
          <a:off x="1850065" y="3231887"/>
          <a:ext cx="5443870" cy="29771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312683" y="5750389"/>
            <a:ext cx="707667" cy="174537"/>
          </a:xfrm>
          <a:prstGeom prst="rect">
            <a:avLst/>
          </a:prstGeom>
        </p:spPr>
      </p:pic>
    </p:spTree>
    <p:extLst>
      <p:ext uri="{BB962C8B-B14F-4D97-AF65-F5344CB8AC3E}">
        <p14:creationId xmlns:p14="http://schemas.microsoft.com/office/powerpoint/2010/main" val="3737571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GB" sz="3200" i="1" dirty="0">
                <a:solidFill>
                  <a:srgbClr val="002060"/>
                </a:solidFill>
              </a:rPr>
              <a:t>Experience in implementing</a:t>
            </a:r>
          </a:p>
        </p:txBody>
      </p:sp>
      <p:graphicFrame>
        <p:nvGraphicFramePr>
          <p:cNvPr id="9" name="Diagram 8"/>
          <p:cNvGraphicFramePr/>
          <p:nvPr>
            <p:extLst>
              <p:ext uri="{D42A27DB-BD31-4B8C-83A1-F6EECF244321}">
                <p14:modId xmlns:p14="http://schemas.microsoft.com/office/powerpoint/2010/main" val="4185648229"/>
              </p:ext>
            </p:extLst>
          </p:nvPr>
        </p:nvGraphicFramePr>
        <p:xfrm>
          <a:off x="107380" y="1196690"/>
          <a:ext cx="8713210" cy="48246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014378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35278"/>
            <a:ext cx="8229600" cy="1143000"/>
          </a:xfrm>
        </p:spPr>
        <p:txBody>
          <a:bodyPr/>
          <a:lstStyle/>
          <a:p>
            <a:r>
              <a:rPr lang="en-GB" sz="3200" dirty="0" smtClean="0">
                <a:solidFill>
                  <a:srgbClr val="002060"/>
                </a:solidFill>
              </a:rPr>
              <a:t>Senority provides...</a:t>
            </a:r>
            <a:endParaRPr lang="en-GB" sz="3200" dirty="0">
              <a:solidFill>
                <a:srgbClr val="002060"/>
              </a:solidFill>
            </a:endParaRPr>
          </a:p>
        </p:txBody>
      </p:sp>
      <p:sp>
        <p:nvSpPr>
          <p:cNvPr id="4" name="Content Placeholder 3"/>
          <p:cNvSpPr>
            <a:spLocks noGrp="1"/>
          </p:cNvSpPr>
          <p:nvPr>
            <p:ph idx="1"/>
          </p:nvPr>
        </p:nvSpPr>
        <p:spPr>
          <a:xfrm>
            <a:off x="152400" y="1145080"/>
            <a:ext cx="8775700" cy="5740400"/>
          </a:xfrm>
        </p:spPr>
        <p:txBody>
          <a:bodyPr>
            <a:noAutofit/>
          </a:bodyPr>
          <a:lstStyle/>
          <a:p>
            <a:pPr lvl="0"/>
            <a:r>
              <a:rPr lang="en-GB" sz="2000" dirty="0" smtClean="0">
                <a:solidFill>
                  <a:srgbClr val="002060"/>
                </a:solidFill>
              </a:rPr>
              <a:t>Senority helps service providers to improve customer satisfaction, thus realizing</a:t>
            </a:r>
          </a:p>
          <a:p>
            <a:pPr lvl="1"/>
            <a:r>
              <a:rPr lang="en-GB" sz="1800" dirty="0" smtClean="0">
                <a:solidFill>
                  <a:srgbClr val="002060"/>
                </a:solidFill>
              </a:rPr>
              <a:t>Higher renewability rate</a:t>
            </a:r>
          </a:p>
          <a:p>
            <a:pPr lvl="1"/>
            <a:r>
              <a:rPr lang="en-GB" sz="1800" dirty="0" smtClean="0">
                <a:solidFill>
                  <a:srgbClr val="002060"/>
                </a:solidFill>
              </a:rPr>
              <a:t>Higher growth of wallet share</a:t>
            </a:r>
          </a:p>
          <a:p>
            <a:pPr lvl="1"/>
            <a:r>
              <a:rPr lang="en-GB" sz="1800" dirty="0" smtClean="0">
                <a:solidFill>
                  <a:srgbClr val="002060"/>
                </a:solidFill>
              </a:rPr>
              <a:t>Higher referenceability</a:t>
            </a:r>
          </a:p>
          <a:p>
            <a:pPr lvl="0">
              <a:spcBef>
                <a:spcPts val="0"/>
              </a:spcBef>
            </a:pPr>
            <a:r>
              <a:rPr lang="en-GB" dirty="0" smtClean="0">
                <a:solidFill>
                  <a:srgbClr val="002060"/>
                </a:solidFill>
              </a:rPr>
              <a:t>By implementing our </a:t>
            </a:r>
            <a:r>
              <a:rPr lang="en-GB" dirty="0" err="1" smtClean="0">
                <a:solidFill>
                  <a:srgbClr val="002060"/>
                </a:solidFill>
              </a:rPr>
              <a:t>Evaluetor</a:t>
            </a:r>
            <a:r>
              <a:rPr lang="en-GB" dirty="0" smtClean="0">
                <a:solidFill>
                  <a:srgbClr val="002060"/>
                </a:solidFill>
              </a:rPr>
              <a:t> software and : </a:t>
            </a:r>
          </a:p>
          <a:p>
            <a:pPr lvl="1">
              <a:spcBef>
                <a:spcPts val="0"/>
              </a:spcBef>
            </a:pPr>
            <a:r>
              <a:rPr lang="en-GB" sz="1800" dirty="0" smtClean="0">
                <a:solidFill>
                  <a:srgbClr val="002060"/>
                </a:solidFill>
              </a:rPr>
              <a:t>a process for obtaining an objective transparent view of the account</a:t>
            </a:r>
          </a:p>
          <a:p>
            <a:pPr lvl="2">
              <a:spcBef>
                <a:spcPts val="0"/>
              </a:spcBef>
            </a:pPr>
            <a:r>
              <a:rPr lang="en-GB" sz="1200" dirty="0" smtClean="0">
                <a:solidFill>
                  <a:srgbClr val="002060"/>
                </a:solidFill>
              </a:rPr>
              <a:t>Internal status of the account</a:t>
            </a:r>
          </a:p>
          <a:p>
            <a:pPr lvl="2">
              <a:spcBef>
                <a:spcPts val="0"/>
              </a:spcBef>
            </a:pPr>
            <a:r>
              <a:rPr lang="en-GB" sz="1200" dirty="0" smtClean="0">
                <a:solidFill>
                  <a:srgbClr val="002060"/>
                </a:solidFill>
              </a:rPr>
              <a:t>Voice of the customer</a:t>
            </a:r>
          </a:p>
          <a:p>
            <a:pPr lvl="1">
              <a:spcBef>
                <a:spcPts val="0"/>
              </a:spcBef>
            </a:pPr>
            <a:r>
              <a:rPr lang="en-GB" sz="1800" dirty="0" smtClean="0">
                <a:solidFill>
                  <a:srgbClr val="002060"/>
                </a:solidFill>
              </a:rPr>
              <a:t>a process for defining and monitoring customer improvement plans</a:t>
            </a:r>
          </a:p>
          <a:p>
            <a:pPr lvl="2">
              <a:spcBef>
                <a:spcPts val="0"/>
              </a:spcBef>
            </a:pPr>
            <a:r>
              <a:rPr lang="en-GB" sz="1200" dirty="0" smtClean="0">
                <a:solidFill>
                  <a:srgbClr val="002060"/>
                </a:solidFill>
              </a:rPr>
              <a:t>Improvement actions</a:t>
            </a:r>
          </a:p>
          <a:p>
            <a:pPr lvl="2">
              <a:spcBef>
                <a:spcPts val="0"/>
              </a:spcBef>
            </a:pPr>
            <a:r>
              <a:rPr lang="en-GB" sz="1200" dirty="0" smtClean="0">
                <a:solidFill>
                  <a:srgbClr val="002060"/>
                </a:solidFill>
              </a:rPr>
              <a:t>Owners</a:t>
            </a:r>
          </a:p>
          <a:p>
            <a:pPr lvl="2">
              <a:spcBef>
                <a:spcPts val="0"/>
              </a:spcBef>
            </a:pPr>
            <a:r>
              <a:rPr lang="en-GB" sz="1200" dirty="0" smtClean="0">
                <a:solidFill>
                  <a:srgbClr val="002060"/>
                </a:solidFill>
              </a:rPr>
              <a:t>Deadlines</a:t>
            </a:r>
          </a:p>
          <a:p>
            <a:pPr lvl="1">
              <a:spcBef>
                <a:spcPts val="0"/>
              </a:spcBef>
            </a:pPr>
            <a:r>
              <a:rPr lang="en-GB" sz="1800" dirty="0" smtClean="0">
                <a:solidFill>
                  <a:srgbClr val="002060"/>
                </a:solidFill>
              </a:rPr>
              <a:t>a process for managing contractual agreements</a:t>
            </a:r>
          </a:p>
          <a:p>
            <a:pPr lvl="2">
              <a:spcBef>
                <a:spcPts val="0"/>
              </a:spcBef>
            </a:pPr>
            <a:r>
              <a:rPr lang="en-GB" sz="1200" dirty="0" smtClean="0">
                <a:solidFill>
                  <a:srgbClr val="002060"/>
                </a:solidFill>
              </a:rPr>
              <a:t>Contract reviews</a:t>
            </a:r>
          </a:p>
          <a:p>
            <a:pPr lvl="2">
              <a:spcBef>
                <a:spcPts val="0"/>
              </a:spcBef>
            </a:pPr>
            <a:r>
              <a:rPr lang="en-GB" sz="1200" dirty="0" smtClean="0">
                <a:solidFill>
                  <a:srgbClr val="002060"/>
                </a:solidFill>
              </a:rPr>
              <a:t>Obligations</a:t>
            </a:r>
          </a:p>
          <a:p>
            <a:pPr lvl="2">
              <a:spcBef>
                <a:spcPts val="0"/>
              </a:spcBef>
            </a:pPr>
            <a:r>
              <a:rPr lang="en-GB" sz="1200" dirty="0" smtClean="0">
                <a:solidFill>
                  <a:srgbClr val="002060"/>
                </a:solidFill>
              </a:rPr>
              <a:t>Risks</a:t>
            </a:r>
          </a:p>
          <a:p>
            <a:pPr lvl="1">
              <a:spcBef>
                <a:spcPts val="0"/>
              </a:spcBef>
            </a:pPr>
            <a:r>
              <a:rPr lang="en-GB" sz="1800" dirty="0" smtClean="0">
                <a:solidFill>
                  <a:srgbClr val="002060"/>
                </a:solidFill>
              </a:rPr>
              <a:t>an account dashboards for management</a:t>
            </a:r>
          </a:p>
          <a:p>
            <a:pPr lvl="2">
              <a:spcBef>
                <a:spcPts val="0"/>
              </a:spcBef>
            </a:pPr>
            <a:r>
              <a:rPr lang="en-GB" sz="1200" dirty="0" smtClean="0">
                <a:solidFill>
                  <a:srgbClr val="002060"/>
                </a:solidFill>
              </a:rPr>
              <a:t>Account status</a:t>
            </a:r>
          </a:p>
          <a:p>
            <a:pPr lvl="2">
              <a:spcBef>
                <a:spcPts val="0"/>
              </a:spcBef>
            </a:pPr>
            <a:r>
              <a:rPr lang="en-GB" sz="1200" dirty="0" smtClean="0">
                <a:solidFill>
                  <a:srgbClr val="002060"/>
                </a:solidFill>
              </a:rPr>
              <a:t>Alerts (contract &amp; relationship)</a:t>
            </a:r>
          </a:p>
          <a:p>
            <a:pPr lvl="2">
              <a:spcBef>
                <a:spcPts val="0"/>
              </a:spcBef>
            </a:pPr>
            <a:r>
              <a:rPr lang="en-GB" sz="1200" dirty="0" smtClean="0">
                <a:solidFill>
                  <a:srgbClr val="002060"/>
                </a:solidFill>
              </a:rPr>
              <a:t>Escalations</a:t>
            </a:r>
          </a:p>
          <a:p>
            <a:pPr lvl="0">
              <a:spcBef>
                <a:spcPts val="0"/>
              </a:spcBef>
            </a:pPr>
            <a:endParaRPr lang="en-GB" dirty="0">
              <a:solidFill>
                <a:srgbClr val="002060"/>
              </a:solidFill>
            </a:endParaRPr>
          </a:p>
        </p:txBody>
      </p:sp>
    </p:spTree>
    <p:extLst>
      <p:ext uri="{BB962C8B-B14F-4D97-AF65-F5344CB8AC3E}">
        <p14:creationId xmlns:p14="http://schemas.microsoft.com/office/powerpoint/2010/main" val="14450629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entagon 7"/>
          <p:cNvSpPr/>
          <p:nvPr/>
        </p:nvSpPr>
        <p:spPr bwMode="auto">
          <a:xfrm>
            <a:off x="251400" y="1628750"/>
            <a:ext cx="8785220" cy="4464620"/>
          </a:xfrm>
          <a:prstGeom prst="homePlate">
            <a:avLst>
              <a:gd name="adj" fmla="val 33359"/>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smtClean="0">
              <a:ln>
                <a:noFill/>
              </a:ln>
              <a:solidFill>
                <a:schemeClr val="tx2"/>
              </a:solidFill>
              <a:effectLst/>
              <a:latin typeface="Verdana" pitchFamily="34" charset="0"/>
              <a:cs typeface="Arial"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634071124"/>
              </p:ext>
            </p:extLst>
          </p:nvPr>
        </p:nvGraphicFramePr>
        <p:xfrm>
          <a:off x="395420" y="1662383"/>
          <a:ext cx="569902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p:txBody>
          <a:bodyPr anchor="t"/>
          <a:lstStyle/>
          <a:p>
            <a:r>
              <a:rPr lang="en-US" sz="2400" dirty="0">
                <a:solidFill>
                  <a:srgbClr val="002060"/>
                </a:solidFill>
              </a:rPr>
              <a:t>To help you install and sustain a </a:t>
            </a:r>
            <a:r>
              <a:rPr lang="en-GB" sz="2400" dirty="0" smtClean="0">
                <a:solidFill>
                  <a:srgbClr val="002060"/>
                </a:solidFill>
              </a:rPr>
              <a:t>client </a:t>
            </a:r>
            <a:r>
              <a:rPr lang="en-GB" sz="2400" dirty="0">
                <a:solidFill>
                  <a:srgbClr val="002060"/>
                </a:solidFill>
              </a:rPr>
              <a:t>driven continuous improvement process, we </a:t>
            </a:r>
            <a:r>
              <a:rPr lang="en-GB" sz="2400" dirty="0" smtClean="0">
                <a:solidFill>
                  <a:srgbClr val="002060"/>
                </a:solidFill>
              </a:rPr>
              <a:t>implement     </a:t>
            </a:r>
            <a:r>
              <a:rPr lang="en-GB" sz="2400" i="1" dirty="0" smtClean="0">
                <a:solidFill>
                  <a:srgbClr val="002060"/>
                </a:solidFill>
              </a:rPr>
              <a:t>Evaluetor</a:t>
            </a:r>
            <a:r>
              <a:rPr lang="en-GB" sz="2400" baseline="30000" dirty="0" smtClean="0">
                <a:solidFill>
                  <a:srgbClr val="002060"/>
                </a:solidFill>
              </a:rPr>
              <a:t>©</a:t>
            </a:r>
            <a:r>
              <a:rPr lang="en-GB" sz="2400" dirty="0" smtClean="0">
                <a:solidFill>
                  <a:srgbClr val="002060"/>
                </a:solidFill>
              </a:rPr>
              <a:t>.</a:t>
            </a:r>
            <a:r>
              <a:rPr lang="en-GB" sz="2400" dirty="0">
                <a:solidFill>
                  <a:srgbClr val="002060"/>
                </a:solidFill>
              </a:rPr>
              <a:t/>
            </a:r>
            <a:br>
              <a:rPr lang="en-GB" sz="2400" dirty="0">
                <a:solidFill>
                  <a:srgbClr val="002060"/>
                </a:solidFill>
              </a:rPr>
            </a:br>
            <a:endParaRPr lang="en-GB" sz="2400" dirty="0">
              <a:solidFill>
                <a:srgbClr val="002060"/>
              </a:solidFill>
            </a:endParaRPr>
          </a:p>
        </p:txBody>
      </p:sp>
      <p:sp>
        <p:nvSpPr>
          <p:cNvPr id="12" name="TextBox 11"/>
          <p:cNvSpPr txBox="1"/>
          <p:nvPr/>
        </p:nvSpPr>
        <p:spPr>
          <a:xfrm>
            <a:off x="316089" y="1056569"/>
            <a:ext cx="8827911" cy="461665"/>
          </a:xfrm>
          <a:prstGeom prst="rect">
            <a:avLst/>
          </a:prstGeom>
          <a:noFill/>
        </p:spPr>
        <p:txBody>
          <a:bodyPr wrap="square" rtlCol="0">
            <a:spAutoFit/>
          </a:bodyPr>
          <a:lstStyle/>
          <a:p>
            <a:r>
              <a:rPr lang="en-GB" sz="1200" dirty="0" smtClean="0">
                <a:solidFill>
                  <a:srgbClr val="002060"/>
                </a:solidFill>
              </a:rPr>
              <a:t>This will bring</a:t>
            </a:r>
            <a:r>
              <a:rPr lang="en-US" sz="1200" dirty="0" smtClean="0">
                <a:solidFill>
                  <a:srgbClr val="002060"/>
                </a:solidFill>
              </a:rPr>
              <a:t> insight and visibility on the quality of your services and the perception thereof. </a:t>
            </a:r>
            <a:r>
              <a:rPr lang="en-US" sz="1200" dirty="0">
                <a:solidFill>
                  <a:srgbClr val="002060"/>
                </a:solidFill>
              </a:rPr>
              <a:t>D</a:t>
            </a:r>
            <a:r>
              <a:rPr lang="en-US" sz="1200" dirty="0" smtClean="0">
                <a:solidFill>
                  <a:srgbClr val="002060"/>
                </a:solidFill>
              </a:rPr>
              <a:t>elivery will be tuned to achieve optimal Customer Satisfaction using a collaboration platform.</a:t>
            </a:r>
            <a:endParaRPr lang="en-GB" sz="1200" dirty="0">
              <a:solidFill>
                <a:srgbClr val="002060"/>
              </a:solidFill>
            </a:endParaRPr>
          </a:p>
        </p:txBody>
      </p:sp>
      <p:sp>
        <p:nvSpPr>
          <p:cNvPr id="48" name="7-Point Star 47"/>
          <p:cNvSpPr/>
          <p:nvPr/>
        </p:nvSpPr>
        <p:spPr bwMode="auto">
          <a:xfrm>
            <a:off x="6769100" y="3422650"/>
            <a:ext cx="1171575" cy="1301750"/>
          </a:xfrm>
          <a:prstGeom prst="star7">
            <a:avLst/>
          </a:prstGeom>
          <a:noFill/>
          <a:ln w="9525" cap="flat" cmpd="sng" algn="ctr">
            <a:noFill/>
            <a:prstDash val="solid"/>
            <a:round/>
            <a:headEnd type="none" w="med" len="med"/>
            <a:tailEnd type="none" w="med" len="med"/>
          </a:ln>
          <a:effectLst/>
        </p:spPr>
        <p:txBody>
          <a:bodyPr anchor="ctr"/>
          <a:lstStyle/>
          <a:p>
            <a:pPr algn="ctr">
              <a:defRPr/>
            </a:pPr>
            <a:endParaRPr lang="nl-NL" sz="4400" dirty="0"/>
          </a:p>
        </p:txBody>
      </p:sp>
      <p:sp>
        <p:nvSpPr>
          <p:cNvPr id="49" name="AutoShape 3"/>
          <p:cNvSpPr>
            <a:spLocks noChangeAspect="1" noChangeArrowheads="1"/>
          </p:cNvSpPr>
          <p:nvPr/>
        </p:nvSpPr>
        <p:spPr bwMode="auto">
          <a:xfrm>
            <a:off x="3870325" y="2890838"/>
            <a:ext cx="1708150" cy="1304925"/>
          </a:xfrm>
          <a:prstGeom prst="rect">
            <a:avLst/>
          </a:prstGeom>
          <a:noFill/>
          <a:ln w="9525">
            <a:noFill/>
            <a:miter lim="800000"/>
            <a:headEnd/>
            <a:tailEnd/>
          </a:ln>
        </p:spPr>
        <p:txBody>
          <a:bodyPr/>
          <a:lstStyle/>
          <a:p>
            <a:pPr algn="ctr"/>
            <a:endParaRPr lang="en-US"/>
          </a:p>
        </p:txBody>
      </p:sp>
      <p:pic>
        <p:nvPicPr>
          <p:cNvPr id="6" name="Picture 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73785" y="595080"/>
            <a:ext cx="219075" cy="190500"/>
          </a:xfrm>
          <a:prstGeom prst="rect">
            <a:avLst/>
          </a:prstGeom>
        </p:spPr>
      </p:pic>
      <p:sp>
        <p:nvSpPr>
          <p:cNvPr id="14" name="TextBox 13"/>
          <p:cNvSpPr txBox="1"/>
          <p:nvPr/>
        </p:nvSpPr>
        <p:spPr>
          <a:xfrm>
            <a:off x="6192860" y="3060841"/>
            <a:ext cx="2771750" cy="1600438"/>
          </a:xfrm>
          <a:prstGeom prst="rect">
            <a:avLst/>
          </a:prstGeom>
          <a:noFill/>
        </p:spPr>
        <p:txBody>
          <a:bodyPr wrap="square" rtlCol="0">
            <a:spAutoFit/>
          </a:bodyPr>
          <a:lstStyle/>
          <a:p>
            <a:pPr marL="285750" lvl="0" indent="-285750">
              <a:buBlip>
                <a:blip r:embed="rId9"/>
              </a:buBlip>
            </a:pPr>
            <a:r>
              <a:rPr lang="en-GB" sz="1400" b="1" dirty="0" smtClean="0">
                <a:ln w="18415" cmpd="sng">
                  <a:prstDash val="solid"/>
                </a:ln>
                <a:solidFill>
                  <a:schemeClr val="accent5">
                    <a:lumMod val="25000"/>
                  </a:schemeClr>
                </a:solidFill>
                <a:latin typeface="Calibri" pitchFamily="34" charset="0"/>
                <a:cs typeface="Calibri" pitchFamily="34" charset="0"/>
              </a:rPr>
              <a:t>More contract renewals</a:t>
            </a:r>
          </a:p>
          <a:p>
            <a:pPr marL="285750" lvl="0" indent="-285750">
              <a:buBlip>
                <a:blip r:embed="rId9"/>
              </a:buBlip>
            </a:pPr>
            <a:r>
              <a:rPr lang="en-GB" sz="1400" b="1" dirty="0" smtClean="0">
                <a:ln w="18415" cmpd="sng">
                  <a:prstDash val="solid"/>
                </a:ln>
                <a:solidFill>
                  <a:schemeClr val="accent5">
                    <a:lumMod val="25000"/>
                  </a:schemeClr>
                </a:solidFill>
                <a:latin typeface="Calibri" pitchFamily="34" charset="0"/>
                <a:cs typeface="Calibri" pitchFamily="34" charset="0"/>
              </a:rPr>
              <a:t>Increase references (Promoters)</a:t>
            </a:r>
          </a:p>
          <a:p>
            <a:pPr marL="285750" lvl="0" indent="-285750">
              <a:buBlip>
                <a:blip r:embed="rId9"/>
              </a:buBlip>
            </a:pPr>
            <a:r>
              <a:rPr lang="en-GB" sz="1400" b="1" dirty="0" smtClean="0">
                <a:ln w="18415" cmpd="sng">
                  <a:prstDash val="solid"/>
                </a:ln>
                <a:solidFill>
                  <a:schemeClr val="accent5">
                    <a:lumMod val="25000"/>
                  </a:schemeClr>
                </a:solidFill>
                <a:latin typeface="Calibri" pitchFamily="34" charset="0"/>
                <a:cs typeface="Calibri" pitchFamily="34" charset="0"/>
              </a:rPr>
              <a:t>De-risked </a:t>
            </a:r>
            <a:r>
              <a:rPr lang="en-GB" sz="1400" b="1" dirty="0">
                <a:ln w="18415" cmpd="sng">
                  <a:prstDash val="solid"/>
                </a:ln>
                <a:solidFill>
                  <a:schemeClr val="accent5">
                    <a:lumMod val="25000"/>
                  </a:schemeClr>
                </a:solidFill>
                <a:latin typeface="Calibri" pitchFamily="34" charset="0"/>
                <a:cs typeface="Calibri" pitchFamily="34" charset="0"/>
              </a:rPr>
              <a:t>p</a:t>
            </a:r>
            <a:r>
              <a:rPr lang="en-GB" sz="1400" b="1" dirty="0" smtClean="0">
                <a:ln w="18415" cmpd="sng">
                  <a:prstDash val="solid"/>
                </a:ln>
                <a:solidFill>
                  <a:schemeClr val="accent5">
                    <a:lumMod val="25000"/>
                  </a:schemeClr>
                </a:solidFill>
                <a:latin typeface="Calibri" pitchFamily="34" charset="0"/>
                <a:cs typeface="Calibri" pitchFamily="34" charset="0"/>
              </a:rPr>
              <a:t>ortfolio</a:t>
            </a:r>
          </a:p>
          <a:p>
            <a:pPr marL="285750" lvl="0" indent="-285750">
              <a:buBlip>
                <a:blip r:embed="rId9"/>
              </a:buBlip>
            </a:pPr>
            <a:r>
              <a:rPr lang="en-GB" sz="1400" b="1" dirty="0" smtClean="0">
                <a:ln w="18415" cmpd="sng">
                  <a:prstDash val="solid"/>
                </a:ln>
                <a:solidFill>
                  <a:schemeClr val="accent5">
                    <a:lumMod val="25000"/>
                  </a:schemeClr>
                </a:solidFill>
                <a:latin typeface="Calibri" pitchFamily="34" charset="0"/>
                <a:cs typeface="Calibri" pitchFamily="34" charset="0"/>
              </a:rPr>
              <a:t>More revenue with existing clients</a:t>
            </a:r>
          </a:p>
          <a:p>
            <a:pPr marL="285750" lvl="0" indent="-285750">
              <a:buBlip>
                <a:blip r:embed="rId9"/>
              </a:buBlip>
            </a:pPr>
            <a:r>
              <a:rPr lang="en-GB" sz="1400" b="1" dirty="0" smtClean="0">
                <a:ln w="18415" cmpd="sng">
                  <a:prstDash val="solid"/>
                </a:ln>
                <a:solidFill>
                  <a:schemeClr val="accent5">
                    <a:lumMod val="25000"/>
                  </a:schemeClr>
                </a:solidFill>
                <a:latin typeface="Calibri" pitchFamily="34" charset="0"/>
                <a:cs typeface="Calibri" pitchFamily="34" charset="0"/>
              </a:rPr>
              <a:t>Decrease operational cost</a:t>
            </a:r>
          </a:p>
        </p:txBody>
      </p:sp>
      <p:pic>
        <p:nvPicPr>
          <p:cNvPr id="9"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30556" y="1837956"/>
            <a:ext cx="139936" cy="124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01740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420" y="0"/>
            <a:ext cx="8229600" cy="1143000"/>
          </a:xfrm>
          <a:noFill/>
          <a:ln w="9525">
            <a:noFill/>
            <a:miter lim="800000"/>
            <a:headEnd/>
            <a:tailEnd/>
          </a:ln>
        </p:spPr>
        <p:txBody>
          <a:bodyPr vert="horz" wrap="square" lIns="91440" tIns="45720" rIns="91440" bIns="45720" numCol="1" anchor="ctr" anchorCtr="0" compatLnSpc="1">
            <a:prstTxWarp prst="textNoShape">
              <a:avLst/>
            </a:prstTxWarp>
          </a:bodyPr>
          <a:lstStyle/>
          <a:p>
            <a:r>
              <a:rPr lang="en-GB" sz="2800" dirty="0" smtClean="0">
                <a:solidFill>
                  <a:srgbClr val="002060"/>
                </a:solidFill>
              </a:rPr>
              <a:t>Hands-on Benefits using the </a:t>
            </a:r>
            <a:br>
              <a:rPr lang="en-GB" sz="2800" dirty="0" smtClean="0">
                <a:solidFill>
                  <a:srgbClr val="002060"/>
                </a:solidFill>
              </a:rPr>
            </a:br>
            <a:r>
              <a:rPr lang="en-GB" sz="2800" dirty="0" smtClean="0">
                <a:solidFill>
                  <a:srgbClr val="002060"/>
                </a:solidFill>
              </a:rPr>
              <a:t>collaboration platform   </a:t>
            </a:r>
            <a:r>
              <a:rPr lang="en-GB" sz="2800" dirty="0" smtClean="0"/>
              <a:t>  </a:t>
            </a:r>
            <a:r>
              <a:rPr lang="en-GB" sz="2400" i="1" dirty="0" err="1" smtClean="0">
                <a:solidFill>
                  <a:schemeClr val="accent5">
                    <a:lumMod val="25000"/>
                  </a:schemeClr>
                </a:solidFill>
              </a:rPr>
              <a:t>Evaluetor</a:t>
            </a:r>
            <a:r>
              <a:rPr lang="en-GB" sz="2400" baseline="30000" dirty="0" smtClean="0"/>
              <a:t>©</a:t>
            </a:r>
            <a:r>
              <a:rPr lang="en-GB" sz="2800" dirty="0" smtClean="0"/>
              <a:t>.</a:t>
            </a:r>
            <a:endParaRPr lang="en-GB" sz="2800" dirty="0">
              <a:solidFill>
                <a:srgbClr val="002060"/>
              </a:solidFill>
            </a:endParaRPr>
          </a:p>
        </p:txBody>
      </p:sp>
      <p:sp>
        <p:nvSpPr>
          <p:cNvPr id="4" name="Content Placeholder 3"/>
          <p:cNvSpPr>
            <a:spLocks noGrp="1"/>
          </p:cNvSpPr>
          <p:nvPr>
            <p:ph idx="1"/>
          </p:nvPr>
        </p:nvSpPr>
        <p:spPr>
          <a:xfrm>
            <a:off x="539440" y="1196690"/>
            <a:ext cx="7633060" cy="5008725"/>
          </a:xfrm>
        </p:spPr>
        <p:txBody>
          <a:bodyPr>
            <a:noAutofit/>
          </a:bodyPr>
          <a:lstStyle/>
          <a:p>
            <a:pPr lvl="0">
              <a:buNone/>
            </a:pPr>
            <a:r>
              <a:rPr lang="en-GB" dirty="0" smtClean="0">
                <a:solidFill>
                  <a:srgbClr val="002060"/>
                </a:solidFill>
              </a:rPr>
              <a:t>Including:</a:t>
            </a:r>
          </a:p>
          <a:p>
            <a:pPr lvl="0"/>
            <a:r>
              <a:rPr lang="en-GB" dirty="0" smtClean="0">
                <a:solidFill>
                  <a:srgbClr val="002060"/>
                </a:solidFill>
              </a:rPr>
              <a:t>Secure all communication including email </a:t>
            </a:r>
          </a:p>
          <a:p>
            <a:pPr lvl="0"/>
            <a:r>
              <a:rPr lang="en-GB" dirty="0" smtClean="0">
                <a:solidFill>
                  <a:srgbClr val="002060"/>
                </a:solidFill>
              </a:rPr>
              <a:t>Secure and store all client intelligence </a:t>
            </a:r>
          </a:p>
          <a:p>
            <a:pPr lvl="0"/>
            <a:r>
              <a:rPr lang="en-GB" dirty="0" smtClean="0">
                <a:solidFill>
                  <a:srgbClr val="002060"/>
                </a:solidFill>
              </a:rPr>
              <a:t>Central location for all information agreed including Master Service agreements, Statement of Works, Contract schedules  available for all key stakeholders on an account;</a:t>
            </a:r>
          </a:p>
          <a:p>
            <a:pPr lvl="0"/>
            <a:r>
              <a:rPr lang="en-GB" dirty="0" smtClean="0">
                <a:solidFill>
                  <a:srgbClr val="002060"/>
                </a:solidFill>
              </a:rPr>
              <a:t>Alerts configured in the contract and / or additional schedules</a:t>
            </a:r>
          </a:p>
          <a:p>
            <a:r>
              <a:rPr lang="en-GB" dirty="0" smtClean="0">
                <a:solidFill>
                  <a:srgbClr val="002060"/>
                </a:solidFill>
              </a:rPr>
              <a:t>Central storage of historical data including Governance documents, financial reports, press releases, proposals etc.</a:t>
            </a:r>
          </a:p>
          <a:p>
            <a:endParaRPr lang="en-GB" dirty="0" smtClean="0">
              <a:solidFill>
                <a:srgbClr val="002060"/>
              </a:solidFill>
            </a:endParaRPr>
          </a:p>
          <a:p>
            <a:endParaRPr lang="en-GB" dirty="0">
              <a:solidFill>
                <a:srgbClr val="002060"/>
              </a:solidFill>
            </a:endParaRPr>
          </a:p>
        </p:txBody>
      </p:sp>
      <p:pic>
        <p:nvPicPr>
          <p:cNvPr id="5"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110" y="692620"/>
            <a:ext cx="248435" cy="216030"/>
          </a:xfrm>
          <a:prstGeom prst="rect">
            <a:avLst/>
          </a:prstGeom>
        </p:spPr>
      </p:pic>
    </p:spTree>
    <p:extLst>
      <p:ext uri="{BB962C8B-B14F-4D97-AF65-F5344CB8AC3E}">
        <p14:creationId xmlns:p14="http://schemas.microsoft.com/office/powerpoint/2010/main" val="34147318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1"/>
          <p:cNvGrpSpPr/>
          <p:nvPr/>
        </p:nvGrpSpPr>
        <p:grpSpPr>
          <a:xfrm>
            <a:off x="3425363" y="2790960"/>
            <a:ext cx="2223912" cy="1930400"/>
            <a:chOff x="3206044" y="2774245"/>
            <a:chExt cx="2223912" cy="1930400"/>
          </a:xfrm>
        </p:grpSpPr>
        <p:sp>
          <p:nvSpPr>
            <p:cNvPr id="30" name="Quad Arrow Callout 29"/>
            <p:cNvSpPr/>
            <p:nvPr/>
          </p:nvSpPr>
          <p:spPr bwMode="auto">
            <a:xfrm>
              <a:off x="3206044" y="2774245"/>
              <a:ext cx="2223912" cy="1930400"/>
            </a:xfrm>
            <a:prstGeom prst="quadArrowCallout">
              <a:avLst>
                <a:gd name="adj1" fmla="val 0"/>
                <a:gd name="adj2" fmla="val 5065"/>
                <a:gd name="adj3" fmla="val 19685"/>
                <a:gd name="adj4" fmla="val 48123"/>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GB" sz="1100" dirty="0" smtClean="0">
                  <a:solidFill>
                    <a:schemeClr val="tx2"/>
                  </a:solidFill>
                </a:rPr>
                <a:t>Contract</a:t>
              </a:r>
            </a:p>
            <a:p>
              <a:pPr algn="ctr"/>
              <a:r>
                <a:rPr lang="en-GB" sz="1100" dirty="0" smtClean="0">
                  <a:solidFill>
                    <a:schemeClr val="tx2"/>
                  </a:solidFill>
                </a:rPr>
                <a:t>Event </a:t>
              </a:r>
            </a:p>
            <a:p>
              <a:pPr algn="ctr"/>
              <a:r>
                <a:rPr lang="en-GB" sz="1100" dirty="0" smtClean="0">
                  <a:solidFill>
                    <a:schemeClr val="tx2"/>
                  </a:solidFill>
                </a:rPr>
                <a:t>Action</a:t>
              </a:r>
            </a:p>
            <a:p>
              <a:pPr algn="ctr"/>
              <a:r>
                <a:rPr lang="en-GB" sz="1100" dirty="0" smtClean="0">
                  <a:solidFill>
                    <a:schemeClr val="tx2"/>
                  </a:solidFill>
                </a:rPr>
                <a:t>Log</a:t>
              </a:r>
            </a:p>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smtClean="0">
                <a:ln>
                  <a:noFill/>
                </a:ln>
                <a:solidFill>
                  <a:schemeClr val="tx2"/>
                </a:solidFill>
                <a:effectLst/>
                <a:latin typeface="Verdana" pitchFamily="34" charset="0"/>
                <a:cs typeface="Arial" charset="0"/>
              </a:endParaRPr>
            </a:p>
          </p:txBody>
        </p:sp>
        <p:pic>
          <p:nvPicPr>
            <p:cNvPr id="38" name="Picture 193" descr="Evaluetor-Logo"/>
            <p:cNvPicPr>
              <a:picLocks noChangeAspect="1" noChangeArrowheads="1"/>
            </p:cNvPicPr>
            <p:nvPr/>
          </p:nvPicPr>
          <p:blipFill>
            <a:blip r:embed="rId3" cstate="print"/>
            <a:srcRect/>
            <a:stretch>
              <a:fillRect/>
            </a:stretch>
          </p:blipFill>
          <p:spPr bwMode="auto">
            <a:xfrm>
              <a:off x="3262487" y="3128256"/>
              <a:ext cx="2082800" cy="1196975"/>
            </a:xfrm>
            <a:prstGeom prst="rect">
              <a:avLst/>
            </a:prstGeom>
            <a:noFill/>
          </p:spPr>
        </p:pic>
      </p:grpSp>
      <p:pic>
        <p:nvPicPr>
          <p:cNvPr id="28" name="Picture 3"/>
          <p:cNvPicPr>
            <a:picLocks noChangeAspect="1" noChangeArrowheads="1"/>
          </p:cNvPicPr>
          <p:nvPr/>
        </p:nvPicPr>
        <p:blipFill>
          <a:blip r:embed="rId4" cstate="print"/>
          <a:srcRect/>
          <a:stretch>
            <a:fillRect/>
          </a:stretch>
        </p:blipFill>
        <p:spPr bwMode="auto">
          <a:xfrm>
            <a:off x="4246393" y="4657752"/>
            <a:ext cx="628650" cy="200025"/>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4246317" y="2548407"/>
            <a:ext cx="628650" cy="200025"/>
          </a:xfrm>
          <a:prstGeom prst="rect">
            <a:avLst/>
          </a:prstGeom>
          <a:noFill/>
          <a:ln w="9525">
            <a:noFill/>
            <a:miter lim="800000"/>
            <a:headEnd/>
            <a:tailEnd/>
          </a:ln>
        </p:spPr>
      </p:pic>
      <p:sp>
        <p:nvSpPr>
          <p:cNvPr id="36" name="Oval 35"/>
          <p:cNvSpPr/>
          <p:nvPr/>
        </p:nvSpPr>
        <p:spPr bwMode="auto">
          <a:xfrm>
            <a:off x="0" y="3129845"/>
            <a:ext cx="1930400" cy="121920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GB" sz="1100" dirty="0" smtClean="0">
                <a:solidFill>
                  <a:schemeClr val="tx2"/>
                </a:solidFill>
                <a:latin typeface="Verdana" pitchFamily="34" charset="0"/>
                <a:cs typeface="Arial" charset="0"/>
              </a:rPr>
              <a:t>Contract</a:t>
            </a:r>
          </a:p>
          <a:p>
            <a:pPr algn="ctr"/>
            <a:r>
              <a:rPr lang="en-GB" sz="1100" dirty="0" smtClean="0">
                <a:solidFill>
                  <a:schemeClr val="tx2"/>
                </a:solidFill>
                <a:latin typeface="Verdana" pitchFamily="34" charset="0"/>
                <a:cs typeface="Arial" charset="0"/>
              </a:rPr>
              <a:t>Management</a:t>
            </a:r>
          </a:p>
        </p:txBody>
      </p:sp>
      <p:sp>
        <p:nvSpPr>
          <p:cNvPr id="2" name="Title 1"/>
          <p:cNvSpPr>
            <a:spLocks noGrp="1"/>
          </p:cNvSpPr>
          <p:nvPr>
            <p:ph type="title"/>
          </p:nvPr>
        </p:nvSpPr>
        <p:spPr>
          <a:xfrm>
            <a:off x="965200" y="0"/>
            <a:ext cx="7351320" cy="764630"/>
          </a:xfrm>
          <a:noFill/>
          <a:ln w="9525">
            <a:noFill/>
            <a:miter lim="800000"/>
            <a:headEnd/>
            <a:tailEnd/>
          </a:ln>
        </p:spPr>
        <p:txBody>
          <a:bodyPr vert="horz" wrap="square" lIns="91440" tIns="45720" rIns="91440" bIns="45720" numCol="1" anchor="ctr" anchorCtr="0" compatLnSpc="1">
            <a:prstTxWarp prst="textNoShape">
              <a:avLst/>
            </a:prstTxWarp>
          </a:bodyPr>
          <a:lstStyle/>
          <a:p>
            <a:r>
              <a:rPr lang="en-GB" sz="3200" dirty="0" err="1" smtClean="0">
                <a:solidFill>
                  <a:srgbClr val="002060"/>
                </a:solidFill>
              </a:rPr>
              <a:t>Evaluetor</a:t>
            </a:r>
            <a:r>
              <a:rPr lang="en-GB" sz="3200" baseline="30000" dirty="0" smtClean="0"/>
              <a:t>©</a:t>
            </a:r>
            <a:r>
              <a:rPr lang="en-GB" sz="3200" dirty="0" smtClean="0">
                <a:solidFill>
                  <a:srgbClr val="002060"/>
                </a:solidFill>
              </a:rPr>
              <a:t> </a:t>
            </a:r>
            <a:r>
              <a:rPr lang="en-GB" sz="3200" dirty="0">
                <a:solidFill>
                  <a:srgbClr val="002060"/>
                </a:solidFill>
              </a:rPr>
              <a:t>Delivers Value Every Day</a:t>
            </a:r>
          </a:p>
        </p:txBody>
      </p:sp>
      <p:sp>
        <p:nvSpPr>
          <p:cNvPr id="9" name="Flowchart: Decision 8"/>
          <p:cNvSpPr/>
          <p:nvPr/>
        </p:nvSpPr>
        <p:spPr bwMode="auto">
          <a:xfrm>
            <a:off x="1907001" y="3479801"/>
            <a:ext cx="1388534" cy="519289"/>
          </a:xfrm>
          <a:prstGeom prst="flowChartDecision">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0" tIns="45720" rIns="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C</a:t>
            </a:r>
            <a:r>
              <a:rPr kumimoji="0" lang="en-GB" sz="900" b="0" i="0" u="none" strike="noStrike" cap="none" normalizeH="0" baseline="0" dirty="0" smtClean="0">
                <a:ln>
                  <a:noFill/>
                </a:ln>
                <a:solidFill>
                  <a:schemeClr val="tx2"/>
                </a:solidFill>
                <a:effectLst/>
                <a:latin typeface="Verdana" pitchFamily="34" charset="0"/>
                <a:cs typeface="Arial" charset="0"/>
              </a:rPr>
              <a:t>ontract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P</a:t>
            </a:r>
            <a:r>
              <a:rPr kumimoji="0" lang="en-GB" sz="900" b="0" i="0" u="none" strike="noStrike" cap="none" normalizeH="0" baseline="0" dirty="0" smtClean="0">
                <a:ln>
                  <a:noFill/>
                </a:ln>
                <a:solidFill>
                  <a:schemeClr val="tx2"/>
                </a:solidFill>
                <a:effectLst/>
                <a:latin typeface="Verdana" pitchFamily="34" charset="0"/>
                <a:cs typeface="Arial" charset="0"/>
              </a:rPr>
              <a:t>erformance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I</a:t>
            </a:r>
            <a:r>
              <a:rPr lang="en-GB" sz="900" dirty="0" smtClean="0">
                <a:solidFill>
                  <a:schemeClr val="tx2"/>
                </a:solidFill>
                <a:latin typeface="Verdana" pitchFamily="34" charset="0"/>
                <a:cs typeface="Arial" charset="0"/>
              </a:rPr>
              <a:t>nd</a:t>
            </a:r>
            <a:r>
              <a:rPr kumimoji="0" lang="en-GB" sz="900" b="0" i="0" u="none" strike="noStrike" cap="none" normalizeH="0" baseline="0" dirty="0" smtClean="0">
                <a:ln>
                  <a:noFill/>
                </a:ln>
                <a:solidFill>
                  <a:schemeClr val="tx2"/>
                </a:solidFill>
                <a:effectLst/>
                <a:latin typeface="Verdana" pitchFamily="34" charset="0"/>
                <a:cs typeface="Arial" charset="0"/>
              </a:rPr>
              <a:t>icators</a:t>
            </a:r>
          </a:p>
        </p:txBody>
      </p:sp>
      <p:sp>
        <p:nvSpPr>
          <p:cNvPr id="20" name="Oval 19"/>
          <p:cNvSpPr/>
          <p:nvPr/>
        </p:nvSpPr>
        <p:spPr bwMode="auto">
          <a:xfrm>
            <a:off x="3585890" y="812802"/>
            <a:ext cx="1930400" cy="121920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smtClean="0">
                <a:ln>
                  <a:noFill/>
                </a:ln>
                <a:solidFill>
                  <a:schemeClr val="tx2"/>
                </a:solidFill>
                <a:effectLst/>
                <a:latin typeface="Verdana" pitchFamily="34" charset="0"/>
                <a:cs typeface="Arial" charset="0"/>
              </a:rPr>
              <a:t>Services (SLA) Management</a:t>
            </a:r>
          </a:p>
        </p:txBody>
      </p:sp>
      <p:sp>
        <p:nvSpPr>
          <p:cNvPr id="21" name="Oval 20"/>
          <p:cNvSpPr/>
          <p:nvPr/>
        </p:nvSpPr>
        <p:spPr bwMode="auto">
          <a:xfrm>
            <a:off x="3585890" y="3129845"/>
            <a:ext cx="1930400" cy="121920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smtClean="0">
                <a:ln>
                  <a:noFill/>
                </a:ln>
                <a:solidFill>
                  <a:schemeClr val="tx2"/>
                </a:solidFill>
                <a:effectLst/>
                <a:latin typeface="Verdana" pitchFamily="34" charset="0"/>
                <a:cs typeface="Arial" charset="0"/>
              </a:rPr>
              <a:t>Improvement Management</a:t>
            </a:r>
          </a:p>
        </p:txBody>
      </p:sp>
      <p:sp>
        <p:nvSpPr>
          <p:cNvPr id="22" name="Oval 21"/>
          <p:cNvSpPr/>
          <p:nvPr/>
        </p:nvSpPr>
        <p:spPr bwMode="auto">
          <a:xfrm>
            <a:off x="7191034" y="3129845"/>
            <a:ext cx="1930400" cy="121920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smtClean="0">
                <a:ln>
                  <a:noFill/>
                </a:ln>
                <a:solidFill>
                  <a:schemeClr val="tx2"/>
                </a:solidFill>
                <a:effectLst/>
                <a:latin typeface="Verdana" pitchFamily="34" charset="0"/>
                <a:cs typeface="Arial" charset="0"/>
              </a:rPr>
              <a:t>Relationship Management</a:t>
            </a:r>
          </a:p>
        </p:txBody>
      </p:sp>
      <p:sp>
        <p:nvSpPr>
          <p:cNvPr id="23" name="Flowchart: Decision 22"/>
          <p:cNvSpPr/>
          <p:nvPr/>
        </p:nvSpPr>
        <p:spPr bwMode="auto">
          <a:xfrm>
            <a:off x="3866451" y="2044864"/>
            <a:ext cx="1388534" cy="519289"/>
          </a:xfrm>
          <a:prstGeom prst="flowChartDecision">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0" tIns="45720" rIns="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S</a:t>
            </a:r>
            <a:r>
              <a:rPr lang="en-GB" sz="900" dirty="0" smtClean="0">
                <a:solidFill>
                  <a:schemeClr val="tx2"/>
                </a:solidFill>
                <a:latin typeface="Verdana" pitchFamily="34" charset="0"/>
                <a:cs typeface="Arial" charset="0"/>
              </a:rPr>
              <a:t>ervice</a:t>
            </a:r>
            <a:r>
              <a:rPr kumimoji="0" lang="en-GB" sz="900" b="0" i="0" u="none" strike="noStrike" cap="none" normalizeH="0" baseline="0" dirty="0" smtClean="0">
                <a:ln>
                  <a:noFill/>
                </a:ln>
                <a:solidFill>
                  <a:schemeClr val="tx2"/>
                </a:solidFill>
                <a:effectLst/>
                <a:latin typeface="Verdana" pitchFamily="34" charset="0"/>
                <a:cs typeface="Arial" charset="0"/>
              </a:rPr>
              <a:t>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P</a:t>
            </a:r>
            <a:r>
              <a:rPr kumimoji="0" lang="en-GB" sz="900" b="0" i="0" u="none" strike="noStrike" cap="none" normalizeH="0" baseline="0" dirty="0" smtClean="0">
                <a:ln>
                  <a:noFill/>
                </a:ln>
                <a:solidFill>
                  <a:schemeClr val="tx2"/>
                </a:solidFill>
                <a:effectLst/>
                <a:latin typeface="Verdana" pitchFamily="34" charset="0"/>
                <a:cs typeface="Arial" charset="0"/>
              </a:rPr>
              <a:t>erformance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I</a:t>
            </a:r>
            <a:r>
              <a:rPr lang="en-GB" sz="900" dirty="0" smtClean="0">
                <a:solidFill>
                  <a:schemeClr val="tx2"/>
                </a:solidFill>
                <a:latin typeface="Verdana" pitchFamily="34" charset="0"/>
                <a:cs typeface="Arial" charset="0"/>
              </a:rPr>
              <a:t>nd</a:t>
            </a:r>
            <a:r>
              <a:rPr kumimoji="0" lang="en-GB" sz="900" b="0" i="0" u="none" strike="noStrike" cap="none" normalizeH="0" baseline="0" dirty="0" smtClean="0">
                <a:ln>
                  <a:noFill/>
                </a:ln>
                <a:solidFill>
                  <a:schemeClr val="tx2"/>
                </a:solidFill>
                <a:effectLst/>
                <a:latin typeface="Verdana" pitchFamily="34" charset="0"/>
                <a:cs typeface="Arial" charset="0"/>
              </a:rPr>
              <a:t>icators</a:t>
            </a:r>
          </a:p>
        </p:txBody>
      </p:sp>
      <p:sp>
        <p:nvSpPr>
          <p:cNvPr id="24" name="Flowchart: Decision 23"/>
          <p:cNvSpPr/>
          <p:nvPr/>
        </p:nvSpPr>
        <p:spPr bwMode="auto">
          <a:xfrm>
            <a:off x="5825901" y="3479801"/>
            <a:ext cx="1388534" cy="519289"/>
          </a:xfrm>
          <a:prstGeom prst="flowChartDecision">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0" tIns="45720" rIns="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K</a:t>
            </a:r>
            <a:r>
              <a:rPr lang="en-GB" sz="900" dirty="0" smtClean="0">
                <a:solidFill>
                  <a:schemeClr val="tx2"/>
                </a:solidFill>
                <a:latin typeface="Verdana" pitchFamily="34" charset="0"/>
                <a:cs typeface="Arial" charset="0"/>
              </a:rPr>
              <a:t>ey</a:t>
            </a:r>
            <a:r>
              <a:rPr kumimoji="0" lang="en-GB" sz="900" b="0" i="0" u="none" strike="noStrike" cap="none" normalizeH="0" baseline="0" dirty="0" smtClean="0">
                <a:ln>
                  <a:noFill/>
                </a:ln>
                <a:solidFill>
                  <a:schemeClr val="tx2"/>
                </a:solidFill>
                <a:effectLst/>
                <a:latin typeface="Verdana" pitchFamily="34" charset="0"/>
                <a:cs typeface="Arial" charset="0"/>
              </a:rPr>
              <a:t>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P</a:t>
            </a:r>
            <a:r>
              <a:rPr kumimoji="0" lang="en-GB" sz="900" b="0" i="0" u="none" strike="noStrike" cap="none" normalizeH="0" baseline="0" dirty="0" smtClean="0">
                <a:ln>
                  <a:noFill/>
                </a:ln>
                <a:solidFill>
                  <a:schemeClr val="tx2"/>
                </a:solidFill>
                <a:effectLst/>
                <a:latin typeface="Verdana" pitchFamily="34" charset="0"/>
                <a:cs typeface="Arial" charset="0"/>
              </a:rPr>
              <a:t>erformance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I</a:t>
            </a:r>
            <a:r>
              <a:rPr lang="en-GB" sz="900" dirty="0" smtClean="0">
                <a:solidFill>
                  <a:schemeClr val="tx2"/>
                </a:solidFill>
                <a:latin typeface="Verdana" pitchFamily="34" charset="0"/>
                <a:cs typeface="Arial" charset="0"/>
              </a:rPr>
              <a:t>nd</a:t>
            </a:r>
            <a:r>
              <a:rPr kumimoji="0" lang="en-GB" sz="900" b="0" i="0" u="none" strike="noStrike" cap="none" normalizeH="0" baseline="0" dirty="0" smtClean="0">
                <a:ln>
                  <a:noFill/>
                </a:ln>
                <a:solidFill>
                  <a:schemeClr val="tx2"/>
                </a:solidFill>
                <a:effectLst/>
                <a:latin typeface="Verdana" pitchFamily="34" charset="0"/>
                <a:cs typeface="Arial" charset="0"/>
              </a:rPr>
              <a:t>icators</a:t>
            </a:r>
          </a:p>
        </p:txBody>
      </p:sp>
      <p:sp>
        <p:nvSpPr>
          <p:cNvPr id="25" name="Flowchart: Decision 24"/>
          <p:cNvSpPr/>
          <p:nvPr/>
        </p:nvSpPr>
        <p:spPr bwMode="auto">
          <a:xfrm>
            <a:off x="3866451" y="4851982"/>
            <a:ext cx="1388534" cy="584553"/>
          </a:xfrm>
          <a:prstGeom prst="flowChartDecision">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0" tIns="45720" rIns="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P</a:t>
            </a:r>
            <a:r>
              <a:rPr lang="en-GB" sz="900" dirty="0" smtClean="0">
                <a:solidFill>
                  <a:schemeClr val="tx1"/>
                </a:solidFill>
                <a:latin typeface="Verdana" pitchFamily="34" charset="0"/>
                <a:cs typeface="Arial" charset="0"/>
              </a:rPr>
              <a:t>roject</a:t>
            </a:r>
            <a:r>
              <a:rPr kumimoji="0" lang="en-GB" sz="900" i="0" u="none" strike="noStrike" cap="none" normalizeH="0" baseline="0" dirty="0" smtClean="0">
                <a:ln>
                  <a:noFill/>
                </a:ln>
                <a:solidFill>
                  <a:schemeClr val="tx1"/>
                </a:solidFill>
                <a:effectLst/>
                <a:latin typeface="Verdana" pitchFamily="34" charset="0"/>
                <a:cs typeface="Arial" charset="0"/>
              </a:rPr>
              <a:t>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S</a:t>
            </a:r>
            <a:r>
              <a:rPr kumimoji="0" lang="en-GB" sz="900" i="0" u="none" strike="noStrike" cap="none" normalizeH="0" baseline="0" dirty="0" smtClean="0">
                <a:ln>
                  <a:noFill/>
                </a:ln>
                <a:solidFill>
                  <a:schemeClr val="tx1"/>
                </a:solidFill>
                <a:effectLst/>
                <a:latin typeface="Verdana" pitchFamily="34" charset="0"/>
                <a:cs typeface="Arial" charset="0"/>
              </a:rPr>
              <a:t>tatus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900" b="1" i="0" u="none" strike="noStrike" cap="none" normalizeH="0" baseline="0" dirty="0" smtClean="0">
                <a:ln>
                  <a:noFill/>
                </a:ln>
                <a:solidFill>
                  <a:srgbClr val="FF0000"/>
                </a:solidFill>
                <a:effectLst/>
                <a:latin typeface="Verdana" pitchFamily="34" charset="0"/>
                <a:cs typeface="Arial" charset="0"/>
              </a:rPr>
              <a:t>I</a:t>
            </a:r>
            <a:r>
              <a:rPr kumimoji="0" lang="en-GB" sz="900" i="0" u="none" strike="noStrike" cap="none" normalizeH="0" baseline="0" dirty="0" smtClean="0">
                <a:ln>
                  <a:noFill/>
                </a:ln>
                <a:solidFill>
                  <a:schemeClr val="tx1"/>
                </a:solidFill>
                <a:effectLst/>
                <a:latin typeface="Verdana" pitchFamily="34" charset="0"/>
                <a:cs typeface="Arial" charset="0"/>
              </a:rPr>
              <a:t>ndicator</a:t>
            </a:r>
          </a:p>
        </p:txBody>
      </p:sp>
      <p:pic>
        <p:nvPicPr>
          <p:cNvPr id="29" name="Picture 3"/>
          <p:cNvPicPr>
            <a:picLocks noChangeAspect="1" noChangeArrowheads="1"/>
          </p:cNvPicPr>
          <p:nvPr/>
        </p:nvPicPr>
        <p:blipFill>
          <a:blip r:embed="rId4" cstate="print"/>
          <a:srcRect/>
          <a:stretch>
            <a:fillRect/>
          </a:stretch>
        </p:blipFill>
        <p:spPr bwMode="auto">
          <a:xfrm rot="5400000">
            <a:off x="5434963" y="3639433"/>
            <a:ext cx="628650" cy="200025"/>
          </a:xfrm>
          <a:prstGeom prst="rect">
            <a:avLst/>
          </a:prstGeom>
          <a:noFill/>
          <a:ln w="9525">
            <a:noFill/>
            <a:miter lim="800000"/>
            <a:headEnd/>
            <a:tailEnd/>
          </a:ln>
        </p:spPr>
      </p:pic>
      <p:pic>
        <p:nvPicPr>
          <p:cNvPr id="31" name="Picture 3"/>
          <p:cNvPicPr>
            <a:picLocks noChangeAspect="1" noChangeArrowheads="1"/>
          </p:cNvPicPr>
          <p:nvPr/>
        </p:nvPicPr>
        <p:blipFill>
          <a:blip r:embed="rId4" cstate="print"/>
          <a:srcRect/>
          <a:stretch>
            <a:fillRect/>
          </a:stretch>
        </p:blipFill>
        <p:spPr bwMode="auto">
          <a:xfrm rot="5400000">
            <a:off x="3057824" y="3639433"/>
            <a:ext cx="628650" cy="200025"/>
          </a:xfrm>
          <a:prstGeom prst="rect">
            <a:avLst/>
          </a:prstGeom>
          <a:noFill/>
          <a:ln w="9525">
            <a:noFill/>
            <a:miter lim="800000"/>
            <a:headEnd/>
            <a:tailEnd/>
          </a:ln>
        </p:spPr>
      </p:pic>
      <p:sp>
        <p:nvSpPr>
          <p:cNvPr id="27" name="Oval 26"/>
          <p:cNvSpPr/>
          <p:nvPr/>
        </p:nvSpPr>
        <p:spPr bwMode="auto">
          <a:xfrm>
            <a:off x="3634206" y="5532464"/>
            <a:ext cx="1930400" cy="121920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1100" dirty="0">
                <a:solidFill>
                  <a:schemeClr val="tx2"/>
                </a:solidFill>
                <a:latin typeface="Verdana" pitchFamily="34" charset="0"/>
                <a:cs typeface="Arial" charset="0"/>
              </a:rPr>
              <a:t>P</a:t>
            </a:r>
            <a:r>
              <a:rPr kumimoji="0" lang="en-GB" sz="1100" b="0" i="0" u="none" strike="noStrike" cap="none" normalizeH="0" baseline="0" dirty="0" smtClean="0">
                <a:ln>
                  <a:noFill/>
                </a:ln>
                <a:solidFill>
                  <a:schemeClr val="tx2"/>
                </a:solidFill>
                <a:effectLst/>
                <a:latin typeface="Verdana" pitchFamily="34" charset="0"/>
                <a:cs typeface="Arial" charset="0"/>
              </a:rPr>
              <a:t>roject Management</a:t>
            </a:r>
          </a:p>
        </p:txBody>
      </p:sp>
      <p:pic>
        <p:nvPicPr>
          <p:cNvPr id="34" name="Picture 193" descr="Evaluetor-Logo"/>
          <p:cNvPicPr>
            <a:picLocks noChangeAspect="1" noChangeArrowheads="1"/>
          </p:cNvPicPr>
          <p:nvPr/>
        </p:nvPicPr>
        <p:blipFill>
          <a:blip r:embed="rId3" cstate="print"/>
          <a:srcRect/>
          <a:stretch>
            <a:fillRect/>
          </a:stretch>
        </p:blipFill>
        <p:spPr bwMode="auto">
          <a:xfrm>
            <a:off x="4938554" y="3407424"/>
            <a:ext cx="577736" cy="332022"/>
          </a:xfrm>
          <a:prstGeom prst="rect">
            <a:avLst/>
          </a:prstGeom>
          <a:noFill/>
        </p:spPr>
      </p:pic>
      <p:sp>
        <p:nvSpPr>
          <p:cNvPr id="35" name="Content Placeholder 14"/>
          <p:cNvSpPr>
            <a:spLocks noGrp="1"/>
          </p:cNvSpPr>
          <p:nvPr>
            <p:ph idx="1"/>
          </p:nvPr>
        </p:nvSpPr>
        <p:spPr>
          <a:xfrm>
            <a:off x="238540" y="1658172"/>
            <a:ext cx="2273609" cy="747659"/>
          </a:xfrm>
          <a:ln>
            <a:headEnd/>
            <a:tailEnd/>
          </a:ln>
        </p:spPr>
        <p:style>
          <a:lnRef idx="0">
            <a:schemeClr val="accent1"/>
          </a:lnRef>
          <a:fillRef idx="1003">
            <a:schemeClr val="lt1"/>
          </a:fillRef>
          <a:effectRef idx="3">
            <a:schemeClr val="accent1"/>
          </a:effectRef>
          <a:fontRef idx="minor">
            <a:schemeClr val="lt1"/>
          </a:fontRef>
        </p:style>
        <p:txBody>
          <a:bodyPr vert="horz" wrap="square" lIns="91440" tIns="45720" rIns="91440" bIns="45720" numCol="1" anchor="t" anchorCtr="0" compatLnSpc="1">
            <a:prstTxWarp prst="textNoShape">
              <a:avLst/>
            </a:prstTxWarp>
          </a:bodyPr>
          <a:lstStyle/>
          <a:p>
            <a:pPr marL="0" indent="0" algn="ctr">
              <a:buNone/>
            </a:pPr>
            <a:r>
              <a:rPr lang="en-GB" sz="1200" kern="1200" dirty="0">
                <a:solidFill>
                  <a:srgbClr val="002060"/>
                </a:solidFill>
                <a:latin typeface="Calibri" pitchFamily="34" charset="0"/>
                <a:cs typeface="Calibri" pitchFamily="34" charset="0"/>
              </a:rPr>
              <a:t>Evaluetor</a:t>
            </a:r>
            <a:r>
              <a:rPr lang="en-GB" sz="1200" kern="1200" baseline="30000" dirty="0">
                <a:solidFill>
                  <a:srgbClr val="002060"/>
                </a:solidFill>
                <a:latin typeface="Calibri" pitchFamily="34" charset="0"/>
                <a:cs typeface="Calibri" pitchFamily="34" charset="0"/>
              </a:rPr>
              <a:t>tm</a:t>
            </a:r>
            <a:r>
              <a:rPr lang="en-GB" sz="1200" kern="1200" dirty="0">
                <a:solidFill>
                  <a:srgbClr val="002060"/>
                </a:solidFill>
                <a:latin typeface="Calibri" pitchFamily="34" charset="0"/>
                <a:cs typeface="Calibri" pitchFamily="34" charset="0"/>
              </a:rPr>
              <a:t> equates reality with perception, negotiations with contract </a:t>
            </a:r>
            <a:r>
              <a:rPr lang="en-GB" sz="1200" kern="1200" dirty="0" smtClean="0">
                <a:solidFill>
                  <a:srgbClr val="002060"/>
                </a:solidFill>
                <a:latin typeface="Calibri" pitchFamily="34" charset="0"/>
                <a:cs typeface="Calibri" pitchFamily="34" charset="0"/>
              </a:rPr>
              <a:t>operationalization</a:t>
            </a:r>
            <a:endParaRPr lang="en-GB" sz="1200" kern="1200" dirty="0">
              <a:solidFill>
                <a:srgbClr val="002060"/>
              </a:solidFill>
              <a:latin typeface="Calibri" pitchFamily="34" charset="0"/>
              <a:cs typeface="Calibri" pitchFamily="34" charset="0"/>
            </a:endParaRPr>
          </a:p>
        </p:txBody>
      </p:sp>
      <p:sp>
        <p:nvSpPr>
          <p:cNvPr id="37" name="Content Placeholder 17"/>
          <p:cNvSpPr txBox="1">
            <a:spLocks/>
          </p:cNvSpPr>
          <p:nvPr/>
        </p:nvSpPr>
        <p:spPr bwMode="auto">
          <a:xfrm>
            <a:off x="6528016" y="5416912"/>
            <a:ext cx="2273609" cy="747659"/>
          </a:xfrm>
          <a:prstGeom prst="rect">
            <a:avLst/>
          </a:prstGeom>
          <a:ln>
            <a:headEnd/>
            <a:tailEnd/>
          </a:ln>
        </p:spPr>
        <p:style>
          <a:lnRef idx="0">
            <a:schemeClr val="accent1"/>
          </a:lnRef>
          <a:fillRef idx="1003">
            <a:schemeClr val="lt1"/>
          </a:fillRef>
          <a:effectRef idx="3">
            <a:schemeClr val="accent1"/>
          </a:effectRef>
          <a:fontRef idx="minor">
            <a:schemeClr val="lt1"/>
          </a:fontRef>
        </p:style>
        <p:txBody>
          <a:bodyPr vert="horz" wrap="square" lIns="91440" tIns="45720" rIns="91440" bIns="45720" numCol="1" anchor="t" anchorCtr="0" compatLnSpc="1">
            <a:prstTxWarp prst="textNoShape">
              <a:avLst/>
            </a:prstTxWarp>
          </a:bodyPr>
          <a:lstStyle>
            <a:defPPr>
              <a:defRPr lang="nl-NL"/>
            </a:defPPr>
            <a:lvl1pPr marL="0" indent="0" algn="ctr" eaLnBrk="0" hangingPunct="0">
              <a:spcBef>
                <a:spcPct val="20000"/>
              </a:spcBef>
              <a:buNone/>
              <a:defRPr sz="1400">
                <a:solidFill>
                  <a:srgbClr val="002060"/>
                </a:solidFill>
                <a:latin typeface="Calibri" pitchFamily="34" charset="0"/>
                <a:cs typeface="Calibri" pitchFamily="34" charset="0"/>
              </a:defRPr>
            </a:lvl1pPr>
            <a:lvl2pPr marL="742950" indent="-285750" eaLnBrk="0" hangingPunct="0">
              <a:spcBef>
                <a:spcPct val="20000"/>
              </a:spcBef>
              <a:buChar char="–"/>
              <a:defRPr sz="1800">
                <a:solidFill>
                  <a:schemeClr val="tx1"/>
                </a:solidFill>
                <a:latin typeface="+mn-lt"/>
                <a:cs typeface="+mn-cs"/>
              </a:defRPr>
            </a:lvl2pPr>
            <a:lvl3pPr marL="1143000" indent="-228600" eaLnBrk="0" hangingPunct="0">
              <a:spcBef>
                <a:spcPct val="20000"/>
              </a:spcBef>
              <a:buChar char="•"/>
              <a:defRPr sz="1600">
                <a:solidFill>
                  <a:schemeClr val="tx1"/>
                </a:solidFill>
                <a:latin typeface="+mn-lt"/>
                <a:cs typeface="+mn-cs"/>
              </a:defRPr>
            </a:lvl3pPr>
            <a:lvl4pPr marL="1600200" indent="-228600" eaLnBrk="0" hangingPunct="0">
              <a:spcBef>
                <a:spcPct val="20000"/>
              </a:spcBef>
              <a:buChar char="–"/>
              <a:defRPr sz="1400">
                <a:solidFill>
                  <a:schemeClr val="tx1"/>
                </a:solidFill>
                <a:latin typeface="+mn-lt"/>
                <a:cs typeface="+mn-cs"/>
              </a:defRPr>
            </a:lvl4pPr>
            <a:lvl5pPr marL="2057400" indent="-228600" eaLnBrk="0" hangingPunct="0">
              <a:spcBef>
                <a:spcPct val="20000"/>
              </a:spcBef>
              <a:buChar char="»"/>
              <a:defRPr sz="1400">
                <a:solidFill>
                  <a:schemeClr val="tx1"/>
                </a:solidFill>
                <a:latin typeface="+mn-lt"/>
                <a:cs typeface="+mn-cs"/>
              </a:defRPr>
            </a:lvl5pPr>
            <a:lvl6pPr marL="2514600" indent="-228600" fontAlgn="base">
              <a:spcBef>
                <a:spcPct val="20000"/>
              </a:spcBef>
              <a:spcAft>
                <a:spcPct val="0"/>
              </a:spcAft>
              <a:buChar char="»"/>
              <a:defRPr sz="2000">
                <a:solidFill>
                  <a:schemeClr val="tx1"/>
                </a:solidFill>
                <a:latin typeface="+mn-lt"/>
                <a:cs typeface="+mn-cs"/>
              </a:defRPr>
            </a:lvl6pPr>
            <a:lvl7pPr marL="2971800" indent="-228600" fontAlgn="base">
              <a:spcBef>
                <a:spcPct val="20000"/>
              </a:spcBef>
              <a:spcAft>
                <a:spcPct val="0"/>
              </a:spcAft>
              <a:buChar char="»"/>
              <a:defRPr sz="2000">
                <a:solidFill>
                  <a:schemeClr val="tx1"/>
                </a:solidFill>
                <a:latin typeface="+mn-lt"/>
                <a:cs typeface="+mn-cs"/>
              </a:defRPr>
            </a:lvl7pPr>
            <a:lvl8pPr marL="3429000" indent="-228600" fontAlgn="base">
              <a:spcBef>
                <a:spcPct val="20000"/>
              </a:spcBef>
              <a:spcAft>
                <a:spcPct val="0"/>
              </a:spcAft>
              <a:buChar char="»"/>
              <a:defRPr sz="2000">
                <a:solidFill>
                  <a:schemeClr val="tx1"/>
                </a:solidFill>
                <a:latin typeface="+mn-lt"/>
                <a:cs typeface="+mn-cs"/>
              </a:defRPr>
            </a:lvl8pPr>
            <a:lvl9pPr marL="3886200" indent="-228600" fontAlgn="base">
              <a:spcBef>
                <a:spcPct val="20000"/>
              </a:spcBef>
              <a:spcAft>
                <a:spcPct val="0"/>
              </a:spcAft>
              <a:buChar char="»"/>
              <a:defRPr sz="2000">
                <a:solidFill>
                  <a:schemeClr val="tx1"/>
                </a:solidFill>
                <a:latin typeface="+mn-lt"/>
                <a:cs typeface="+mn-cs"/>
              </a:defRPr>
            </a:lvl9pPr>
          </a:lstStyle>
          <a:p>
            <a:r>
              <a:rPr lang="en-GB" sz="1200" dirty="0"/>
              <a:t>Tailored and configured to </a:t>
            </a:r>
            <a:endParaRPr lang="en-GB" sz="1200" dirty="0" smtClean="0"/>
          </a:p>
          <a:p>
            <a:r>
              <a:rPr lang="en-GB" sz="1200" dirty="0" err="1" smtClean="0"/>
              <a:t>Genpact’s</a:t>
            </a:r>
            <a:endParaRPr lang="en-GB" sz="1200" dirty="0" smtClean="0"/>
          </a:p>
          <a:p>
            <a:r>
              <a:rPr lang="en-GB" sz="1200" dirty="0" smtClean="0"/>
              <a:t>requirements</a:t>
            </a:r>
            <a:endParaRPr lang="en-GB" dirty="0"/>
          </a:p>
        </p:txBody>
      </p:sp>
      <p:sp>
        <p:nvSpPr>
          <p:cNvPr id="39" name="Content Placeholder 17"/>
          <p:cNvSpPr txBox="1">
            <a:spLocks/>
          </p:cNvSpPr>
          <p:nvPr/>
        </p:nvSpPr>
        <p:spPr bwMode="auto">
          <a:xfrm>
            <a:off x="6528016" y="1658172"/>
            <a:ext cx="2273609" cy="747659"/>
          </a:xfrm>
          <a:prstGeom prst="rect">
            <a:avLst/>
          </a:prstGeom>
          <a:ln>
            <a:headEnd/>
            <a:tailEnd/>
          </a:ln>
        </p:spPr>
        <p:style>
          <a:lnRef idx="0">
            <a:schemeClr val="accent1"/>
          </a:lnRef>
          <a:fillRef idx="1003">
            <a:schemeClr val="lt1"/>
          </a:fillRef>
          <a:effectRef idx="3">
            <a:schemeClr val="accent1"/>
          </a:effectRef>
          <a:fontRef idx="minor">
            <a:schemeClr val="lt1"/>
          </a:fontRef>
        </p:style>
        <p:txBody>
          <a:bodyPr vert="horz" wrap="square" lIns="91440" tIns="45720" rIns="91440" bIns="45720" numCol="1" anchor="t" anchorCtr="0" compatLnSpc="1">
            <a:prstTxWarp prst="textNoShape">
              <a:avLst/>
            </a:prstTxWarp>
          </a:bodyPr>
          <a:lstStyle>
            <a:defPPr>
              <a:defRPr lang="nl-NL"/>
            </a:defPPr>
            <a:lvl1pPr marL="0" indent="0" algn="ctr" eaLnBrk="0" hangingPunct="0">
              <a:spcBef>
                <a:spcPct val="20000"/>
              </a:spcBef>
              <a:buNone/>
              <a:defRPr sz="1400">
                <a:solidFill>
                  <a:srgbClr val="002060"/>
                </a:solidFill>
                <a:latin typeface="Calibri" pitchFamily="34" charset="0"/>
                <a:cs typeface="Calibri" pitchFamily="34" charset="0"/>
              </a:defRPr>
            </a:lvl1pPr>
            <a:lvl2pPr marL="742950" lvl="1" indent="-285750" eaLnBrk="0" hangingPunct="0">
              <a:spcBef>
                <a:spcPct val="20000"/>
              </a:spcBef>
              <a:buChar char="–"/>
              <a:defRPr sz="1800">
                <a:solidFill>
                  <a:schemeClr val="tx1"/>
                </a:solidFill>
                <a:latin typeface="+mn-lt"/>
                <a:cs typeface="+mn-cs"/>
              </a:defRPr>
            </a:lvl2pPr>
            <a:lvl3pPr marL="1143000" indent="-228600" eaLnBrk="0" hangingPunct="0">
              <a:spcBef>
                <a:spcPct val="20000"/>
              </a:spcBef>
              <a:buChar char="•"/>
              <a:defRPr sz="1600">
                <a:solidFill>
                  <a:schemeClr val="tx1"/>
                </a:solidFill>
                <a:latin typeface="+mn-lt"/>
                <a:cs typeface="+mn-cs"/>
              </a:defRPr>
            </a:lvl3pPr>
            <a:lvl4pPr marL="1600200" indent="-228600" eaLnBrk="0" hangingPunct="0">
              <a:spcBef>
                <a:spcPct val="20000"/>
              </a:spcBef>
              <a:buChar char="–"/>
              <a:defRPr sz="1400">
                <a:solidFill>
                  <a:schemeClr val="tx1"/>
                </a:solidFill>
                <a:latin typeface="+mn-lt"/>
                <a:cs typeface="+mn-cs"/>
              </a:defRPr>
            </a:lvl4pPr>
            <a:lvl5pPr marL="2057400" indent="-228600" eaLnBrk="0" hangingPunct="0">
              <a:spcBef>
                <a:spcPct val="20000"/>
              </a:spcBef>
              <a:buChar char="»"/>
              <a:defRPr sz="1400">
                <a:solidFill>
                  <a:schemeClr val="tx1"/>
                </a:solidFill>
                <a:latin typeface="+mn-lt"/>
                <a:cs typeface="+mn-cs"/>
              </a:defRPr>
            </a:lvl5pPr>
            <a:lvl6pPr marL="2514600" indent="-228600" fontAlgn="base">
              <a:spcBef>
                <a:spcPct val="20000"/>
              </a:spcBef>
              <a:spcAft>
                <a:spcPct val="0"/>
              </a:spcAft>
              <a:buChar char="»"/>
              <a:defRPr sz="2000">
                <a:solidFill>
                  <a:schemeClr val="tx1"/>
                </a:solidFill>
                <a:latin typeface="+mn-lt"/>
                <a:cs typeface="+mn-cs"/>
              </a:defRPr>
            </a:lvl6pPr>
            <a:lvl7pPr marL="2971800" indent="-228600" fontAlgn="base">
              <a:spcBef>
                <a:spcPct val="20000"/>
              </a:spcBef>
              <a:spcAft>
                <a:spcPct val="0"/>
              </a:spcAft>
              <a:buChar char="»"/>
              <a:defRPr sz="2000">
                <a:solidFill>
                  <a:schemeClr val="tx1"/>
                </a:solidFill>
                <a:latin typeface="+mn-lt"/>
                <a:cs typeface="+mn-cs"/>
              </a:defRPr>
            </a:lvl7pPr>
            <a:lvl8pPr marL="3429000" indent="-228600" fontAlgn="base">
              <a:spcBef>
                <a:spcPct val="20000"/>
              </a:spcBef>
              <a:spcAft>
                <a:spcPct val="0"/>
              </a:spcAft>
              <a:buChar char="»"/>
              <a:defRPr sz="2000">
                <a:solidFill>
                  <a:schemeClr val="tx1"/>
                </a:solidFill>
                <a:latin typeface="+mn-lt"/>
                <a:cs typeface="+mn-cs"/>
              </a:defRPr>
            </a:lvl8pPr>
            <a:lvl9pPr marL="3886200" indent="-228600" fontAlgn="base">
              <a:spcBef>
                <a:spcPct val="20000"/>
              </a:spcBef>
              <a:spcAft>
                <a:spcPct val="0"/>
              </a:spcAft>
              <a:buChar char="»"/>
              <a:defRPr sz="2000">
                <a:solidFill>
                  <a:schemeClr val="tx1"/>
                </a:solidFill>
                <a:latin typeface="+mn-lt"/>
                <a:cs typeface="+mn-cs"/>
              </a:defRPr>
            </a:lvl9pPr>
          </a:lstStyle>
          <a:p>
            <a:pPr marL="87313" lvl="1" indent="0" algn="ctr">
              <a:buNone/>
            </a:pPr>
            <a:r>
              <a:rPr lang="en-GB" sz="1200" dirty="0" err="1">
                <a:solidFill>
                  <a:srgbClr val="002060"/>
                </a:solidFill>
                <a:latin typeface="Calibri" pitchFamily="34" charset="0"/>
                <a:cs typeface="Calibri" pitchFamily="34" charset="0"/>
              </a:rPr>
              <a:t>Senority’s</a:t>
            </a:r>
            <a:r>
              <a:rPr lang="en-GB" sz="1200" dirty="0">
                <a:solidFill>
                  <a:srgbClr val="002060"/>
                </a:solidFill>
                <a:latin typeface="Calibri" pitchFamily="34" charset="0"/>
                <a:cs typeface="Calibri" pitchFamily="34" charset="0"/>
              </a:rPr>
              <a:t> </a:t>
            </a:r>
            <a:r>
              <a:rPr lang="en-GB" sz="1200" dirty="0" smtClean="0">
                <a:solidFill>
                  <a:srgbClr val="002060"/>
                </a:solidFill>
                <a:latin typeface="Calibri" pitchFamily="34" charset="0"/>
                <a:cs typeface="Calibri" pitchFamily="34" charset="0"/>
              </a:rPr>
              <a:t>Management Portal </a:t>
            </a:r>
            <a:r>
              <a:rPr lang="en-GB" sz="1200" dirty="0">
                <a:solidFill>
                  <a:srgbClr val="002060"/>
                </a:solidFill>
                <a:latin typeface="Calibri" pitchFamily="34" charset="0"/>
                <a:cs typeface="Calibri" pitchFamily="34" charset="0"/>
              </a:rPr>
              <a:t>for managing complex services</a:t>
            </a:r>
            <a:r>
              <a:rPr lang="en-GB" sz="1200" dirty="0" smtClean="0">
                <a:solidFill>
                  <a:srgbClr val="002060"/>
                </a:solidFill>
                <a:latin typeface="Calibri" pitchFamily="34" charset="0"/>
                <a:cs typeface="Calibri" pitchFamily="34" charset="0"/>
              </a:rPr>
              <a:t>, simply</a:t>
            </a:r>
            <a:endParaRPr lang="en-GB" sz="1200" dirty="0">
              <a:solidFill>
                <a:srgbClr val="002060"/>
              </a:solidFill>
              <a:latin typeface="Calibri" pitchFamily="34" charset="0"/>
              <a:cs typeface="Calibri" pitchFamily="34" charset="0"/>
            </a:endParaRPr>
          </a:p>
          <a:p>
            <a:pPr lvl="1"/>
            <a:endParaRPr lang="en-GB" dirty="0"/>
          </a:p>
          <a:p>
            <a:endParaRPr lang="en-GB" dirty="0"/>
          </a:p>
          <a:p>
            <a:pPr lvl="1"/>
            <a:endParaRPr lang="en-GB" dirty="0"/>
          </a:p>
          <a:p>
            <a:endParaRPr lang="en-GB" dirty="0"/>
          </a:p>
        </p:txBody>
      </p:sp>
      <p:sp>
        <p:nvSpPr>
          <p:cNvPr id="40" name="Content Placeholder 17"/>
          <p:cNvSpPr txBox="1">
            <a:spLocks/>
          </p:cNvSpPr>
          <p:nvPr/>
        </p:nvSpPr>
        <p:spPr bwMode="auto">
          <a:xfrm>
            <a:off x="238540" y="5416912"/>
            <a:ext cx="2273609" cy="747659"/>
          </a:xfrm>
          <a:prstGeom prst="rect">
            <a:avLst/>
          </a:prstGeom>
          <a:ln>
            <a:headEnd/>
            <a:tailEnd/>
          </a:ln>
        </p:spPr>
        <p:style>
          <a:lnRef idx="0">
            <a:schemeClr val="accent1"/>
          </a:lnRef>
          <a:fillRef idx="1003">
            <a:schemeClr val="lt1"/>
          </a:fillRef>
          <a:effectRef idx="3">
            <a:schemeClr val="accent1"/>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800">
                <a:solidFill>
                  <a:schemeClr val="tx1"/>
                </a:solidFill>
                <a:latin typeface="+mn-lt"/>
                <a:cs typeface="+mn-cs"/>
              </a:defRPr>
            </a:lvl2pPr>
            <a:lvl3pPr marL="1143000" indent="-228600" algn="l" rtl="0" eaLnBrk="0" fontAlgn="base" hangingPunct="0">
              <a:spcBef>
                <a:spcPct val="20000"/>
              </a:spcBef>
              <a:spcAft>
                <a:spcPct val="0"/>
              </a:spcAft>
              <a:buChar char="•"/>
              <a:defRPr sz="1600">
                <a:solidFill>
                  <a:schemeClr val="tx1"/>
                </a:solidFill>
                <a:latin typeface="+mn-lt"/>
                <a:cs typeface="+mn-cs"/>
              </a:defRPr>
            </a:lvl3pPr>
            <a:lvl4pPr marL="1600200" indent="-228600" algn="l" rtl="0" eaLnBrk="0" fontAlgn="base" hangingPunct="0">
              <a:spcBef>
                <a:spcPct val="20000"/>
              </a:spcBef>
              <a:spcAft>
                <a:spcPct val="0"/>
              </a:spcAft>
              <a:buChar char="–"/>
              <a:defRPr sz="1400">
                <a:solidFill>
                  <a:schemeClr val="tx1"/>
                </a:solidFill>
                <a:latin typeface="+mn-lt"/>
                <a:cs typeface="+mn-cs"/>
              </a:defRPr>
            </a:lvl4pPr>
            <a:lvl5pPr marL="2057400" indent="-228600" algn="l" rtl="0" eaLnBrk="0" fontAlgn="base" hangingPunct="0">
              <a:spcBef>
                <a:spcPct val="20000"/>
              </a:spcBef>
              <a:spcAft>
                <a:spcPct val="0"/>
              </a:spcAft>
              <a:buChar char="»"/>
              <a:defRPr sz="14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lgn="ctr">
              <a:buNone/>
            </a:pPr>
            <a:r>
              <a:rPr lang="en-GB" sz="1200" dirty="0" smtClean="0">
                <a:solidFill>
                  <a:srgbClr val="002060"/>
                </a:solidFill>
                <a:latin typeface="Calibri" pitchFamily="34" charset="0"/>
                <a:cs typeface="Calibri" pitchFamily="34" charset="0"/>
              </a:rPr>
              <a:t>Designed </a:t>
            </a:r>
            <a:r>
              <a:rPr lang="en-GB" sz="1200" dirty="0">
                <a:solidFill>
                  <a:srgbClr val="002060"/>
                </a:solidFill>
                <a:latin typeface="Calibri" pitchFamily="34" charset="0"/>
                <a:cs typeface="Calibri" pitchFamily="34" charset="0"/>
              </a:rPr>
              <a:t>to increase </a:t>
            </a:r>
            <a:r>
              <a:rPr lang="en-GB" sz="1200" dirty="0" smtClean="0">
                <a:solidFill>
                  <a:srgbClr val="002060"/>
                </a:solidFill>
                <a:latin typeface="Calibri" pitchFamily="34" charset="0"/>
                <a:cs typeface="Calibri" pitchFamily="34" charset="0"/>
              </a:rPr>
              <a:t>sustainability of </a:t>
            </a:r>
            <a:r>
              <a:rPr lang="en-GB" sz="1200" dirty="0">
                <a:solidFill>
                  <a:srgbClr val="002060"/>
                </a:solidFill>
                <a:latin typeface="Calibri" pitchFamily="34" charset="0"/>
                <a:cs typeface="Calibri" pitchFamily="34" charset="0"/>
              </a:rPr>
              <a:t>best practice </a:t>
            </a:r>
            <a:r>
              <a:rPr lang="en-GB" sz="1200" dirty="0" smtClean="0">
                <a:solidFill>
                  <a:srgbClr val="002060"/>
                </a:solidFill>
                <a:latin typeface="Calibri" pitchFamily="34" charset="0"/>
                <a:cs typeface="Calibri" pitchFamily="34" charset="0"/>
              </a:rPr>
              <a:t>implementations</a:t>
            </a:r>
            <a:endParaRPr lang="en-GB" sz="900" dirty="0"/>
          </a:p>
        </p:txBody>
      </p:sp>
      <p:pic>
        <p:nvPicPr>
          <p:cNvPr id="2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88344" y="260560"/>
            <a:ext cx="331246" cy="288040"/>
          </a:xfrm>
          <a:prstGeom prst="rect">
            <a:avLst/>
          </a:prstGeom>
        </p:spPr>
      </p:pic>
    </p:spTree>
    <p:extLst>
      <p:ext uri="{BB962C8B-B14F-4D97-AF65-F5344CB8AC3E}">
        <p14:creationId xmlns:p14="http://schemas.microsoft.com/office/powerpoint/2010/main" val="37958131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bwMode="auto">
          <a:xfrm>
            <a:off x="107380" y="1628750"/>
            <a:ext cx="4248590" cy="4536630"/>
          </a:xfrm>
          <a:prstGeom prst="roundRect">
            <a:avLst/>
          </a:prstGeom>
          <a:ln>
            <a:noFill/>
            <a:headEnd type="none" w="med" len="med"/>
            <a:tailEnd type="none" w="med" len="med"/>
          </a:ln>
          <a:effectLst/>
          <a:scene3d>
            <a:camera prst="orthographicFront">
              <a:rot lat="0" lon="0" rev="0"/>
            </a:camera>
            <a:lightRig rig="chilly" dir="t">
              <a:rot lat="0" lon="0" rev="18480000"/>
            </a:lightRig>
          </a:scene3d>
          <a:sp3d prstMaterial="clear">
            <a:bevelT h="63500"/>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smtClean="0">
              <a:ln>
                <a:noFill/>
              </a:ln>
              <a:solidFill>
                <a:schemeClr val="tx2"/>
              </a:solidFill>
              <a:effectLst/>
              <a:latin typeface="Calibri" pitchFamily="34" charset="0"/>
              <a:cs typeface="Calibri" pitchFamily="34" charset="0"/>
            </a:endParaRPr>
          </a:p>
        </p:txBody>
      </p:sp>
      <p:sp>
        <p:nvSpPr>
          <p:cNvPr id="5" name="Rounded Rectangle 4"/>
          <p:cNvSpPr/>
          <p:nvPr/>
        </p:nvSpPr>
        <p:spPr bwMode="auto">
          <a:xfrm>
            <a:off x="4355970" y="1628750"/>
            <a:ext cx="4752659" cy="4536630"/>
          </a:xfrm>
          <a:prstGeom prst="roundRect">
            <a:avLst/>
          </a:prstGeom>
          <a:ln>
            <a:noFill/>
            <a:headEnd type="none" w="med" len="med"/>
            <a:tailEnd type="none" w="med" len="med"/>
          </a:ln>
          <a:effectLst/>
          <a:scene3d>
            <a:camera prst="orthographicFront">
              <a:rot lat="0" lon="0" rev="0"/>
            </a:camera>
            <a:lightRig rig="chilly" dir="t">
              <a:rot lat="0" lon="0" rev="18480000"/>
            </a:lightRig>
          </a:scene3d>
          <a:sp3d prstMaterial="clear">
            <a:bevelT h="63500"/>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smtClean="0">
              <a:ln>
                <a:noFill/>
              </a:ln>
              <a:solidFill>
                <a:schemeClr val="tx2"/>
              </a:solidFill>
              <a:effectLst/>
              <a:latin typeface="Verdana" pitchFamily="34" charset="0"/>
              <a:cs typeface="Arial" charset="0"/>
            </a:endParaRPr>
          </a:p>
        </p:txBody>
      </p:sp>
      <p:sp>
        <p:nvSpPr>
          <p:cNvPr id="3" name="Title 2"/>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GB" sz="3200" dirty="0">
                <a:solidFill>
                  <a:srgbClr val="002060"/>
                </a:solidFill>
              </a:rPr>
              <a:t>How the information comes together….</a:t>
            </a:r>
          </a:p>
        </p:txBody>
      </p:sp>
      <p:graphicFrame>
        <p:nvGraphicFramePr>
          <p:cNvPr id="4" name="Diagram 3"/>
          <p:cNvGraphicFramePr/>
          <p:nvPr>
            <p:extLst>
              <p:ext uri="{D42A27DB-BD31-4B8C-83A1-F6EECF244321}">
                <p14:modId xmlns:p14="http://schemas.microsoft.com/office/powerpoint/2010/main" val="1792621059"/>
              </p:ext>
            </p:extLst>
          </p:nvPr>
        </p:nvGraphicFramePr>
        <p:xfrm>
          <a:off x="179390" y="640568"/>
          <a:ext cx="8754355" cy="55447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1288642" y="1628750"/>
            <a:ext cx="1267078" cy="461665"/>
          </a:xfrm>
          <a:prstGeom prst="rect">
            <a:avLst/>
          </a:prstGeom>
          <a:noFill/>
        </p:spPr>
        <p:txBody>
          <a:bodyPr wrap="none" rtlCol="0">
            <a:spAutoFit/>
          </a:bodyPr>
          <a:lstStyle/>
          <a:p>
            <a:r>
              <a:rPr lang="en-GB" sz="1200" dirty="0">
                <a:latin typeface="Calibri" pitchFamily="34" charset="0"/>
                <a:cs typeface="Calibri" pitchFamily="34" charset="0"/>
              </a:rPr>
              <a:t>Perception based</a:t>
            </a:r>
          </a:p>
          <a:p>
            <a:endParaRPr lang="en-GB" sz="1200" dirty="0"/>
          </a:p>
        </p:txBody>
      </p:sp>
      <p:sp>
        <p:nvSpPr>
          <p:cNvPr id="7" name="TextBox 6"/>
          <p:cNvSpPr txBox="1"/>
          <p:nvPr/>
        </p:nvSpPr>
        <p:spPr>
          <a:xfrm>
            <a:off x="5724160" y="1628750"/>
            <a:ext cx="849015" cy="461665"/>
          </a:xfrm>
          <a:prstGeom prst="rect">
            <a:avLst/>
          </a:prstGeom>
          <a:noFill/>
        </p:spPr>
        <p:txBody>
          <a:bodyPr wrap="none" rtlCol="0">
            <a:spAutoFit/>
          </a:bodyPr>
          <a:lstStyle/>
          <a:p>
            <a:r>
              <a:rPr lang="en-GB" sz="1200" dirty="0" smtClean="0">
                <a:latin typeface="Calibri" pitchFamily="34" charset="0"/>
                <a:cs typeface="Calibri" pitchFamily="34" charset="0"/>
              </a:rPr>
              <a:t>Fact based</a:t>
            </a:r>
            <a:endParaRPr lang="en-GB" sz="1200" dirty="0">
              <a:latin typeface="Calibri" pitchFamily="34" charset="0"/>
              <a:cs typeface="Calibri" pitchFamily="34" charset="0"/>
            </a:endParaRPr>
          </a:p>
          <a:p>
            <a:endParaRPr lang="en-GB" sz="1200" dirty="0"/>
          </a:p>
        </p:txBody>
      </p:sp>
    </p:spTree>
    <p:extLst>
      <p:ext uri="{BB962C8B-B14F-4D97-AF65-F5344CB8AC3E}">
        <p14:creationId xmlns:p14="http://schemas.microsoft.com/office/powerpoint/2010/main" val="3744013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71500" y="1078784"/>
            <a:ext cx="7633059" cy="5158606"/>
          </a:xfrm>
        </p:spPr>
      </p:pic>
      <p:sp>
        <p:nvSpPr>
          <p:cNvPr id="3" name="Title 2"/>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GB" sz="3200" dirty="0" smtClean="0">
                <a:solidFill>
                  <a:srgbClr val="002060"/>
                </a:solidFill>
              </a:rPr>
              <a:t>Management Dashboard</a:t>
            </a:r>
            <a:endParaRPr lang="en-GB" sz="3200" dirty="0">
              <a:solidFill>
                <a:srgbClr val="002060"/>
              </a:solidFill>
            </a:endParaRPr>
          </a:p>
        </p:txBody>
      </p:sp>
    </p:spTree>
    <p:extLst>
      <p:ext uri="{BB962C8B-B14F-4D97-AF65-F5344CB8AC3E}">
        <p14:creationId xmlns:p14="http://schemas.microsoft.com/office/powerpoint/2010/main" val="22314901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sz="3200" dirty="0">
                <a:solidFill>
                  <a:srgbClr val="002060"/>
                </a:solidFill>
              </a:rPr>
              <a:t>Contract alerts overview</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450" y="1052670"/>
            <a:ext cx="7746760" cy="5256730"/>
          </a:xfrm>
          <a:prstGeom prst="rect">
            <a:avLst/>
          </a:prstGeom>
        </p:spPr>
      </p:pic>
    </p:spTree>
    <p:extLst>
      <p:ext uri="{BB962C8B-B14F-4D97-AF65-F5344CB8AC3E}">
        <p14:creationId xmlns:p14="http://schemas.microsoft.com/office/powerpoint/2010/main" val="25214822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14" y="90489"/>
            <a:ext cx="8443356" cy="788286"/>
          </a:xfrm>
          <a:noFill/>
          <a:ln w="9525">
            <a:noFill/>
            <a:miter lim="800000"/>
            <a:headEnd/>
            <a:tailEnd/>
          </a:ln>
        </p:spPr>
        <p:txBody>
          <a:bodyPr vert="horz" wrap="square" lIns="91440" tIns="45720" rIns="91440" bIns="45720" numCol="1" anchor="ctr" anchorCtr="0" compatLnSpc="1">
            <a:prstTxWarp prst="textNoShape">
              <a:avLst/>
            </a:prstTxWarp>
          </a:bodyPr>
          <a:lstStyle/>
          <a:p>
            <a:r>
              <a:rPr lang="en-GB" sz="3200" dirty="0" smtClean="0">
                <a:solidFill>
                  <a:srgbClr val="002060"/>
                </a:solidFill>
              </a:rPr>
              <a:t>		</a:t>
            </a:r>
            <a:r>
              <a:rPr lang="en-GB" sz="3200" i="1" dirty="0" err="1" smtClean="0">
                <a:solidFill>
                  <a:srgbClr val="002060"/>
                </a:solidFill>
              </a:rPr>
              <a:t>E</a:t>
            </a:r>
            <a:r>
              <a:rPr lang="en-GB" sz="3200" i="1" dirty="0" err="1" smtClean="0">
                <a:solidFill>
                  <a:schemeClr val="accent5">
                    <a:lumMod val="25000"/>
                  </a:schemeClr>
                </a:solidFill>
              </a:rPr>
              <a:t>valuetor</a:t>
            </a:r>
            <a:r>
              <a:rPr lang="en-GB" sz="3200" baseline="30000" dirty="0" smtClean="0"/>
              <a:t>©</a:t>
            </a:r>
            <a:r>
              <a:rPr lang="en-GB" sz="3200" dirty="0" smtClean="0">
                <a:solidFill>
                  <a:srgbClr val="002060"/>
                </a:solidFill>
              </a:rPr>
              <a:t> Value</a:t>
            </a:r>
            <a:endParaRPr lang="en-GB" sz="3200" dirty="0">
              <a:solidFill>
                <a:srgbClr val="002060"/>
              </a:solidFill>
            </a:endParaRPr>
          </a:p>
        </p:txBody>
      </p:sp>
      <p:sp>
        <p:nvSpPr>
          <p:cNvPr id="3" name="Content Placeholder 2"/>
          <p:cNvSpPr>
            <a:spLocks noGrp="1"/>
          </p:cNvSpPr>
          <p:nvPr>
            <p:ph idx="1"/>
          </p:nvPr>
        </p:nvSpPr>
        <p:spPr>
          <a:xfrm>
            <a:off x="428625" y="1085850"/>
            <a:ext cx="8229600" cy="5048250"/>
          </a:xfrm>
        </p:spPr>
        <p:txBody>
          <a:bodyPr/>
          <a:lstStyle/>
          <a:p>
            <a:pPr>
              <a:buNone/>
            </a:pPr>
            <a:r>
              <a:rPr lang="en-US" sz="2000" dirty="0" smtClean="0">
                <a:solidFill>
                  <a:srgbClr val="002060"/>
                </a:solidFill>
              </a:rPr>
              <a:t>Companies that have implemented Service Excellence have: </a:t>
            </a:r>
          </a:p>
          <a:p>
            <a:pPr>
              <a:buNone/>
            </a:pPr>
            <a:endParaRPr lang="en-US" sz="2000" dirty="0" smtClean="0">
              <a:solidFill>
                <a:srgbClr val="002060"/>
              </a:solidFill>
            </a:endParaRPr>
          </a:p>
          <a:p>
            <a:pPr>
              <a:buNone/>
            </a:pPr>
            <a:r>
              <a:rPr lang="en-US" sz="2000" u="sng" dirty="0" smtClean="0">
                <a:solidFill>
                  <a:srgbClr val="002060"/>
                </a:solidFill>
              </a:rPr>
              <a:t>Case-1 : only 18 months after initiation of our program:</a:t>
            </a:r>
            <a:endParaRPr lang="nl-NL" sz="2000" b="1" u="sng" dirty="0" smtClean="0">
              <a:solidFill>
                <a:srgbClr val="002060"/>
              </a:solidFill>
            </a:endParaRPr>
          </a:p>
          <a:p>
            <a:r>
              <a:rPr lang="en-US" sz="2000" dirty="0" smtClean="0">
                <a:solidFill>
                  <a:srgbClr val="002060"/>
                </a:solidFill>
              </a:rPr>
              <a:t>Increased the Outsourcing Recommendation Index with 14 points;    </a:t>
            </a:r>
            <a:endParaRPr lang="nl-NL" sz="2000" dirty="0" smtClean="0">
              <a:solidFill>
                <a:srgbClr val="002060"/>
              </a:solidFill>
            </a:endParaRPr>
          </a:p>
          <a:p>
            <a:r>
              <a:rPr lang="en-US" sz="2000" dirty="0" smtClean="0">
                <a:solidFill>
                  <a:srgbClr val="002060"/>
                </a:solidFill>
              </a:rPr>
              <a:t>Increased the number of Promoters of our client with 21%;</a:t>
            </a:r>
            <a:endParaRPr lang="nl-NL" sz="2000" dirty="0" smtClean="0">
              <a:solidFill>
                <a:srgbClr val="002060"/>
              </a:solidFill>
            </a:endParaRPr>
          </a:p>
          <a:p>
            <a:r>
              <a:rPr lang="en-US" sz="2000" dirty="0" smtClean="0">
                <a:solidFill>
                  <a:srgbClr val="002060"/>
                </a:solidFill>
              </a:rPr>
              <a:t>As a result we have de-risked 11% of their revenue; </a:t>
            </a:r>
            <a:endParaRPr lang="nl-NL" sz="2000" dirty="0" smtClean="0">
              <a:solidFill>
                <a:srgbClr val="002060"/>
              </a:solidFill>
            </a:endParaRPr>
          </a:p>
          <a:p>
            <a:r>
              <a:rPr lang="en-US" sz="2000" dirty="0" smtClean="0">
                <a:solidFill>
                  <a:srgbClr val="002060"/>
                </a:solidFill>
              </a:rPr>
              <a:t>And recorded a 6% growth of add-on business within the existing customer portfolio.</a:t>
            </a:r>
            <a:endParaRPr lang="nl-NL" sz="2000" dirty="0" smtClean="0">
              <a:solidFill>
                <a:srgbClr val="002060"/>
              </a:solidFill>
            </a:endParaRPr>
          </a:p>
          <a:p>
            <a:pPr>
              <a:buNone/>
            </a:pPr>
            <a:endParaRPr lang="en-GB" sz="2000" dirty="0" smtClean="0">
              <a:solidFill>
                <a:srgbClr val="002060"/>
              </a:solidFill>
            </a:endParaRPr>
          </a:p>
          <a:p>
            <a:pPr>
              <a:buNone/>
            </a:pPr>
            <a:r>
              <a:rPr lang="en-US" sz="2000" u="sng" dirty="0" smtClean="0">
                <a:solidFill>
                  <a:srgbClr val="002060"/>
                </a:solidFill>
              </a:rPr>
              <a:t>Case-2 : results after 3 year:</a:t>
            </a:r>
            <a:endParaRPr lang="nl-NL" sz="2000" u="sng" dirty="0" smtClean="0">
              <a:solidFill>
                <a:srgbClr val="002060"/>
              </a:solidFill>
            </a:endParaRPr>
          </a:p>
          <a:p>
            <a:r>
              <a:rPr lang="en-US" sz="2000" dirty="0" smtClean="0">
                <a:solidFill>
                  <a:srgbClr val="002060"/>
                </a:solidFill>
              </a:rPr>
              <a:t>Customer retention increased from 53% to 82%;    </a:t>
            </a:r>
            <a:endParaRPr lang="nl-NL" sz="2000" dirty="0" smtClean="0">
              <a:solidFill>
                <a:srgbClr val="002060"/>
              </a:solidFill>
            </a:endParaRPr>
          </a:p>
          <a:p>
            <a:r>
              <a:rPr lang="en-US" sz="2000" dirty="0" smtClean="0">
                <a:solidFill>
                  <a:srgbClr val="002060"/>
                </a:solidFill>
              </a:rPr>
              <a:t>Increase of </a:t>
            </a:r>
            <a:r>
              <a:rPr lang="en-US" sz="2000" dirty="0" err="1" smtClean="0">
                <a:solidFill>
                  <a:srgbClr val="002060"/>
                </a:solidFill>
              </a:rPr>
              <a:t>referenceability</a:t>
            </a:r>
            <a:r>
              <a:rPr lang="en-US" sz="2000" dirty="0" smtClean="0">
                <a:solidFill>
                  <a:srgbClr val="002060"/>
                </a:solidFill>
              </a:rPr>
              <a:t> with 20%;</a:t>
            </a:r>
          </a:p>
          <a:p>
            <a:r>
              <a:rPr lang="en-US" sz="2000" dirty="0" smtClean="0">
                <a:solidFill>
                  <a:srgbClr val="002060"/>
                </a:solidFill>
              </a:rPr>
              <a:t>Increase win rate with 10%;</a:t>
            </a:r>
            <a:endParaRPr lang="nl-NL" sz="2000" dirty="0" smtClean="0">
              <a:solidFill>
                <a:srgbClr val="002060"/>
              </a:solidFill>
            </a:endParaRPr>
          </a:p>
          <a:p>
            <a:r>
              <a:rPr lang="en-US" sz="2000" dirty="0" smtClean="0">
                <a:solidFill>
                  <a:srgbClr val="002060"/>
                </a:solidFill>
              </a:rPr>
              <a:t>Decrease of operational cost  of 5%.</a:t>
            </a:r>
          </a:p>
          <a:p>
            <a:pPr>
              <a:buNone/>
            </a:pPr>
            <a:endParaRPr lang="en-GB" sz="2000" dirty="0">
              <a:solidFill>
                <a:srgbClr val="002060"/>
              </a:solidFill>
            </a:endParaRPr>
          </a:p>
        </p:txBody>
      </p:sp>
      <p:pic>
        <p:nvPicPr>
          <p:cNvPr id="4"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63860" y="332570"/>
            <a:ext cx="360050" cy="313086"/>
          </a:xfrm>
          <a:prstGeom prst="rect">
            <a:avLst/>
          </a:prstGeom>
        </p:spPr>
      </p:pic>
    </p:spTree>
    <p:extLst>
      <p:ext uri="{BB962C8B-B14F-4D97-AF65-F5344CB8AC3E}">
        <p14:creationId xmlns:p14="http://schemas.microsoft.com/office/powerpoint/2010/main" val="38291392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4866"/>
            <a:ext cx="8229600" cy="1143000"/>
          </a:xfrm>
          <a:noFill/>
          <a:ln w="9525">
            <a:noFill/>
            <a:miter lim="800000"/>
            <a:headEnd/>
            <a:tailEnd/>
          </a:ln>
        </p:spPr>
        <p:txBody>
          <a:bodyPr vert="horz" wrap="square" lIns="91440" tIns="45720" rIns="91440" bIns="45720" numCol="1" anchor="ctr" anchorCtr="0" compatLnSpc="1">
            <a:prstTxWarp prst="textNoShape">
              <a:avLst/>
            </a:prstTxWarp>
          </a:bodyPr>
          <a:lstStyle/>
          <a:p>
            <a:r>
              <a:rPr lang="en-GB" sz="3200" dirty="0">
                <a:solidFill>
                  <a:srgbClr val="002060"/>
                </a:solidFill>
              </a:rPr>
              <a:t>Senority </a:t>
            </a:r>
            <a:r>
              <a:rPr lang="en-GB" sz="3200" dirty="0" smtClean="0">
                <a:solidFill>
                  <a:srgbClr val="002060"/>
                </a:solidFill>
              </a:rPr>
              <a:t>proposition to GENPACT</a:t>
            </a:r>
            <a:endParaRPr lang="en-GB" sz="3200" dirty="0">
              <a:solidFill>
                <a:srgbClr val="002060"/>
              </a:solidFill>
            </a:endParaRPr>
          </a:p>
        </p:txBody>
      </p:sp>
      <p:sp>
        <p:nvSpPr>
          <p:cNvPr id="4" name="Content Placeholder 3"/>
          <p:cNvSpPr>
            <a:spLocks noGrp="1"/>
          </p:cNvSpPr>
          <p:nvPr>
            <p:ph idx="1"/>
          </p:nvPr>
        </p:nvSpPr>
        <p:spPr>
          <a:xfrm>
            <a:off x="323410" y="1012635"/>
            <a:ext cx="7633060" cy="5008725"/>
          </a:xfrm>
        </p:spPr>
        <p:txBody>
          <a:bodyPr>
            <a:noAutofit/>
          </a:bodyPr>
          <a:lstStyle/>
          <a:p>
            <a:pPr marL="342900" lvl="1" indent="-342900">
              <a:buNone/>
            </a:pPr>
            <a:r>
              <a:rPr lang="en-GB" dirty="0" smtClean="0">
                <a:solidFill>
                  <a:schemeClr val="accent6">
                    <a:lumMod val="75000"/>
                  </a:schemeClr>
                </a:solidFill>
                <a:ea typeface="+mn-ea"/>
              </a:rPr>
              <a:t>Implement </a:t>
            </a:r>
            <a:r>
              <a:rPr lang="en-GB" dirty="0" err="1" smtClean="0">
                <a:solidFill>
                  <a:schemeClr val="accent6">
                    <a:lumMod val="75000"/>
                  </a:schemeClr>
                </a:solidFill>
                <a:ea typeface="+mn-ea"/>
              </a:rPr>
              <a:t>Evaluetor</a:t>
            </a:r>
            <a:r>
              <a:rPr lang="en-GB" dirty="0" smtClean="0">
                <a:solidFill>
                  <a:schemeClr val="accent6">
                    <a:lumMod val="75000"/>
                  </a:schemeClr>
                </a:solidFill>
                <a:ea typeface="+mn-ea"/>
              </a:rPr>
              <a:t> including the following configuration process:</a:t>
            </a:r>
          </a:p>
          <a:p>
            <a:pPr marL="342900" lvl="1" indent="-342900">
              <a:buChar char="•"/>
            </a:pPr>
            <a:r>
              <a:rPr lang="en-GB" dirty="0" smtClean="0">
                <a:solidFill>
                  <a:schemeClr val="accent6">
                    <a:lumMod val="75000"/>
                  </a:schemeClr>
                </a:solidFill>
                <a:ea typeface="+mn-ea"/>
              </a:rPr>
              <a:t>Prepare </a:t>
            </a:r>
            <a:r>
              <a:rPr lang="en-GB" dirty="0">
                <a:solidFill>
                  <a:schemeClr val="accent6">
                    <a:lumMod val="75000"/>
                  </a:schemeClr>
                </a:solidFill>
                <a:ea typeface="+mn-ea"/>
              </a:rPr>
              <a:t>– introduce best practises and pilot environment</a:t>
            </a:r>
          </a:p>
          <a:p>
            <a:pPr lvl="1"/>
            <a:r>
              <a:rPr lang="en-GB" sz="1400" dirty="0" smtClean="0">
                <a:solidFill>
                  <a:schemeClr val="accent6">
                    <a:lumMod val="75000"/>
                  </a:schemeClr>
                </a:solidFill>
              </a:rPr>
              <a:t>Enter the Pilot client (i.e. Staples) contract(s) with alerts on agreed Contract Performance Indicators into our software solution </a:t>
            </a:r>
            <a:r>
              <a:rPr lang="en-GB" sz="1400" dirty="0" err="1" smtClean="0">
                <a:solidFill>
                  <a:schemeClr val="accent6">
                    <a:lumMod val="75000"/>
                  </a:schemeClr>
                </a:solidFill>
              </a:rPr>
              <a:t>Evaluetor</a:t>
            </a:r>
            <a:r>
              <a:rPr lang="en-GB" sz="1400" dirty="0" smtClean="0">
                <a:solidFill>
                  <a:schemeClr val="accent6">
                    <a:lumMod val="75000"/>
                  </a:schemeClr>
                </a:solidFill>
              </a:rPr>
              <a:t>.</a:t>
            </a:r>
          </a:p>
          <a:p>
            <a:pPr lvl="1"/>
            <a:r>
              <a:rPr lang="en-GB" sz="1400" dirty="0" smtClean="0">
                <a:solidFill>
                  <a:schemeClr val="accent6">
                    <a:lumMod val="75000"/>
                  </a:schemeClr>
                </a:solidFill>
              </a:rPr>
              <a:t>Account </a:t>
            </a:r>
            <a:r>
              <a:rPr lang="en-GB" sz="1400" dirty="0">
                <a:solidFill>
                  <a:schemeClr val="accent6">
                    <a:lumMod val="75000"/>
                  </a:schemeClr>
                </a:solidFill>
              </a:rPr>
              <a:t>status</a:t>
            </a:r>
          </a:p>
          <a:p>
            <a:pPr lvl="1"/>
            <a:r>
              <a:rPr lang="en-GB" sz="1400" dirty="0">
                <a:solidFill>
                  <a:schemeClr val="accent6">
                    <a:lumMod val="75000"/>
                  </a:schemeClr>
                </a:solidFill>
              </a:rPr>
              <a:t>Customer improvement planning</a:t>
            </a:r>
          </a:p>
          <a:p>
            <a:pPr lvl="1"/>
            <a:r>
              <a:rPr lang="en-GB" sz="1400" dirty="0">
                <a:solidFill>
                  <a:schemeClr val="accent6">
                    <a:lumMod val="75000"/>
                  </a:schemeClr>
                </a:solidFill>
              </a:rPr>
              <a:t>Voice of the customer</a:t>
            </a:r>
          </a:p>
          <a:p>
            <a:pPr lvl="1"/>
            <a:r>
              <a:rPr lang="en-GB" sz="1400" dirty="0">
                <a:solidFill>
                  <a:schemeClr val="accent6">
                    <a:lumMod val="75000"/>
                  </a:schemeClr>
                </a:solidFill>
              </a:rPr>
              <a:t>Management dashboards</a:t>
            </a:r>
          </a:p>
          <a:p>
            <a:pPr lvl="1"/>
            <a:r>
              <a:rPr lang="en-GB" sz="1400" dirty="0">
                <a:solidFill>
                  <a:schemeClr val="accent6">
                    <a:lumMod val="75000"/>
                  </a:schemeClr>
                </a:solidFill>
              </a:rPr>
              <a:t>Software support for Senority practices</a:t>
            </a:r>
          </a:p>
          <a:p>
            <a:endParaRPr lang="en-GB" sz="1600" dirty="0" smtClean="0">
              <a:solidFill>
                <a:schemeClr val="accent6">
                  <a:lumMod val="75000"/>
                </a:schemeClr>
              </a:solidFill>
            </a:endParaRPr>
          </a:p>
          <a:p>
            <a:pPr>
              <a:buNone/>
            </a:pPr>
            <a:r>
              <a:rPr lang="en-GB" sz="1600" dirty="0" smtClean="0">
                <a:solidFill>
                  <a:schemeClr val="accent6">
                    <a:lumMod val="75000"/>
                  </a:schemeClr>
                </a:solidFill>
              </a:rPr>
              <a:t>Optional:</a:t>
            </a:r>
          </a:p>
          <a:p>
            <a:r>
              <a:rPr lang="en-GB" sz="1600" dirty="0" smtClean="0">
                <a:solidFill>
                  <a:schemeClr val="accent6">
                    <a:lumMod val="75000"/>
                  </a:schemeClr>
                </a:solidFill>
              </a:rPr>
              <a:t>Apply Senority account improvement processes as a show case on the Pilot client</a:t>
            </a:r>
          </a:p>
          <a:p>
            <a:pPr lvl="1"/>
            <a:r>
              <a:rPr lang="en-GB" sz="1400" dirty="0" smtClean="0">
                <a:solidFill>
                  <a:schemeClr val="accent6">
                    <a:lumMod val="75000"/>
                  </a:schemeClr>
                </a:solidFill>
              </a:rPr>
              <a:t>Baseline - create improvement plan</a:t>
            </a:r>
          </a:p>
          <a:p>
            <a:pPr lvl="1"/>
            <a:r>
              <a:rPr lang="en-GB" sz="1400" dirty="0">
                <a:solidFill>
                  <a:schemeClr val="accent6">
                    <a:lumMod val="75000"/>
                  </a:schemeClr>
                </a:solidFill>
              </a:rPr>
              <a:t>30 day’s </a:t>
            </a:r>
            <a:r>
              <a:rPr lang="en-GB" sz="1400" dirty="0" smtClean="0">
                <a:solidFill>
                  <a:schemeClr val="accent6">
                    <a:lumMod val="75000"/>
                  </a:schemeClr>
                </a:solidFill>
              </a:rPr>
              <a:t>- Agreed Go to Green plan</a:t>
            </a:r>
          </a:p>
          <a:p>
            <a:pPr lvl="1"/>
            <a:r>
              <a:rPr lang="en-GB" sz="1400" dirty="0" smtClean="0">
                <a:solidFill>
                  <a:schemeClr val="accent6">
                    <a:lumMod val="75000"/>
                  </a:schemeClr>
                </a:solidFill>
              </a:rPr>
              <a:t>60 day’s  - measure improvement</a:t>
            </a:r>
          </a:p>
          <a:p>
            <a:pPr lvl="1"/>
            <a:r>
              <a:rPr lang="en-GB" sz="1400" dirty="0" smtClean="0">
                <a:solidFill>
                  <a:schemeClr val="accent6">
                    <a:lumMod val="75000"/>
                  </a:schemeClr>
                </a:solidFill>
              </a:rPr>
              <a:t>90 day’s  - closedown of go to green </a:t>
            </a:r>
          </a:p>
          <a:p>
            <a:endParaRPr lang="en-GB" sz="1600" dirty="0">
              <a:solidFill>
                <a:schemeClr val="accent6">
                  <a:lumMod val="75000"/>
                </a:schemeClr>
              </a:solidFill>
            </a:endParaRPr>
          </a:p>
          <a:p>
            <a:endParaRPr lang="en-GB" sz="1600" dirty="0">
              <a:solidFill>
                <a:schemeClr val="accent6">
                  <a:lumMod val="75000"/>
                </a:schemeClr>
              </a:solidFill>
            </a:endParaRPr>
          </a:p>
        </p:txBody>
      </p:sp>
      <p:sp>
        <p:nvSpPr>
          <p:cNvPr id="2" name="Rectangle 1"/>
          <p:cNvSpPr/>
          <p:nvPr/>
        </p:nvSpPr>
        <p:spPr>
          <a:xfrm>
            <a:off x="4283960" y="4339044"/>
            <a:ext cx="4572000" cy="1754326"/>
          </a:xfrm>
          <a:prstGeom prst="rect">
            <a:avLst/>
          </a:prstGeom>
          <a:ln>
            <a:solidFill>
              <a:srgbClr val="002060"/>
            </a:solidFill>
          </a:ln>
        </p:spPr>
        <p:txBody>
          <a:bodyPr>
            <a:spAutoFit/>
          </a:bodyPr>
          <a:lstStyle/>
          <a:p>
            <a:r>
              <a:rPr lang="en-GB" sz="1200" dirty="0" smtClean="0">
                <a:solidFill>
                  <a:schemeClr val="accent6">
                    <a:lumMod val="75000"/>
                  </a:schemeClr>
                </a:solidFill>
              </a:rPr>
              <a:t>Result:</a:t>
            </a:r>
          </a:p>
          <a:p>
            <a:r>
              <a:rPr lang="en-GB" sz="1200" dirty="0" smtClean="0">
                <a:solidFill>
                  <a:schemeClr val="accent6">
                    <a:lumMod val="75000"/>
                  </a:schemeClr>
                </a:solidFill>
              </a:rPr>
              <a:t>Delivering a closer </a:t>
            </a:r>
            <a:r>
              <a:rPr lang="en-GB" sz="1200" dirty="0">
                <a:solidFill>
                  <a:schemeClr val="accent6">
                    <a:lumMod val="75000"/>
                  </a:schemeClr>
                </a:solidFill>
              </a:rPr>
              <a:t>and more intimate </a:t>
            </a:r>
            <a:r>
              <a:rPr lang="en-GB" sz="1200" dirty="0" smtClean="0">
                <a:solidFill>
                  <a:schemeClr val="accent6">
                    <a:lumMod val="75000"/>
                  </a:schemeClr>
                </a:solidFill>
              </a:rPr>
              <a:t>Client </a:t>
            </a:r>
          </a:p>
          <a:p>
            <a:r>
              <a:rPr lang="en-GB" sz="1200" dirty="0" smtClean="0">
                <a:solidFill>
                  <a:schemeClr val="accent6">
                    <a:lumMod val="75000"/>
                  </a:schemeClr>
                </a:solidFill>
              </a:rPr>
              <a:t>relationship </a:t>
            </a:r>
            <a:r>
              <a:rPr lang="en-GB" sz="1200" dirty="0">
                <a:solidFill>
                  <a:schemeClr val="accent6">
                    <a:lumMod val="75000"/>
                  </a:schemeClr>
                </a:solidFill>
              </a:rPr>
              <a:t>that </a:t>
            </a:r>
            <a:r>
              <a:rPr lang="en-GB" sz="1200" dirty="0" smtClean="0">
                <a:solidFill>
                  <a:schemeClr val="accent6">
                    <a:lumMod val="75000"/>
                  </a:schemeClr>
                </a:solidFill>
              </a:rPr>
              <a:t>is:</a:t>
            </a:r>
            <a:endParaRPr lang="en-GB" sz="1200" dirty="0">
              <a:solidFill>
                <a:schemeClr val="accent6">
                  <a:lumMod val="75000"/>
                </a:schemeClr>
              </a:solidFill>
            </a:endParaRPr>
          </a:p>
          <a:p>
            <a:pPr marL="628650" lvl="1" indent="-171450">
              <a:buFont typeface="Arial" pitchFamily="34" charset="0"/>
              <a:buChar char="•"/>
            </a:pPr>
            <a:r>
              <a:rPr lang="en-GB" sz="1200" dirty="0">
                <a:solidFill>
                  <a:schemeClr val="accent6">
                    <a:lumMod val="75000"/>
                  </a:schemeClr>
                </a:solidFill>
              </a:rPr>
              <a:t>Transparent</a:t>
            </a:r>
          </a:p>
          <a:p>
            <a:pPr marL="628650" lvl="1" indent="-171450">
              <a:buFont typeface="Arial" pitchFamily="34" charset="0"/>
              <a:buChar char="•"/>
            </a:pPr>
            <a:r>
              <a:rPr lang="en-GB" sz="1200" dirty="0">
                <a:solidFill>
                  <a:schemeClr val="accent6">
                    <a:lumMod val="75000"/>
                  </a:schemeClr>
                </a:solidFill>
              </a:rPr>
              <a:t>Honest</a:t>
            </a:r>
          </a:p>
          <a:p>
            <a:pPr marL="628650" lvl="1" indent="-171450">
              <a:buFont typeface="Arial" pitchFamily="34" charset="0"/>
              <a:buChar char="•"/>
            </a:pPr>
            <a:r>
              <a:rPr lang="en-GB" sz="1200" dirty="0">
                <a:solidFill>
                  <a:schemeClr val="accent6">
                    <a:lumMod val="75000"/>
                  </a:schemeClr>
                </a:solidFill>
              </a:rPr>
              <a:t>Both parties </a:t>
            </a:r>
            <a:r>
              <a:rPr lang="en-GB" sz="1200" dirty="0" smtClean="0">
                <a:solidFill>
                  <a:schemeClr val="accent6">
                    <a:lumMod val="75000"/>
                  </a:schemeClr>
                </a:solidFill>
              </a:rPr>
              <a:t>(GENPACT and </a:t>
            </a:r>
            <a:r>
              <a:rPr lang="en-GB" sz="1200" dirty="0">
                <a:solidFill>
                  <a:schemeClr val="accent6">
                    <a:lumMod val="75000"/>
                  </a:schemeClr>
                </a:solidFill>
              </a:rPr>
              <a:t>Client) deliver on agreed commitments</a:t>
            </a:r>
          </a:p>
          <a:p>
            <a:pPr marL="628650" lvl="1" indent="-171450">
              <a:buFont typeface="Arial" pitchFamily="34" charset="0"/>
              <a:buChar char="•"/>
            </a:pPr>
            <a:r>
              <a:rPr lang="en-GB" sz="1200" dirty="0">
                <a:solidFill>
                  <a:schemeClr val="accent6">
                    <a:lumMod val="75000"/>
                  </a:schemeClr>
                </a:solidFill>
              </a:rPr>
              <a:t>Pro-active</a:t>
            </a:r>
          </a:p>
          <a:p>
            <a:pPr marL="628650" lvl="1" indent="-171450">
              <a:buFont typeface="Arial" pitchFamily="34" charset="0"/>
              <a:buChar char="•"/>
            </a:pPr>
            <a:r>
              <a:rPr lang="en-GB" sz="1200" dirty="0">
                <a:solidFill>
                  <a:schemeClr val="accent6">
                    <a:lumMod val="75000"/>
                  </a:schemeClr>
                </a:solidFill>
              </a:rPr>
              <a:t>Immediate action when required</a:t>
            </a:r>
          </a:p>
        </p:txBody>
      </p:sp>
    </p:spTree>
    <p:extLst>
      <p:ext uri="{BB962C8B-B14F-4D97-AF65-F5344CB8AC3E}">
        <p14:creationId xmlns:p14="http://schemas.microsoft.com/office/powerpoint/2010/main" val="34147318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GB" sz="3200" dirty="0">
                <a:solidFill>
                  <a:srgbClr val="002060"/>
                </a:solidFill>
              </a:rPr>
              <a:t>In Summary</a:t>
            </a:r>
          </a:p>
        </p:txBody>
      </p:sp>
      <p:sp>
        <p:nvSpPr>
          <p:cNvPr id="3" name="Content Placeholder 2"/>
          <p:cNvSpPr>
            <a:spLocks noGrp="1"/>
          </p:cNvSpPr>
          <p:nvPr>
            <p:ph idx="1"/>
          </p:nvPr>
        </p:nvSpPr>
        <p:spPr>
          <a:xfrm>
            <a:off x="251400" y="1196690"/>
            <a:ext cx="8425170" cy="4680650"/>
          </a:xfrm>
        </p:spPr>
        <p:txBody>
          <a:bodyPr/>
          <a:lstStyle/>
          <a:p>
            <a:r>
              <a:rPr lang="en-GB" sz="1800" dirty="0">
                <a:solidFill>
                  <a:srgbClr val="002060"/>
                </a:solidFill>
              </a:rPr>
              <a:t>Benefits:</a:t>
            </a:r>
          </a:p>
          <a:p>
            <a:pPr lvl="1"/>
            <a:r>
              <a:rPr lang="en-GB" sz="1400" dirty="0" smtClean="0">
                <a:solidFill>
                  <a:srgbClr val="002060"/>
                </a:solidFill>
              </a:rPr>
              <a:t>Integrated relationship management approach</a:t>
            </a:r>
          </a:p>
          <a:p>
            <a:pPr lvl="1"/>
            <a:r>
              <a:rPr lang="en-GB" sz="1400" dirty="0" smtClean="0">
                <a:solidFill>
                  <a:srgbClr val="002060"/>
                </a:solidFill>
              </a:rPr>
              <a:t>Ability to pro-actively manage contract conditions and risks</a:t>
            </a:r>
          </a:p>
          <a:p>
            <a:pPr lvl="1"/>
            <a:r>
              <a:rPr lang="en-GB" sz="1400" dirty="0" smtClean="0">
                <a:solidFill>
                  <a:srgbClr val="002060"/>
                </a:solidFill>
              </a:rPr>
              <a:t>Automatic prompts contract conditions</a:t>
            </a:r>
          </a:p>
          <a:p>
            <a:pPr lvl="1"/>
            <a:r>
              <a:rPr lang="en-GB" sz="1400" dirty="0" smtClean="0">
                <a:solidFill>
                  <a:srgbClr val="002060"/>
                </a:solidFill>
              </a:rPr>
              <a:t>Continuous improvement based on actual issues and observations</a:t>
            </a:r>
          </a:p>
          <a:p>
            <a:pPr lvl="1"/>
            <a:r>
              <a:rPr lang="en-GB" sz="1400" dirty="0" smtClean="0">
                <a:solidFill>
                  <a:srgbClr val="002060"/>
                </a:solidFill>
              </a:rPr>
              <a:t>Dedicated focus on “go-to-green” improvement actions</a:t>
            </a:r>
          </a:p>
          <a:p>
            <a:pPr lvl="1"/>
            <a:r>
              <a:rPr lang="en-GB" sz="1400" dirty="0" smtClean="0">
                <a:solidFill>
                  <a:srgbClr val="002060"/>
                </a:solidFill>
              </a:rPr>
              <a:t>High level overview of all contract- and relationship statuses with ability to drill down to actual underlying issues</a:t>
            </a:r>
          </a:p>
          <a:p>
            <a:pPr lvl="1"/>
            <a:r>
              <a:rPr lang="en-GB" sz="1400" dirty="0" smtClean="0">
                <a:solidFill>
                  <a:srgbClr val="002060"/>
                </a:solidFill>
              </a:rPr>
              <a:t>Full transparency of day-to-day status of strategic customer relationships</a:t>
            </a:r>
          </a:p>
          <a:p>
            <a:pPr lvl="1"/>
            <a:r>
              <a:rPr lang="en-GB" sz="1400" dirty="0" smtClean="0">
                <a:solidFill>
                  <a:srgbClr val="002060"/>
                </a:solidFill>
              </a:rPr>
              <a:t>Customer/revenue driven improvement focus</a:t>
            </a:r>
          </a:p>
          <a:p>
            <a:pPr lvl="1"/>
            <a:r>
              <a:rPr lang="en-GB" sz="1400" dirty="0" smtClean="0">
                <a:solidFill>
                  <a:srgbClr val="002060"/>
                </a:solidFill>
              </a:rPr>
              <a:t>Clear roles, responsibilities and ownership for relationship responsibilities</a:t>
            </a:r>
          </a:p>
          <a:p>
            <a:pPr lvl="1"/>
            <a:r>
              <a:rPr lang="en-GB" sz="1400" dirty="0" smtClean="0">
                <a:solidFill>
                  <a:srgbClr val="002060"/>
                </a:solidFill>
              </a:rPr>
              <a:t>Intercompany communication vehicle </a:t>
            </a:r>
          </a:p>
          <a:p>
            <a:r>
              <a:rPr lang="en-GB" sz="1800" dirty="0" smtClean="0">
                <a:solidFill>
                  <a:srgbClr val="002060"/>
                </a:solidFill>
              </a:rPr>
              <a:t>Business value</a:t>
            </a:r>
          </a:p>
          <a:p>
            <a:pPr lvl="1"/>
            <a:r>
              <a:rPr lang="en-GB" sz="1400" dirty="0" smtClean="0">
                <a:solidFill>
                  <a:srgbClr val="002060"/>
                </a:solidFill>
              </a:rPr>
              <a:t>Increase yield of contracted value 		by 5% </a:t>
            </a:r>
          </a:p>
          <a:p>
            <a:pPr lvl="1"/>
            <a:r>
              <a:rPr lang="en-GB" sz="1400" dirty="0" smtClean="0">
                <a:solidFill>
                  <a:srgbClr val="002060"/>
                </a:solidFill>
              </a:rPr>
              <a:t>Improve customer satisfaction 		by 15% </a:t>
            </a:r>
          </a:p>
          <a:p>
            <a:pPr lvl="1"/>
            <a:r>
              <a:rPr lang="en-GB" sz="1400" dirty="0" smtClean="0">
                <a:solidFill>
                  <a:srgbClr val="002060"/>
                </a:solidFill>
              </a:rPr>
              <a:t>Reduce operational cost 			by 5 %</a:t>
            </a:r>
          </a:p>
          <a:p>
            <a:pPr lvl="1"/>
            <a:r>
              <a:rPr lang="en-GB" sz="1400" dirty="0" smtClean="0">
                <a:solidFill>
                  <a:srgbClr val="002060"/>
                </a:solidFill>
              </a:rPr>
              <a:t>Increase renewal rate and reference(ORI) 	with 20%</a:t>
            </a:r>
          </a:p>
          <a:p>
            <a:pPr lvl="1"/>
            <a:endParaRPr lang="en-GB" sz="1400" dirty="0" smtClean="0">
              <a:solidFill>
                <a:srgbClr val="002060"/>
              </a:solidFill>
            </a:endParaRPr>
          </a:p>
          <a:p>
            <a:pPr lvl="1"/>
            <a:endParaRPr lang="en-GB" sz="1400" dirty="0" smtClean="0">
              <a:solidFill>
                <a:srgbClr val="002060"/>
              </a:solidFill>
            </a:endParaRPr>
          </a:p>
          <a:p>
            <a:endParaRPr lang="en-GB" sz="1400" dirty="0" smtClean="0">
              <a:solidFill>
                <a:srgbClr val="002060"/>
              </a:solidFill>
            </a:endParaRPr>
          </a:p>
          <a:p>
            <a:endParaRPr lang="en-GB" sz="1400" dirty="0" smtClean="0">
              <a:solidFill>
                <a:srgbClr val="002060"/>
              </a:solidFill>
            </a:endParaRPr>
          </a:p>
          <a:p>
            <a:endParaRPr lang="en-GB" sz="1050" dirty="0">
              <a:solidFill>
                <a:srgbClr val="002060"/>
              </a:solidFill>
            </a:endParaRPr>
          </a:p>
        </p:txBody>
      </p:sp>
      <p:sp>
        <p:nvSpPr>
          <p:cNvPr id="5" name="Slide Number Placeholder 4"/>
          <p:cNvSpPr>
            <a:spLocks noGrp="1"/>
          </p:cNvSpPr>
          <p:nvPr>
            <p:ph type="sldNum" sz="quarter" idx="4294967295"/>
          </p:nvPr>
        </p:nvSpPr>
        <p:spPr>
          <a:xfrm>
            <a:off x="7010400" y="6392863"/>
            <a:ext cx="2133600" cy="268287"/>
          </a:xfrm>
          <a:prstGeom prst="rect">
            <a:avLst/>
          </a:prstGeom>
        </p:spPr>
        <p:txBody>
          <a:bodyPr/>
          <a:lstStyle/>
          <a:p>
            <a:pPr>
              <a:defRPr/>
            </a:pPr>
            <a:fld id="{D5F246EE-A698-40F2-9104-E597CE2CF7A1}" type="slidenum">
              <a:rPr lang="nl-NL" smtClean="0"/>
              <a:pPr>
                <a:defRPr/>
              </a:pPr>
              <a:t>13</a:t>
            </a:fld>
            <a:endParaRPr lang="nl-NL" dirty="0"/>
          </a:p>
        </p:txBody>
      </p:sp>
    </p:spTree>
    <p:extLst>
      <p:ext uri="{BB962C8B-B14F-4D97-AF65-F5344CB8AC3E}">
        <p14:creationId xmlns:p14="http://schemas.microsoft.com/office/powerpoint/2010/main" val="18092291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sz="3200" dirty="0">
                <a:solidFill>
                  <a:srgbClr val="002060"/>
                </a:solidFill>
              </a:rPr>
              <a:t>Contact</a:t>
            </a:r>
          </a:p>
        </p:txBody>
      </p:sp>
      <p:sp>
        <p:nvSpPr>
          <p:cNvPr id="6" name="TextBox 5"/>
          <p:cNvSpPr txBox="1"/>
          <p:nvPr/>
        </p:nvSpPr>
        <p:spPr>
          <a:xfrm>
            <a:off x="261257" y="2416629"/>
            <a:ext cx="184731" cy="646331"/>
          </a:xfrm>
          <a:prstGeom prst="rect">
            <a:avLst/>
          </a:prstGeom>
          <a:noFill/>
        </p:spPr>
        <p:txBody>
          <a:bodyPr wrap="none" rtlCol="0">
            <a:spAutoFit/>
          </a:bodyPr>
          <a:lstStyle/>
          <a:p>
            <a:endParaRPr lang="nl-NL" dirty="0"/>
          </a:p>
        </p:txBody>
      </p:sp>
      <p:sp>
        <p:nvSpPr>
          <p:cNvPr id="8" name="Rectangle 7"/>
          <p:cNvSpPr/>
          <p:nvPr/>
        </p:nvSpPr>
        <p:spPr>
          <a:xfrm>
            <a:off x="436664" y="2432936"/>
            <a:ext cx="3058886" cy="2292935"/>
          </a:xfrm>
          <a:prstGeom prst="rect">
            <a:avLst/>
          </a:prstGeom>
        </p:spPr>
        <p:txBody>
          <a:bodyPr wrap="square">
            <a:spAutoFit/>
          </a:bodyPr>
          <a:lstStyle/>
          <a:p>
            <a:r>
              <a:rPr lang="en-US" sz="1100" b="1" i="1" dirty="0" smtClean="0">
                <a:solidFill>
                  <a:schemeClr val="bg2">
                    <a:lumMod val="75000"/>
                  </a:schemeClr>
                </a:solidFill>
              </a:rPr>
              <a:t>Enrico de Boer</a:t>
            </a:r>
            <a:br>
              <a:rPr lang="en-US" sz="1100" b="1" i="1" dirty="0" smtClean="0">
                <a:solidFill>
                  <a:schemeClr val="bg2">
                    <a:lumMod val="75000"/>
                  </a:schemeClr>
                </a:solidFill>
              </a:rPr>
            </a:br>
            <a:r>
              <a:rPr lang="en-US" sz="1100" b="1" i="1" dirty="0" smtClean="0">
                <a:solidFill>
                  <a:schemeClr val="bg2">
                    <a:lumMod val="75000"/>
                  </a:schemeClr>
                </a:solidFill>
              </a:rPr>
              <a:t>Managing Partner </a:t>
            </a:r>
            <a:br>
              <a:rPr lang="en-US" sz="1100" b="1" i="1" dirty="0" smtClean="0">
                <a:solidFill>
                  <a:schemeClr val="bg2">
                    <a:lumMod val="75000"/>
                  </a:schemeClr>
                </a:solidFill>
              </a:rPr>
            </a:br>
            <a:r>
              <a:rPr lang="en-US" sz="1100" b="1" i="1" dirty="0" smtClean="0">
                <a:solidFill>
                  <a:schemeClr val="bg2">
                    <a:lumMod val="75000"/>
                  </a:schemeClr>
                </a:solidFill>
              </a:rPr>
              <a:t/>
            </a:r>
            <a:br>
              <a:rPr lang="en-US" sz="1100" b="1" i="1" dirty="0" smtClean="0">
                <a:solidFill>
                  <a:schemeClr val="bg2">
                    <a:lumMod val="75000"/>
                  </a:schemeClr>
                </a:solidFill>
              </a:rPr>
            </a:br>
            <a:r>
              <a:rPr lang="en-US" sz="1100" i="1" dirty="0" smtClean="0">
                <a:solidFill>
                  <a:schemeClr val="bg2">
                    <a:lumMod val="75000"/>
                  </a:schemeClr>
                </a:solidFill>
              </a:rPr>
              <a:t>Boompjes 680</a:t>
            </a:r>
            <a:br>
              <a:rPr lang="en-US" sz="1100" i="1" dirty="0" smtClean="0">
                <a:solidFill>
                  <a:schemeClr val="bg2">
                    <a:lumMod val="75000"/>
                  </a:schemeClr>
                </a:solidFill>
              </a:rPr>
            </a:br>
            <a:r>
              <a:rPr lang="en-US" sz="1100" i="1" dirty="0" smtClean="0">
                <a:solidFill>
                  <a:schemeClr val="bg2">
                    <a:lumMod val="75000"/>
                  </a:schemeClr>
                </a:solidFill>
              </a:rPr>
              <a:t>3011 XZ Rotterdam</a:t>
            </a:r>
          </a:p>
          <a:p>
            <a:r>
              <a:rPr lang="en-US" sz="1100" i="1" dirty="0" smtClean="0">
                <a:solidFill>
                  <a:schemeClr val="bg2">
                    <a:lumMod val="75000"/>
                  </a:schemeClr>
                </a:solidFill>
              </a:rPr>
              <a:t>The Netherlands</a:t>
            </a:r>
            <a:br>
              <a:rPr lang="en-US" sz="1100" i="1" dirty="0" smtClean="0">
                <a:solidFill>
                  <a:schemeClr val="bg2">
                    <a:lumMod val="75000"/>
                  </a:schemeClr>
                </a:solidFill>
              </a:rPr>
            </a:br>
            <a:r>
              <a:rPr lang="en-US" sz="1100" i="1" dirty="0" smtClean="0">
                <a:solidFill>
                  <a:schemeClr val="bg2">
                    <a:lumMod val="75000"/>
                  </a:schemeClr>
                </a:solidFill>
              </a:rPr>
              <a:t>Tel: +31 (0) 10 217 0118</a:t>
            </a:r>
            <a:br>
              <a:rPr lang="en-US" sz="1100" i="1" dirty="0" smtClean="0">
                <a:solidFill>
                  <a:schemeClr val="bg2">
                    <a:lumMod val="75000"/>
                  </a:schemeClr>
                </a:solidFill>
              </a:rPr>
            </a:br>
            <a:r>
              <a:rPr lang="en-US" sz="1100" i="1" dirty="0" smtClean="0">
                <a:solidFill>
                  <a:schemeClr val="bg2">
                    <a:lumMod val="75000"/>
                  </a:schemeClr>
                </a:solidFill>
              </a:rPr>
              <a:t>Fax: +31 (0) 10 213 0133</a:t>
            </a:r>
            <a:br>
              <a:rPr lang="en-US" sz="1100" i="1" dirty="0" smtClean="0">
                <a:solidFill>
                  <a:schemeClr val="bg2">
                    <a:lumMod val="75000"/>
                  </a:schemeClr>
                </a:solidFill>
              </a:rPr>
            </a:br>
            <a:r>
              <a:rPr lang="en-US" sz="1100" i="1" dirty="0" smtClean="0">
                <a:solidFill>
                  <a:schemeClr val="bg2">
                    <a:lumMod val="75000"/>
                  </a:schemeClr>
                </a:solidFill>
              </a:rPr>
              <a:t>Mobile: +31 (0) 6345 17 696</a:t>
            </a:r>
            <a:r>
              <a:rPr lang="en-US" sz="1100" dirty="0" smtClean="0">
                <a:solidFill>
                  <a:schemeClr val="bg2">
                    <a:lumMod val="75000"/>
                  </a:schemeClr>
                </a:solidFill>
              </a:rPr>
              <a:t/>
            </a:r>
            <a:br>
              <a:rPr lang="en-US" sz="1100" dirty="0" smtClean="0">
                <a:solidFill>
                  <a:schemeClr val="bg2">
                    <a:lumMod val="75000"/>
                  </a:schemeClr>
                </a:solidFill>
              </a:rPr>
            </a:br>
            <a:r>
              <a:rPr lang="en-US" sz="1100" i="1" dirty="0" smtClean="0">
                <a:solidFill>
                  <a:schemeClr val="bg2">
                    <a:lumMod val="75000"/>
                  </a:schemeClr>
                </a:solidFill>
              </a:rPr>
              <a:t/>
            </a:r>
            <a:br>
              <a:rPr lang="en-US" sz="1100" i="1" dirty="0" smtClean="0">
                <a:solidFill>
                  <a:schemeClr val="bg2">
                    <a:lumMod val="75000"/>
                  </a:schemeClr>
                </a:solidFill>
              </a:rPr>
            </a:br>
            <a:r>
              <a:rPr lang="en-US" sz="1100" i="1" u="sng" dirty="0" smtClean="0">
                <a:solidFill>
                  <a:schemeClr val="bg2">
                    <a:lumMod val="75000"/>
                  </a:schemeClr>
                </a:solidFill>
                <a:hlinkClick r:id="rId3"/>
              </a:rPr>
              <a:t>enrico.deboer@senority.nl</a:t>
            </a:r>
            <a:r>
              <a:rPr lang="en-US" sz="1100" i="1" dirty="0" smtClean="0">
                <a:solidFill>
                  <a:schemeClr val="bg2">
                    <a:lumMod val="75000"/>
                  </a:schemeClr>
                </a:solidFill>
              </a:rPr>
              <a:t> </a:t>
            </a:r>
            <a:br>
              <a:rPr lang="en-US" sz="1100" i="1" dirty="0" smtClean="0">
                <a:solidFill>
                  <a:schemeClr val="bg2">
                    <a:lumMod val="75000"/>
                  </a:schemeClr>
                </a:solidFill>
              </a:rPr>
            </a:br>
            <a:r>
              <a:rPr lang="en-US" sz="1100" i="1" u="sng" dirty="0" smtClean="0">
                <a:solidFill>
                  <a:schemeClr val="bg2">
                    <a:lumMod val="75000"/>
                  </a:schemeClr>
                </a:solidFill>
                <a:hlinkClick r:id="rId4"/>
              </a:rPr>
              <a:t>www.Senority.nl</a:t>
            </a:r>
            <a:r>
              <a:rPr lang="en-US" sz="1100" i="1" dirty="0" smtClean="0">
                <a:solidFill>
                  <a:schemeClr val="bg2">
                    <a:lumMod val="75000"/>
                  </a:schemeClr>
                </a:solidFill>
              </a:rPr>
              <a:t> </a:t>
            </a:r>
            <a:br>
              <a:rPr lang="en-US" sz="1100" i="1" dirty="0" smtClean="0">
                <a:solidFill>
                  <a:schemeClr val="bg2">
                    <a:lumMod val="75000"/>
                  </a:schemeClr>
                </a:solidFill>
              </a:rPr>
            </a:br>
            <a:endParaRPr lang="nl-NL" sz="1100" dirty="0">
              <a:solidFill>
                <a:schemeClr val="bg2">
                  <a:lumMod val="75000"/>
                </a:schemeClr>
              </a:solidFill>
            </a:endParaRPr>
          </a:p>
        </p:txBody>
      </p:sp>
      <p:sp>
        <p:nvSpPr>
          <p:cNvPr id="10" name="Rectangle 9"/>
          <p:cNvSpPr/>
          <p:nvPr/>
        </p:nvSpPr>
        <p:spPr bwMode="auto">
          <a:xfrm>
            <a:off x="3951514" y="1970314"/>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nl-NL" sz="4400" b="0" i="0" u="none" strike="noStrike" cap="none" normalizeH="0" baseline="0" dirty="0" smtClean="0">
              <a:ln>
                <a:noFill/>
              </a:ln>
              <a:solidFill>
                <a:schemeClr val="tx2"/>
              </a:solidFill>
              <a:effectLst/>
              <a:latin typeface="Verdana" pitchFamily="34" charset="0"/>
              <a:cs typeface="Arial" charset="0"/>
            </a:endParaRPr>
          </a:p>
        </p:txBody>
      </p:sp>
      <p:pic>
        <p:nvPicPr>
          <p:cNvPr id="11" name="Picture 10" descr="CRW_1570-PS-2 copy.jpg"/>
          <p:cNvPicPr>
            <a:picLocks noChangeAspect="1"/>
          </p:cNvPicPr>
          <p:nvPr/>
        </p:nvPicPr>
        <p:blipFill>
          <a:blip r:embed="rId5" cstate="print"/>
          <a:stretch>
            <a:fillRect/>
          </a:stretch>
        </p:blipFill>
        <p:spPr>
          <a:xfrm>
            <a:off x="5508130" y="2432936"/>
            <a:ext cx="3290853" cy="2193902"/>
          </a:xfrm>
          <a:prstGeom prst="rect">
            <a:avLst/>
          </a:prstGeom>
        </p:spPr>
      </p:pic>
    </p:spTree>
    <p:extLst>
      <p:ext uri="{BB962C8B-B14F-4D97-AF65-F5344CB8AC3E}">
        <p14:creationId xmlns:p14="http://schemas.microsoft.com/office/powerpoint/2010/main" val="6968015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888523" y="1390650"/>
            <a:ext cx="3851031"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nl-NL" sz="2000" b="1">
              <a:solidFill>
                <a:schemeClr val="tx2"/>
              </a:solidFill>
            </a:endParaRPr>
          </a:p>
        </p:txBody>
      </p:sp>
      <p:pic>
        <p:nvPicPr>
          <p:cNvPr id="12291" name="Picture 4" descr="scree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385" y="1196975"/>
            <a:ext cx="1406769"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61846" y="2057400"/>
            <a:ext cx="1617785" cy="127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294" name="AutoShape 9"/>
          <p:cNvCxnSpPr>
            <a:cxnSpLocks noChangeShapeType="1"/>
          </p:cNvCxnSpPr>
          <p:nvPr/>
        </p:nvCxnSpPr>
        <p:spPr bwMode="auto">
          <a:xfrm>
            <a:off x="2110154" y="1752600"/>
            <a:ext cx="351692" cy="941388"/>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2295" name="AutoShape 10"/>
          <p:cNvCxnSpPr>
            <a:cxnSpLocks noChangeShapeType="1"/>
          </p:cNvCxnSpPr>
          <p:nvPr/>
        </p:nvCxnSpPr>
        <p:spPr bwMode="auto">
          <a:xfrm>
            <a:off x="4079631" y="2693988"/>
            <a:ext cx="492369" cy="92075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2296" name="AutoShape 11"/>
          <p:cNvCxnSpPr>
            <a:cxnSpLocks noChangeShapeType="1"/>
          </p:cNvCxnSpPr>
          <p:nvPr/>
        </p:nvCxnSpPr>
        <p:spPr bwMode="auto">
          <a:xfrm>
            <a:off x="5978769" y="3614738"/>
            <a:ext cx="633046" cy="623887"/>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9233" name="AutoShape 17"/>
          <p:cNvSpPr>
            <a:spLocks noChangeArrowheads="1"/>
          </p:cNvSpPr>
          <p:nvPr/>
        </p:nvSpPr>
        <p:spPr bwMode="auto">
          <a:xfrm>
            <a:off x="414704" y="3857625"/>
            <a:ext cx="1336431" cy="533400"/>
          </a:xfrm>
          <a:prstGeom prst="flowChartMultidocument">
            <a:avLst/>
          </a:prstGeom>
          <a:gradFill rotWithShape="1">
            <a:gsLst>
              <a:gs pos="0">
                <a:schemeClr val="accent1"/>
              </a:gs>
              <a:gs pos="50000">
                <a:srgbClr val="FFFFFF"/>
              </a:gs>
              <a:gs pos="100000">
                <a:schemeClr val="accent1"/>
              </a:gs>
            </a:gsLst>
            <a:lin ang="5400000" scaled="1"/>
          </a:gradFill>
          <a:ln w="9525">
            <a:solidFill>
              <a:schemeClr val="tx1"/>
            </a:solidFill>
            <a:miter lim="800000"/>
            <a:headEnd/>
            <a:tailEnd/>
          </a:ln>
          <a:effectLst>
            <a:prstShdw prst="shdw13" dist="53882" dir="13500000">
              <a:schemeClr val="bg2"/>
            </a:prstShdw>
          </a:effectLst>
        </p:spPr>
        <p:txBody>
          <a:bodyPr wrap="none" anchor="ctr"/>
          <a:lstStyle/>
          <a:p>
            <a:pPr algn="ctr">
              <a:defRPr/>
            </a:pPr>
            <a:r>
              <a:rPr lang="en-GB" sz="1000" dirty="0" smtClean="0">
                <a:latin typeface="Tahoma" pitchFamily="34" charset="0"/>
                <a:ea typeface="ＭＳ Ｐゴシック" charset="-128"/>
                <a:cs typeface="+mn-cs"/>
              </a:rPr>
              <a:t>Contract documents</a:t>
            </a:r>
            <a:endParaRPr lang="en-GB" sz="1000" dirty="0">
              <a:latin typeface="Tahoma" pitchFamily="34" charset="0"/>
              <a:ea typeface="ＭＳ Ｐゴシック" charset="-128"/>
              <a:cs typeface="+mn-cs"/>
            </a:endParaRPr>
          </a:p>
        </p:txBody>
      </p:sp>
      <p:sp>
        <p:nvSpPr>
          <p:cNvPr id="12301" name="Line 18"/>
          <p:cNvSpPr>
            <a:spLocks noChangeShapeType="1"/>
          </p:cNvSpPr>
          <p:nvPr/>
        </p:nvSpPr>
        <p:spPr bwMode="auto">
          <a:xfrm>
            <a:off x="984738" y="4429125"/>
            <a:ext cx="0" cy="2286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12302" name="Rectangle 19"/>
          <p:cNvSpPr>
            <a:spLocks noChangeArrowheads="1"/>
          </p:cNvSpPr>
          <p:nvPr/>
        </p:nvSpPr>
        <p:spPr bwMode="auto">
          <a:xfrm>
            <a:off x="254978" y="5048251"/>
            <a:ext cx="1292469"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sz="1000" dirty="0">
                <a:latin typeface="Tahoma" pitchFamily="34" charset="0"/>
              </a:rPr>
              <a:t> </a:t>
            </a:r>
            <a:r>
              <a:rPr lang="en-GB" sz="1000" dirty="0" smtClean="0">
                <a:latin typeface="Tahoma" pitchFamily="34" charset="0"/>
              </a:rPr>
              <a:t>Scan and/or copy contract documents</a:t>
            </a:r>
            <a:r>
              <a:rPr lang="en-GB" sz="1000" dirty="0">
                <a:latin typeface="Tahoma" pitchFamily="34" charset="0"/>
              </a:rPr>
              <a:t> </a:t>
            </a:r>
            <a:r>
              <a:rPr lang="en-GB" sz="1000" dirty="0" smtClean="0">
                <a:latin typeface="Tahoma" pitchFamily="34" charset="0"/>
              </a:rPr>
              <a:t>into Evaluetor Document Library</a:t>
            </a:r>
            <a:endParaRPr lang="en-GB" sz="1000" dirty="0">
              <a:latin typeface="Tahoma" pitchFamily="34" charset="0"/>
            </a:endParaRPr>
          </a:p>
        </p:txBody>
      </p:sp>
      <p:sp>
        <p:nvSpPr>
          <p:cNvPr id="12303" name="Line 23"/>
          <p:cNvSpPr>
            <a:spLocks noChangeShapeType="1"/>
          </p:cNvSpPr>
          <p:nvPr/>
        </p:nvSpPr>
        <p:spPr bwMode="auto">
          <a:xfrm>
            <a:off x="1617785" y="4581525"/>
            <a:ext cx="0" cy="106680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GB"/>
          </a:p>
        </p:txBody>
      </p:sp>
      <p:sp>
        <p:nvSpPr>
          <p:cNvPr id="12304" name="Line 24"/>
          <p:cNvSpPr>
            <a:spLocks noChangeShapeType="1"/>
          </p:cNvSpPr>
          <p:nvPr/>
        </p:nvSpPr>
        <p:spPr bwMode="auto">
          <a:xfrm>
            <a:off x="3235569" y="4581525"/>
            <a:ext cx="0" cy="106680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GB"/>
          </a:p>
        </p:txBody>
      </p:sp>
      <p:sp>
        <p:nvSpPr>
          <p:cNvPr id="12305" name="Line 25"/>
          <p:cNvSpPr>
            <a:spLocks noChangeShapeType="1"/>
          </p:cNvSpPr>
          <p:nvPr/>
        </p:nvSpPr>
        <p:spPr bwMode="auto">
          <a:xfrm>
            <a:off x="4783015" y="4581525"/>
            <a:ext cx="0" cy="106680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GB"/>
          </a:p>
        </p:txBody>
      </p:sp>
      <p:sp>
        <p:nvSpPr>
          <p:cNvPr id="12306" name="Line 26"/>
          <p:cNvSpPr>
            <a:spLocks noChangeShapeType="1"/>
          </p:cNvSpPr>
          <p:nvPr/>
        </p:nvSpPr>
        <p:spPr bwMode="auto">
          <a:xfrm>
            <a:off x="211015" y="5038725"/>
            <a:ext cx="6260123" cy="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GB"/>
          </a:p>
        </p:txBody>
      </p:sp>
      <p:sp>
        <p:nvSpPr>
          <p:cNvPr id="12308" name="Line 28"/>
          <p:cNvSpPr>
            <a:spLocks noChangeShapeType="1"/>
          </p:cNvSpPr>
          <p:nvPr/>
        </p:nvSpPr>
        <p:spPr bwMode="auto">
          <a:xfrm flipH="1" flipV="1">
            <a:off x="2883877" y="4352925"/>
            <a:ext cx="0" cy="381000"/>
          </a:xfrm>
          <a:prstGeom prst="line">
            <a:avLst/>
          </a:prstGeom>
          <a:noFill/>
          <a:ln w="38100">
            <a:solidFill>
              <a:srgbClr val="339966"/>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9245" name="Rectangle 29"/>
          <p:cNvSpPr>
            <a:spLocks noChangeArrowheads="1"/>
          </p:cNvSpPr>
          <p:nvPr/>
        </p:nvSpPr>
        <p:spPr bwMode="auto">
          <a:xfrm>
            <a:off x="562708" y="4657725"/>
            <a:ext cx="984738" cy="304800"/>
          </a:xfrm>
          <a:prstGeom prst="rect">
            <a:avLst/>
          </a:prstGeom>
          <a:gradFill rotWithShape="1">
            <a:gsLst>
              <a:gs pos="0">
                <a:schemeClr val="accent1"/>
              </a:gs>
              <a:gs pos="50000">
                <a:srgbClr val="FFFFFF"/>
              </a:gs>
              <a:gs pos="100000">
                <a:schemeClr val="accent1"/>
              </a:gs>
            </a:gsLst>
            <a:lin ang="5400000" scaled="1"/>
          </a:gradFill>
          <a:ln w="9525">
            <a:solidFill>
              <a:schemeClr val="tx1"/>
            </a:solidFill>
            <a:miter lim="800000"/>
            <a:headEnd/>
            <a:tailEnd/>
          </a:ln>
          <a:effectLst/>
        </p:spPr>
        <p:txBody>
          <a:bodyPr wrap="none" anchor="ctr"/>
          <a:lstStyle/>
          <a:p>
            <a:pPr algn="ctr">
              <a:defRPr/>
            </a:pPr>
            <a:r>
              <a:rPr lang="en-GB" sz="1000" dirty="0">
                <a:latin typeface="Tahoma" pitchFamily="34" charset="0"/>
                <a:ea typeface="ＭＳ Ｐゴシック" charset="-128"/>
                <a:cs typeface="+mn-cs"/>
              </a:rPr>
              <a:t>D</a:t>
            </a:r>
            <a:r>
              <a:rPr lang="en-GB" sz="1000" dirty="0" smtClean="0">
                <a:latin typeface="Tahoma" pitchFamily="34" charset="0"/>
                <a:ea typeface="ＭＳ Ｐゴシック" charset="-128"/>
                <a:cs typeface="+mn-cs"/>
              </a:rPr>
              <a:t>igitise</a:t>
            </a:r>
            <a:endParaRPr lang="en-GB" sz="1000" dirty="0">
              <a:latin typeface="Tahoma" pitchFamily="34" charset="0"/>
              <a:ea typeface="ＭＳ Ｐゴシック" charset="-128"/>
              <a:cs typeface="+mn-cs"/>
            </a:endParaRPr>
          </a:p>
        </p:txBody>
      </p:sp>
      <p:sp>
        <p:nvSpPr>
          <p:cNvPr id="9246" name="Rectangle 30"/>
          <p:cNvSpPr>
            <a:spLocks noChangeArrowheads="1"/>
          </p:cNvSpPr>
          <p:nvPr/>
        </p:nvSpPr>
        <p:spPr bwMode="auto">
          <a:xfrm>
            <a:off x="1969477" y="4657725"/>
            <a:ext cx="914400" cy="304800"/>
          </a:xfrm>
          <a:prstGeom prst="rect">
            <a:avLst/>
          </a:prstGeom>
          <a:gradFill rotWithShape="1">
            <a:gsLst>
              <a:gs pos="0">
                <a:schemeClr val="accent1"/>
              </a:gs>
              <a:gs pos="50000">
                <a:srgbClr val="FFFFFF"/>
              </a:gs>
              <a:gs pos="100000">
                <a:schemeClr val="accent1"/>
              </a:gs>
            </a:gsLst>
            <a:lin ang="5400000" scaled="1"/>
          </a:gradFill>
          <a:ln w="9525">
            <a:solidFill>
              <a:schemeClr val="tx1"/>
            </a:solidFill>
            <a:miter lim="800000"/>
            <a:headEnd/>
            <a:tailEnd/>
          </a:ln>
          <a:effectLst/>
        </p:spPr>
        <p:txBody>
          <a:bodyPr wrap="none" anchor="ctr"/>
          <a:lstStyle/>
          <a:p>
            <a:pPr algn="ctr">
              <a:defRPr/>
            </a:pPr>
            <a:r>
              <a:rPr lang="en-GB" sz="1000" dirty="0" smtClean="0">
                <a:latin typeface="Tahoma" pitchFamily="34" charset="0"/>
                <a:ea typeface="ＭＳ Ｐゴシック" charset="-128"/>
                <a:cs typeface="+mn-cs"/>
              </a:rPr>
              <a:t>Categorise    </a:t>
            </a:r>
            <a:endParaRPr lang="en-GB" sz="1000" dirty="0">
              <a:latin typeface="Tahoma" pitchFamily="34" charset="0"/>
              <a:ea typeface="ＭＳ Ｐゴシック" charset="-128"/>
              <a:cs typeface="+mn-cs"/>
            </a:endParaRPr>
          </a:p>
        </p:txBody>
      </p:sp>
      <p:sp>
        <p:nvSpPr>
          <p:cNvPr id="12311" name="Rectangle 31"/>
          <p:cNvSpPr>
            <a:spLocks noChangeArrowheads="1"/>
          </p:cNvSpPr>
          <p:nvPr/>
        </p:nvSpPr>
        <p:spPr bwMode="auto">
          <a:xfrm>
            <a:off x="3446585" y="4657725"/>
            <a:ext cx="984738" cy="304800"/>
          </a:xfrm>
          <a:prstGeom prst="rect">
            <a:avLst/>
          </a:prstGeom>
          <a:gradFill rotWithShape="1">
            <a:gsLst>
              <a:gs pos="0">
                <a:schemeClr val="accent1"/>
              </a:gs>
              <a:gs pos="50000">
                <a:srgbClr val="FFFFFF"/>
              </a:gs>
              <a:gs pos="100000">
                <a:schemeClr val="accent1"/>
              </a:gs>
            </a:gsLst>
            <a:lin ang="5400000" scaled="1"/>
          </a:gradFill>
          <a:ln w="9525">
            <a:solidFill>
              <a:schemeClr val="tx1"/>
            </a:solidFill>
            <a:miter lim="800000"/>
            <a:headEnd/>
            <a:tailEnd/>
          </a:ln>
          <a:effectLst/>
        </p:spPr>
        <p:txBody>
          <a:bodyPr wrap="none" anchor="ctr"/>
          <a:lstStyle/>
          <a:p>
            <a:pPr algn="ctr"/>
            <a:r>
              <a:rPr lang="en-GB" sz="1000" dirty="0">
                <a:latin typeface="Tahoma" pitchFamily="34" charset="0"/>
                <a:ea typeface="ＭＳ Ｐゴシック" charset="-128"/>
                <a:cs typeface="+mn-cs"/>
              </a:rPr>
              <a:t>Enrich</a:t>
            </a:r>
          </a:p>
        </p:txBody>
      </p:sp>
      <p:sp>
        <p:nvSpPr>
          <p:cNvPr id="12312" name="Rectangle 32"/>
          <p:cNvSpPr>
            <a:spLocks noChangeArrowheads="1"/>
          </p:cNvSpPr>
          <p:nvPr/>
        </p:nvSpPr>
        <p:spPr bwMode="auto">
          <a:xfrm>
            <a:off x="5064369" y="4657725"/>
            <a:ext cx="1195754" cy="304800"/>
          </a:xfrm>
          <a:prstGeom prst="rect">
            <a:avLst/>
          </a:prstGeom>
          <a:gradFill flip="none" rotWithShape="1">
            <a:gsLst>
              <a:gs pos="0">
                <a:schemeClr val="accent1">
                  <a:lumMod val="90000"/>
                </a:schemeClr>
              </a:gs>
              <a:gs pos="50000">
                <a:srgbClr val="92D050">
                  <a:lumMod val="85000"/>
                  <a:alpha val="50000"/>
                </a:srgbClr>
              </a:gs>
              <a:gs pos="100000">
                <a:schemeClr val="accent1"/>
              </a:gs>
            </a:gsLst>
            <a:lin ang="2700000" scaled="1"/>
            <a:tileRect/>
          </a:gradFill>
          <a:ln w="9525">
            <a:solidFill>
              <a:schemeClr val="tx1"/>
            </a:solidFill>
            <a:miter lim="800000"/>
            <a:headEnd/>
            <a:tailEnd/>
          </a:ln>
          <a:effectLst/>
        </p:spPr>
        <p:txBody>
          <a:bodyPr wrap="none" anchor="ctr"/>
          <a:lstStyle/>
          <a:p>
            <a:pPr algn="ctr"/>
            <a:r>
              <a:rPr lang="en-GB" sz="1000" dirty="0">
                <a:latin typeface="Tahoma" pitchFamily="34" charset="0"/>
                <a:ea typeface="ＭＳ Ｐゴシック" charset="-128"/>
                <a:cs typeface="+mn-cs"/>
              </a:rPr>
              <a:t>Add Alerts</a:t>
            </a:r>
          </a:p>
        </p:txBody>
      </p:sp>
      <p:cxnSp>
        <p:nvCxnSpPr>
          <p:cNvPr id="12313" name="AutoShape 33"/>
          <p:cNvCxnSpPr>
            <a:cxnSpLocks noChangeShapeType="1"/>
            <a:stCxn id="9245" idx="3"/>
            <a:endCxn id="9246" idx="1"/>
          </p:cNvCxnSpPr>
          <p:nvPr/>
        </p:nvCxnSpPr>
        <p:spPr bwMode="auto">
          <a:xfrm>
            <a:off x="1547446" y="4810125"/>
            <a:ext cx="422031"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314" name="AutoShape 34"/>
          <p:cNvCxnSpPr>
            <a:cxnSpLocks noChangeShapeType="1"/>
            <a:stCxn id="9246" idx="3"/>
            <a:endCxn id="12311" idx="1"/>
          </p:cNvCxnSpPr>
          <p:nvPr/>
        </p:nvCxnSpPr>
        <p:spPr bwMode="auto">
          <a:xfrm>
            <a:off x="2883877" y="4810125"/>
            <a:ext cx="56270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315" name="AutoShape 35"/>
          <p:cNvCxnSpPr>
            <a:cxnSpLocks noChangeShapeType="1"/>
            <a:stCxn id="12311" idx="3"/>
            <a:endCxn id="12312" idx="1"/>
          </p:cNvCxnSpPr>
          <p:nvPr/>
        </p:nvCxnSpPr>
        <p:spPr bwMode="auto">
          <a:xfrm>
            <a:off x="4431323" y="4810125"/>
            <a:ext cx="633046"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2316" name="Rectangle 36"/>
          <p:cNvSpPr>
            <a:spLocks noChangeArrowheads="1"/>
          </p:cNvSpPr>
          <p:nvPr/>
        </p:nvSpPr>
        <p:spPr bwMode="auto">
          <a:xfrm>
            <a:off x="1688123" y="5010150"/>
            <a:ext cx="1547446"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sz="1000" dirty="0">
                <a:latin typeface="Tahoma" pitchFamily="34" charset="0"/>
              </a:rPr>
              <a:t> </a:t>
            </a:r>
            <a:r>
              <a:rPr lang="en-GB" sz="1000" dirty="0" smtClean="0">
                <a:latin typeface="Tahoma" pitchFamily="34" charset="0"/>
              </a:rPr>
              <a:t>Electronically </a:t>
            </a:r>
            <a:r>
              <a:rPr lang="en-GB" sz="1000" dirty="0">
                <a:latin typeface="Tahoma" pitchFamily="34" charset="0"/>
              </a:rPr>
              <a:t>r</a:t>
            </a:r>
            <a:r>
              <a:rPr lang="en-GB" sz="1000" dirty="0" smtClean="0">
                <a:latin typeface="Tahoma" pitchFamily="34" charset="0"/>
              </a:rPr>
              <a:t>elate contracts and associated schedules per relation</a:t>
            </a:r>
            <a:endParaRPr lang="en-GB" sz="1000" dirty="0">
              <a:latin typeface="Tahoma" pitchFamily="34" charset="0"/>
            </a:endParaRPr>
          </a:p>
          <a:p>
            <a:pPr>
              <a:buFontTx/>
              <a:buChar char="•"/>
            </a:pPr>
            <a:endParaRPr lang="en-GB" sz="1000" dirty="0">
              <a:latin typeface="Tahoma" pitchFamily="34" charset="0"/>
            </a:endParaRPr>
          </a:p>
        </p:txBody>
      </p:sp>
      <p:sp>
        <p:nvSpPr>
          <p:cNvPr id="12317" name="Rectangle 37"/>
          <p:cNvSpPr>
            <a:spLocks noChangeArrowheads="1"/>
          </p:cNvSpPr>
          <p:nvPr/>
        </p:nvSpPr>
        <p:spPr bwMode="auto">
          <a:xfrm>
            <a:off x="3235569" y="5038725"/>
            <a:ext cx="147710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sz="1000" dirty="0" smtClean="0">
                <a:latin typeface="Tahoma" pitchFamily="34" charset="0"/>
              </a:rPr>
              <a:t>Add first level information like end date, type of services, etc. </a:t>
            </a:r>
            <a:endParaRPr lang="en-GB" sz="1000" dirty="0">
              <a:solidFill>
                <a:srgbClr val="EAEAEA"/>
              </a:solidFill>
              <a:latin typeface="Tahoma" pitchFamily="34" charset="0"/>
            </a:endParaRPr>
          </a:p>
          <a:p>
            <a:endParaRPr lang="en-GB" sz="1200" dirty="0">
              <a:solidFill>
                <a:srgbClr val="EAEAEA"/>
              </a:solidFill>
              <a:latin typeface="Tahoma" pitchFamily="34" charset="0"/>
            </a:endParaRPr>
          </a:p>
          <a:p>
            <a:pPr>
              <a:buFontTx/>
              <a:buChar char="•"/>
            </a:pPr>
            <a:endParaRPr lang="en-GB" sz="1400" dirty="0">
              <a:solidFill>
                <a:srgbClr val="EAEAEA"/>
              </a:solidFill>
              <a:latin typeface="Tahoma" pitchFamily="34" charset="0"/>
            </a:endParaRPr>
          </a:p>
        </p:txBody>
      </p:sp>
      <p:sp>
        <p:nvSpPr>
          <p:cNvPr id="12318" name="Rectangle 38"/>
          <p:cNvSpPr>
            <a:spLocks noChangeArrowheads="1"/>
          </p:cNvSpPr>
          <p:nvPr/>
        </p:nvSpPr>
        <p:spPr bwMode="auto">
          <a:xfrm>
            <a:off x="5049716" y="5105401"/>
            <a:ext cx="1456592"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sz="1000" dirty="0" smtClean="0">
                <a:latin typeface="Tahoma" pitchFamily="34" charset="0"/>
              </a:rPr>
              <a:t>Add contract specific information that will help manage the contract more effectively </a:t>
            </a:r>
            <a:endParaRPr lang="en-GB" sz="1000" dirty="0">
              <a:latin typeface="Tahoma" pitchFamily="34" charset="0"/>
            </a:endParaRPr>
          </a:p>
        </p:txBody>
      </p:sp>
      <p:pic>
        <p:nvPicPr>
          <p:cNvPr id="12319" name="Picture 1" descr="Pag-2.jp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59166" y="3059114"/>
            <a:ext cx="1693985" cy="122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0" name="Oval 14"/>
          <p:cNvSpPr>
            <a:spLocks noChangeArrowheads="1"/>
          </p:cNvSpPr>
          <p:nvPr/>
        </p:nvSpPr>
        <p:spPr bwMode="auto">
          <a:xfrm>
            <a:off x="5908431" y="2667000"/>
            <a:ext cx="1828800" cy="838200"/>
          </a:xfrm>
          <a:prstGeom prst="ellipse">
            <a:avLst/>
          </a:prstGeom>
          <a:gradFill rotWithShape="1">
            <a:gsLst>
              <a:gs pos="0">
                <a:schemeClr val="accent1"/>
              </a:gs>
              <a:gs pos="50000">
                <a:schemeClr val="bg1"/>
              </a:gs>
              <a:gs pos="100000">
                <a:schemeClr val="accent1"/>
              </a:gs>
            </a:gsLst>
            <a:lin ang="5400000" scaled="1"/>
          </a:gradFill>
          <a:ln w="9525">
            <a:solidFill>
              <a:schemeClr val="tx1"/>
            </a:solidFill>
            <a:round/>
            <a:headEnd/>
            <a:tailEnd/>
          </a:ln>
          <a:effectLst/>
        </p:spPr>
        <p:txBody>
          <a:bodyPr anchor="ctr"/>
          <a:lstStyle/>
          <a:p>
            <a:pPr algn="ctr">
              <a:defRPr/>
            </a:pPr>
            <a:r>
              <a:rPr lang="en-GB" sz="900" b="1" smtClean="0">
                <a:latin typeface="Tahoma" pitchFamily="34" charset="0"/>
                <a:ea typeface="ＭＳ Ｐゴシック" charset="-128"/>
                <a:cs typeface="+mn-cs"/>
              </a:rPr>
              <a:t>Analise contract clauses and register relevant Alerts</a:t>
            </a:r>
            <a:endParaRPr lang="en-GB" sz="900" b="1">
              <a:latin typeface="Tahoma" pitchFamily="34" charset="0"/>
              <a:ea typeface="ＭＳ Ｐゴシック" charset="-128"/>
              <a:cs typeface="+mn-cs"/>
            </a:endParaRPr>
          </a:p>
        </p:txBody>
      </p:sp>
      <p:sp>
        <p:nvSpPr>
          <p:cNvPr id="2"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GB" sz="3200" dirty="0">
                <a:solidFill>
                  <a:srgbClr val="002060"/>
                </a:solidFill>
              </a:rPr>
              <a:t>How to get your existing contracts into Evaluetor</a:t>
            </a:r>
          </a:p>
        </p:txBody>
      </p:sp>
      <p:pic>
        <p:nvPicPr>
          <p:cNvPr id="102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1933" y="1577976"/>
            <a:ext cx="1133435" cy="546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an 3"/>
          <p:cNvSpPr/>
          <p:nvPr/>
        </p:nvSpPr>
        <p:spPr bwMode="auto">
          <a:xfrm>
            <a:off x="2461845" y="3722099"/>
            <a:ext cx="773723" cy="683418"/>
          </a:xfrm>
          <a:prstGeom prst="can">
            <a:avLst/>
          </a:prstGeom>
          <a:gradFill flip="none" rotWithShape="1">
            <a:gsLst>
              <a:gs pos="0">
                <a:schemeClr val="accent1"/>
              </a:gs>
              <a:gs pos="67000">
                <a:srgbClr val="FFFFFF"/>
              </a:gs>
              <a:gs pos="100000">
                <a:schemeClr val="accent1"/>
              </a:gs>
            </a:gsLst>
            <a:lin ang="10800000" scaled="1"/>
            <a:tileRect/>
          </a:gra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defRPr/>
            </a:pPr>
            <a:r>
              <a:rPr lang="en-US" sz="1100" dirty="0">
                <a:latin typeface="Tahoma" pitchFamily="34" charset="0"/>
                <a:ea typeface="ＭＳ Ｐゴシック" charset="-128"/>
              </a:rPr>
              <a:t>Evaluetor</a:t>
            </a:r>
          </a:p>
          <a:p>
            <a:pPr algn="ctr">
              <a:defRPr/>
            </a:pPr>
            <a:r>
              <a:rPr lang="en-US" sz="1100" dirty="0">
                <a:latin typeface="Tahoma" pitchFamily="34" charset="0"/>
                <a:ea typeface="ＭＳ Ｐゴシック" charset="-128"/>
              </a:rPr>
              <a:t>DB</a:t>
            </a:r>
          </a:p>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smtClean="0">
              <a:ln>
                <a:noFill/>
              </a:ln>
              <a:solidFill>
                <a:schemeClr val="tx2"/>
              </a:solidFill>
              <a:effectLst/>
              <a:latin typeface="Verdana" pitchFamily="34" charset="0"/>
              <a:cs typeface="Arial" charset="0"/>
            </a:endParaRPr>
          </a:p>
        </p:txBody>
      </p:sp>
      <p:sp>
        <p:nvSpPr>
          <p:cNvPr id="5" name="Rectangle 4"/>
          <p:cNvSpPr/>
          <p:nvPr/>
        </p:nvSpPr>
        <p:spPr bwMode="auto">
          <a:xfrm>
            <a:off x="2883877" y="2223294"/>
            <a:ext cx="1112043" cy="931069"/>
          </a:xfrm>
          <a:prstGeom prst="rect">
            <a:avLst/>
          </a:prstGeom>
          <a:no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smtClean="0">
              <a:ln>
                <a:noFill/>
              </a:ln>
              <a:solidFill>
                <a:schemeClr val="tx2"/>
              </a:solidFill>
              <a:effectLst/>
              <a:latin typeface="Verdana" pitchFamily="34" charset="0"/>
              <a:cs typeface="Arial" charset="0"/>
            </a:endParaRPr>
          </a:p>
        </p:txBody>
      </p:sp>
      <p:sp>
        <p:nvSpPr>
          <p:cNvPr id="9228" name="Oval 12"/>
          <p:cNvSpPr>
            <a:spLocks noChangeArrowheads="1"/>
          </p:cNvSpPr>
          <p:nvPr/>
        </p:nvSpPr>
        <p:spPr bwMode="auto">
          <a:xfrm>
            <a:off x="1758462" y="1196975"/>
            <a:ext cx="1969477" cy="762000"/>
          </a:xfrm>
          <a:prstGeom prst="ellipse">
            <a:avLst/>
          </a:prstGeom>
          <a:gradFill rotWithShape="1">
            <a:gsLst>
              <a:gs pos="0">
                <a:schemeClr val="accent1"/>
              </a:gs>
              <a:gs pos="50000">
                <a:schemeClr val="bg1"/>
              </a:gs>
              <a:gs pos="100000">
                <a:schemeClr val="accent1"/>
              </a:gs>
            </a:gsLst>
            <a:lin ang="5400000" scaled="1"/>
          </a:gradFill>
          <a:ln w="9525">
            <a:solidFill>
              <a:schemeClr val="tx1"/>
            </a:solidFill>
            <a:round/>
            <a:headEnd/>
            <a:tailEnd/>
          </a:ln>
          <a:effectLst/>
        </p:spPr>
        <p:txBody>
          <a:bodyPr anchor="ctr"/>
          <a:lstStyle/>
          <a:p>
            <a:pPr algn="ctr">
              <a:defRPr/>
            </a:pPr>
            <a:r>
              <a:rPr lang="en-GB" sz="900" b="1" dirty="0" smtClean="0">
                <a:latin typeface="Tahoma" pitchFamily="34" charset="0"/>
                <a:ea typeface="ＭＳ Ｐゴシック" charset="-128"/>
                <a:cs typeface="+mn-cs"/>
              </a:rPr>
              <a:t>Contract documents are tagged with relationship attributes</a:t>
            </a:r>
            <a:endParaRPr lang="en-GB" sz="900" b="1" dirty="0">
              <a:latin typeface="Tahoma" pitchFamily="34" charset="0"/>
              <a:ea typeface="ＭＳ Ｐゴシック" charset="-128"/>
              <a:cs typeface="+mn-cs"/>
            </a:endParaRPr>
          </a:p>
        </p:txBody>
      </p:sp>
      <p:pic>
        <p:nvPicPr>
          <p:cNvPr id="1027"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61436" y="2228904"/>
            <a:ext cx="1195274" cy="9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9" name="Oval 13"/>
          <p:cNvSpPr>
            <a:spLocks noChangeArrowheads="1"/>
          </p:cNvSpPr>
          <p:nvPr/>
        </p:nvSpPr>
        <p:spPr bwMode="auto">
          <a:xfrm>
            <a:off x="3868615" y="1676400"/>
            <a:ext cx="1758462" cy="762000"/>
          </a:xfrm>
          <a:prstGeom prst="ellipse">
            <a:avLst/>
          </a:prstGeom>
          <a:gradFill rotWithShape="1">
            <a:gsLst>
              <a:gs pos="0">
                <a:schemeClr val="accent1"/>
              </a:gs>
              <a:gs pos="50000">
                <a:schemeClr val="bg1"/>
              </a:gs>
              <a:gs pos="100000">
                <a:schemeClr val="accent1"/>
              </a:gs>
            </a:gsLst>
            <a:lin ang="5400000" scaled="1"/>
          </a:gradFill>
          <a:ln w="9525">
            <a:solidFill>
              <a:schemeClr val="tx1"/>
            </a:solidFill>
            <a:round/>
            <a:headEnd/>
            <a:tailEnd/>
          </a:ln>
          <a:effectLst/>
        </p:spPr>
        <p:txBody>
          <a:bodyPr anchor="ctr"/>
          <a:lstStyle/>
          <a:p>
            <a:pPr algn="ctr">
              <a:defRPr/>
            </a:pPr>
            <a:r>
              <a:rPr lang="en-GB" sz="900" b="1" smtClean="0">
                <a:latin typeface="Tahoma" pitchFamily="34" charset="0"/>
                <a:ea typeface="ＭＳ Ｐゴシック" charset="-128"/>
                <a:cs typeface="+mn-cs"/>
              </a:rPr>
              <a:t>Enrich DB with contract details</a:t>
            </a:r>
            <a:endParaRPr lang="en-GB" sz="900" b="1">
              <a:latin typeface="Tahoma" pitchFamily="34" charset="0"/>
              <a:ea typeface="ＭＳ Ｐゴシック" charset="-128"/>
              <a:cs typeface="+mn-cs"/>
            </a:endParaRPr>
          </a:p>
        </p:txBody>
      </p:sp>
      <p:pic>
        <p:nvPicPr>
          <p:cNvPr id="39" name="Picture 3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660290" y="3640465"/>
            <a:ext cx="1810767" cy="1228735"/>
          </a:xfrm>
          <a:prstGeom prst="rect">
            <a:avLst/>
          </a:prstGeom>
        </p:spPr>
      </p:pic>
    </p:spTree>
    <p:extLst>
      <p:ext uri="{BB962C8B-B14F-4D97-AF65-F5344CB8AC3E}">
        <p14:creationId xmlns:p14="http://schemas.microsoft.com/office/powerpoint/2010/main" val="14886122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AutoShape 75"/>
          <p:cNvSpPr>
            <a:spLocks noChangeArrowheads="1"/>
          </p:cNvSpPr>
          <p:nvPr/>
        </p:nvSpPr>
        <p:spPr bwMode="auto">
          <a:xfrm>
            <a:off x="3521988" y="3019425"/>
            <a:ext cx="2402561" cy="1985764"/>
          </a:xfrm>
          <a:prstGeom prst="hexagon">
            <a:avLst>
              <a:gd name="adj" fmla="val 32732"/>
              <a:gd name="vf" fmla="val 115470"/>
            </a:avLst>
          </a:prstGeom>
          <a:solidFill>
            <a:schemeClr val="accent5">
              <a:lumMod val="90000"/>
            </a:schemeClr>
          </a:solidFill>
          <a:ln w="3175" algn="ctr">
            <a:solidFill>
              <a:srgbClr val="FF0066"/>
            </a:solidFill>
            <a:miter lim="800000"/>
            <a:headEnd/>
            <a:tailEnd/>
          </a:ln>
          <a:effectLst>
            <a:glow rad="63500">
              <a:srgbClr val="FF0000">
                <a:alpha val="40000"/>
              </a:srgbClr>
            </a:glow>
            <a:innerShdw blurRad="114300">
              <a:prstClr val="black"/>
            </a:innerShdw>
          </a:effectLst>
          <a:scene3d>
            <a:camera prst="orthographicFront"/>
            <a:lightRig rig="flood" dir="tl"/>
          </a:scene3d>
          <a:sp3d extrusionH="76200" contourW="12700">
            <a:bevelT/>
            <a:extrusionClr>
              <a:schemeClr val="accent5"/>
            </a:extrusionClr>
            <a:contourClr>
              <a:schemeClr val="accent1">
                <a:lumMod val="75000"/>
              </a:schemeClr>
            </a:contourClr>
          </a:sp3d>
        </p:spPr>
        <p:txBody>
          <a:bodyPr wrap="none" lIns="92075" tIns="46038" rIns="92075" bIns="46038">
            <a:sp3d contourW="12700">
              <a:bevelT w="25400" h="25400"/>
              <a:contourClr>
                <a:schemeClr val="accent6">
                  <a:shade val="73000"/>
                </a:schemeClr>
              </a:contourClr>
            </a:sp3d>
          </a:bodyPr>
          <a:lstStyle/>
          <a:p>
            <a:pPr algn="ctr">
              <a:defRPr/>
            </a:pPr>
            <a:endParaRPr lang="en-US" sz="2000" b="1" baseline="3000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mj-lt"/>
              <a:cs typeface="Times New Roman" pitchFamily="18" charset="0"/>
            </a:endParaRPr>
          </a:p>
        </p:txBody>
      </p:sp>
      <p:grpSp>
        <p:nvGrpSpPr>
          <p:cNvPr id="18434" name="Group 25"/>
          <p:cNvGrpSpPr>
            <a:grpSpLocks/>
          </p:cNvGrpSpPr>
          <p:nvPr/>
        </p:nvGrpSpPr>
        <p:grpSpPr bwMode="auto">
          <a:xfrm>
            <a:off x="1520392" y="908650"/>
            <a:ext cx="6275821" cy="5440652"/>
            <a:chOff x="1520916" y="1199925"/>
            <a:chExt cx="6275429" cy="5440077"/>
          </a:xfrm>
        </p:grpSpPr>
        <p:sp>
          <p:nvSpPr>
            <p:cNvPr id="27" name="Freeform 26"/>
            <p:cNvSpPr/>
            <p:nvPr/>
          </p:nvSpPr>
          <p:spPr>
            <a:xfrm>
              <a:off x="5391000" y="1199925"/>
              <a:ext cx="1174677" cy="1061926"/>
            </a:xfrm>
            <a:custGeom>
              <a:avLst/>
              <a:gdLst>
                <a:gd name="connsiteX0" fmla="*/ 0 w 1174508"/>
                <a:gd name="connsiteY0" fmla="*/ 0 h 1061424"/>
                <a:gd name="connsiteX1" fmla="*/ 1174508 w 1174508"/>
                <a:gd name="connsiteY1" fmla="*/ 0 h 1061424"/>
                <a:gd name="connsiteX2" fmla="*/ 1174508 w 1174508"/>
                <a:gd name="connsiteY2" fmla="*/ 1061424 h 1061424"/>
                <a:gd name="connsiteX3" fmla="*/ 0 w 1174508"/>
                <a:gd name="connsiteY3" fmla="*/ 1061424 h 1061424"/>
                <a:gd name="connsiteX4" fmla="*/ 0 w 1174508"/>
                <a:gd name="connsiteY4" fmla="*/ 0 h 1061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4508" h="1061424">
                  <a:moveTo>
                    <a:pt x="0" y="0"/>
                  </a:moveTo>
                  <a:lnTo>
                    <a:pt x="1174508" y="0"/>
                  </a:lnTo>
                  <a:lnTo>
                    <a:pt x="1174508" y="1061424"/>
                  </a:lnTo>
                  <a:lnTo>
                    <a:pt x="0" y="106142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2700" tIns="12700" rIns="12700" bIns="12700" spcCol="1270" anchor="ctr"/>
            <a:lstStyle/>
            <a:p>
              <a:pPr algn="ctr" defTabSz="444500">
                <a:lnSpc>
                  <a:spcPct val="90000"/>
                </a:lnSpc>
                <a:spcAft>
                  <a:spcPct val="35000"/>
                </a:spcAft>
                <a:defRPr/>
              </a:pPr>
              <a:r>
                <a:rPr lang="en-GB" sz="1000" b="1" dirty="0" smtClean="0"/>
                <a:t>Internal perception Client relationship</a:t>
              </a:r>
              <a:endParaRPr lang="en-GB" sz="1000" b="1" dirty="0"/>
            </a:p>
          </p:txBody>
        </p:sp>
        <p:sp>
          <p:nvSpPr>
            <p:cNvPr id="28" name="Circular Arrow 27"/>
            <p:cNvSpPr/>
            <p:nvPr/>
          </p:nvSpPr>
          <p:spPr>
            <a:xfrm>
              <a:off x="2184210" y="1442076"/>
              <a:ext cx="5189057" cy="5189057"/>
            </a:xfrm>
            <a:prstGeom prst="circularArrow">
              <a:avLst>
                <a:gd name="adj1" fmla="val 3989"/>
                <a:gd name="adj2" fmla="val 250212"/>
                <a:gd name="adj3" fmla="val 20373572"/>
                <a:gd name="adj4" fmla="val 18882905"/>
                <a:gd name="adj5" fmla="val 4654"/>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29" name="Freeform 28"/>
            <p:cNvSpPr/>
            <p:nvPr/>
          </p:nvSpPr>
          <p:spPr>
            <a:xfrm>
              <a:off x="6424830" y="3373272"/>
              <a:ext cx="1371515" cy="1060338"/>
            </a:xfrm>
            <a:custGeom>
              <a:avLst/>
              <a:gdLst>
                <a:gd name="connsiteX0" fmla="*/ 0 w 1372124"/>
                <a:gd name="connsiteY0" fmla="*/ 0 h 1061424"/>
                <a:gd name="connsiteX1" fmla="*/ 1372124 w 1372124"/>
                <a:gd name="connsiteY1" fmla="*/ 0 h 1061424"/>
                <a:gd name="connsiteX2" fmla="*/ 1372124 w 1372124"/>
                <a:gd name="connsiteY2" fmla="*/ 1061424 h 1061424"/>
                <a:gd name="connsiteX3" fmla="*/ 0 w 1372124"/>
                <a:gd name="connsiteY3" fmla="*/ 1061424 h 1061424"/>
                <a:gd name="connsiteX4" fmla="*/ 0 w 1372124"/>
                <a:gd name="connsiteY4" fmla="*/ 0 h 1061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2124" h="1061424">
                  <a:moveTo>
                    <a:pt x="0" y="0"/>
                  </a:moveTo>
                  <a:lnTo>
                    <a:pt x="1372124" y="0"/>
                  </a:lnTo>
                  <a:lnTo>
                    <a:pt x="1372124" y="1061424"/>
                  </a:lnTo>
                  <a:lnTo>
                    <a:pt x="0" y="106142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2700" tIns="12700" rIns="12700" bIns="12700" spcCol="1270" anchor="ctr"/>
            <a:lstStyle/>
            <a:p>
              <a:pPr algn="ctr" defTabSz="444500">
                <a:lnSpc>
                  <a:spcPct val="90000"/>
                </a:lnSpc>
                <a:spcAft>
                  <a:spcPts val="0"/>
                </a:spcAft>
                <a:defRPr/>
              </a:pPr>
              <a:r>
                <a:rPr lang="en-GB" sz="1000" b="1" dirty="0" smtClean="0"/>
                <a:t>Obtain </a:t>
              </a:r>
            </a:p>
            <a:p>
              <a:pPr algn="ctr" defTabSz="444500">
                <a:lnSpc>
                  <a:spcPct val="90000"/>
                </a:lnSpc>
                <a:spcAft>
                  <a:spcPts val="0"/>
                </a:spcAft>
                <a:defRPr/>
              </a:pPr>
              <a:r>
                <a:rPr lang="en-GB" sz="1000" b="1" dirty="0" smtClean="0"/>
                <a:t>Client </a:t>
              </a:r>
            </a:p>
            <a:p>
              <a:pPr algn="ctr" defTabSz="444500">
                <a:lnSpc>
                  <a:spcPct val="90000"/>
                </a:lnSpc>
                <a:spcAft>
                  <a:spcPts val="0"/>
                </a:spcAft>
                <a:defRPr/>
              </a:pPr>
              <a:r>
                <a:rPr lang="en-GB" sz="1000" b="1" dirty="0" smtClean="0"/>
                <a:t>Feedback</a:t>
              </a:r>
              <a:endParaRPr lang="en-GB" sz="1000" b="1" dirty="0"/>
            </a:p>
          </p:txBody>
        </p:sp>
        <p:sp>
          <p:nvSpPr>
            <p:cNvPr id="30" name="Circular Arrow 29"/>
            <p:cNvSpPr/>
            <p:nvPr/>
          </p:nvSpPr>
          <p:spPr>
            <a:xfrm>
              <a:off x="2137177" y="1365327"/>
              <a:ext cx="5189057" cy="5189057"/>
            </a:xfrm>
            <a:prstGeom prst="circularArrow">
              <a:avLst>
                <a:gd name="adj1" fmla="val 3989"/>
                <a:gd name="adj2" fmla="val 250212"/>
                <a:gd name="adj3" fmla="val 2514286"/>
                <a:gd name="adj4" fmla="val 692260"/>
                <a:gd name="adj5" fmla="val 4654"/>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651405"/>
                <a:satOff val="2239"/>
                <a:lumOff val="-10745"/>
                <a:alphaOff val="0"/>
              </a:schemeClr>
            </a:fillRef>
            <a:effectRef idx="2">
              <a:schemeClr val="accent5">
                <a:hueOff val="651405"/>
                <a:satOff val="2239"/>
                <a:lumOff val="-10745"/>
                <a:alphaOff val="0"/>
              </a:schemeClr>
            </a:effectRef>
            <a:fontRef idx="minor">
              <a:schemeClr val="lt1"/>
            </a:fontRef>
          </p:style>
        </p:sp>
        <p:sp>
          <p:nvSpPr>
            <p:cNvPr id="31" name="Freeform 30"/>
            <p:cNvSpPr/>
            <p:nvPr/>
          </p:nvSpPr>
          <p:spPr>
            <a:xfrm>
              <a:off x="5341068" y="5708526"/>
              <a:ext cx="1219124" cy="776206"/>
            </a:xfrm>
            <a:custGeom>
              <a:avLst/>
              <a:gdLst>
                <a:gd name="connsiteX0" fmla="*/ 0 w 1218366"/>
                <a:gd name="connsiteY0" fmla="*/ 0 h 776272"/>
                <a:gd name="connsiteX1" fmla="*/ 1218366 w 1218366"/>
                <a:gd name="connsiteY1" fmla="*/ 0 h 776272"/>
                <a:gd name="connsiteX2" fmla="*/ 1218366 w 1218366"/>
                <a:gd name="connsiteY2" fmla="*/ 776272 h 776272"/>
                <a:gd name="connsiteX3" fmla="*/ 0 w 1218366"/>
                <a:gd name="connsiteY3" fmla="*/ 776272 h 776272"/>
                <a:gd name="connsiteX4" fmla="*/ 0 w 1218366"/>
                <a:gd name="connsiteY4" fmla="*/ 0 h 776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366" h="776272">
                  <a:moveTo>
                    <a:pt x="0" y="0"/>
                  </a:moveTo>
                  <a:lnTo>
                    <a:pt x="1218366" y="0"/>
                  </a:lnTo>
                  <a:lnTo>
                    <a:pt x="1218366" y="776272"/>
                  </a:lnTo>
                  <a:lnTo>
                    <a:pt x="0" y="77627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2700" tIns="12700" rIns="12700" bIns="12700" spcCol="1270" anchor="ctr"/>
            <a:lstStyle/>
            <a:p>
              <a:pPr algn="ctr" defTabSz="444500">
                <a:lnSpc>
                  <a:spcPct val="90000"/>
                </a:lnSpc>
                <a:spcAft>
                  <a:spcPts val="0"/>
                </a:spcAft>
                <a:defRPr/>
              </a:pPr>
              <a:r>
                <a:rPr lang="en-GB" sz="1000" b="1" dirty="0" smtClean="0"/>
                <a:t>Identify</a:t>
              </a:r>
            </a:p>
            <a:p>
              <a:pPr algn="ctr" defTabSz="444500">
                <a:lnSpc>
                  <a:spcPct val="90000"/>
                </a:lnSpc>
                <a:spcAft>
                  <a:spcPts val="0"/>
                </a:spcAft>
                <a:defRPr/>
              </a:pPr>
              <a:r>
                <a:rPr lang="en-GB" sz="1000" b="1" dirty="0" smtClean="0"/>
                <a:t>Improvement Areas</a:t>
              </a:r>
              <a:endParaRPr lang="en-GB" sz="1000" b="1" dirty="0"/>
            </a:p>
          </p:txBody>
        </p:sp>
        <p:sp>
          <p:nvSpPr>
            <p:cNvPr id="32" name="Circular Arrow 31"/>
            <p:cNvSpPr/>
            <p:nvPr/>
          </p:nvSpPr>
          <p:spPr>
            <a:xfrm>
              <a:off x="2030593" y="1450945"/>
              <a:ext cx="5189057" cy="5189057"/>
            </a:xfrm>
            <a:prstGeom prst="circularArrow">
              <a:avLst>
                <a:gd name="adj1" fmla="val 3989"/>
                <a:gd name="adj2" fmla="val 250212"/>
                <a:gd name="adj3" fmla="val 6251205"/>
                <a:gd name="adj4" fmla="val 4439556"/>
                <a:gd name="adj5" fmla="val 4654"/>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1302810"/>
                <a:satOff val="4478"/>
                <a:lumOff val="-21490"/>
                <a:alphaOff val="0"/>
              </a:schemeClr>
            </a:fillRef>
            <a:effectRef idx="2">
              <a:schemeClr val="accent5">
                <a:hueOff val="1302810"/>
                <a:satOff val="4478"/>
                <a:lumOff val="-21490"/>
                <a:alphaOff val="0"/>
              </a:schemeClr>
            </a:effectRef>
            <a:fontRef idx="minor">
              <a:schemeClr val="lt1"/>
            </a:fontRef>
          </p:style>
        </p:sp>
        <p:sp>
          <p:nvSpPr>
            <p:cNvPr id="33" name="Freeform 32"/>
            <p:cNvSpPr/>
            <p:nvPr/>
          </p:nvSpPr>
          <p:spPr>
            <a:xfrm>
              <a:off x="2743934" y="5738540"/>
              <a:ext cx="1061972" cy="707950"/>
            </a:xfrm>
            <a:custGeom>
              <a:avLst/>
              <a:gdLst>
                <a:gd name="connsiteX0" fmla="*/ 0 w 1061424"/>
                <a:gd name="connsiteY0" fmla="*/ 0 h 708394"/>
                <a:gd name="connsiteX1" fmla="*/ 1061424 w 1061424"/>
                <a:gd name="connsiteY1" fmla="*/ 0 h 708394"/>
                <a:gd name="connsiteX2" fmla="*/ 1061424 w 1061424"/>
                <a:gd name="connsiteY2" fmla="*/ 708394 h 708394"/>
                <a:gd name="connsiteX3" fmla="*/ 0 w 1061424"/>
                <a:gd name="connsiteY3" fmla="*/ 708394 h 708394"/>
                <a:gd name="connsiteX4" fmla="*/ 0 w 1061424"/>
                <a:gd name="connsiteY4" fmla="*/ 0 h 708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424" h="708394">
                  <a:moveTo>
                    <a:pt x="0" y="0"/>
                  </a:moveTo>
                  <a:lnTo>
                    <a:pt x="1061424" y="0"/>
                  </a:lnTo>
                  <a:lnTo>
                    <a:pt x="1061424" y="708394"/>
                  </a:lnTo>
                  <a:lnTo>
                    <a:pt x="0" y="70839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2700" tIns="12700" rIns="12700" bIns="12700" spcCol="1270" anchor="ctr"/>
            <a:lstStyle/>
            <a:p>
              <a:pPr algn="ctr" defTabSz="444500">
                <a:lnSpc>
                  <a:spcPct val="90000"/>
                </a:lnSpc>
                <a:spcAft>
                  <a:spcPts val="0"/>
                </a:spcAft>
                <a:defRPr/>
              </a:pPr>
              <a:r>
                <a:rPr lang="en-US" sz="1000" b="1" dirty="0" smtClean="0"/>
                <a:t>Create</a:t>
              </a:r>
            </a:p>
            <a:p>
              <a:pPr algn="ctr" defTabSz="444500">
                <a:lnSpc>
                  <a:spcPct val="90000"/>
                </a:lnSpc>
                <a:spcAft>
                  <a:spcPts val="0"/>
                </a:spcAft>
                <a:defRPr/>
              </a:pPr>
              <a:r>
                <a:rPr lang="en-US" sz="1000" b="1" dirty="0" smtClean="0"/>
                <a:t>Improvement</a:t>
              </a:r>
            </a:p>
            <a:p>
              <a:pPr algn="ctr" defTabSz="444500">
                <a:lnSpc>
                  <a:spcPct val="90000"/>
                </a:lnSpc>
                <a:spcAft>
                  <a:spcPts val="0"/>
                </a:spcAft>
                <a:defRPr/>
              </a:pPr>
              <a:r>
                <a:rPr lang="en-US" sz="1000" b="1" dirty="0" smtClean="0"/>
                <a:t>plan</a:t>
              </a:r>
              <a:endParaRPr lang="en-US" sz="1000" b="1" dirty="0"/>
            </a:p>
          </p:txBody>
        </p:sp>
        <p:sp>
          <p:nvSpPr>
            <p:cNvPr id="34" name="Circular Arrow 33"/>
            <p:cNvSpPr/>
            <p:nvPr/>
          </p:nvSpPr>
          <p:spPr>
            <a:xfrm>
              <a:off x="1907757" y="1406392"/>
              <a:ext cx="5189057" cy="5189057"/>
            </a:xfrm>
            <a:prstGeom prst="circularArrow">
              <a:avLst>
                <a:gd name="adj1" fmla="val 3989"/>
                <a:gd name="adj2" fmla="val 250212"/>
                <a:gd name="adj3" fmla="val 9918207"/>
                <a:gd name="adj4" fmla="val 8016688"/>
                <a:gd name="adj5" fmla="val 4654"/>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1954215"/>
                <a:satOff val="6718"/>
                <a:lumOff val="-32236"/>
                <a:alphaOff val="0"/>
              </a:schemeClr>
            </a:fillRef>
            <a:effectRef idx="2">
              <a:schemeClr val="accent5">
                <a:hueOff val="1954215"/>
                <a:satOff val="6718"/>
                <a:lumOff val="-32236"/>
                <a:alphaOff val="0"/>
              </a:schemeClr>
            </a:effectRef>
            <a:fontRef idx="minor">
              <a:schemeClr val="lt1"/>
            </a:fontRef>
          </p:style>
        </p:sp>
        <p:sp>
          <p:nvSpPr>
            <p:cNvPr id="35" name="Freeform 34"/>
            <p:cNvSpPr/>
            <p:nvPr/>
          </p:nvSpPr>
          <p:spPr>
            <a:xfrm>
              <a:off x="1520916" y="3373272"/>
              <a:ext cx="1061971" cy="1060338"/>
            </a:xfrm>
            <a:custGeom>
              <a:avLst/>
              <a:gdLst>
                <a:gd name="connsiteX0" fmla="*/ 0 w 1061424"/>
                <a:gd name="connsiteY0" fmla="*/ 0 h 1061424"/>
                <a:gd name="connsiteX1" fmla="*/ 1061424 w 1061424"/>
                <a:gd name="connsiteY1" fmla="*/ 0 h 1061424"/>
                <a:gd name="connsiteX2" fmla="*/ 1061424 w 1061424"/>
                <a:gd name="connsiteY2" fmla="*/ 1061424 h 1061424"/>
                <a:gd name="connsiteX3" fmla="*/ 0 w 1061424"/>
                <a:gd name="connsiteY3" fmla="*/ 1061424 h 1061424"/>
                <a:gd name="connsiteX4" fmla="*/ 0 w 1061424"/>
                <a:gd name="connsiteY4" fmla="*/ 0 h 1061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424" h="1061424">
                  <a:moveTo>
                    <a:pt x="0" y="0"/>
                  </a:moveTo>
                  <a:lnTo>
                    <a:pt x="1061424" y="0"/>
                  </a:lnTo>
                  <a:lnTo>
                    <a:pt x="1061424" y="1061424"/>
                  </a:lnTo>
                  <a:lnTo>
                    <a:pt x="0" y="106142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2700" tIns="12700" rIns="12700" bIns="12700" spcCol="1270" anchor="ctr"/>
            <a:lstStyle/>
            <a:p>
              <a:pPr algn="ctr" defTabSz="444500">
                <a:lnSpc>
                  <a:spcPct val="90000"/>
                </a:lnSpc>
                <a:spcAft>
                  <a:spcPts val="0"/>
                </a:spcAft>
                <a:defRPr/>
              </a:pPr>
              <a:r>
                <a:rPr lang="en-GB" sz="1000" b="1" dirty="0" smtClean="0"/>
                <a:t>Execute and Monitor</a:t>
              </a:r>
            </a:p>
            <a:p>
              <a:pPr algn="ctr" defTabSz="444500">
                <a:lnSpc>
                  <a:spcPct val="90000"/>
                </a:lnSpc>
                <a:spcAft>
                  <a:spcPts val="0"/>
                </a:spcAft>
                <a:defRPr/>
              </a:pPr>
              <a:r>
                <a:rPr lang="en-GB" sz="1000" b="1" dirty="0" err="1" smtClean="0"/>
                <a:t>Improvementplan</a:t>
              </a:r>
              <a:endParaRPr lang="en-GB" sz="1000" b="1" dirty="0"/>
            </a:p>
          </p:txBody>
        </p:sp>
        <p:sp>
          <p:nvSpPr>
            <p:cNvPr id="36" name="Circular Arrow 35"/>
            <p:cNvSpPr/>
            <p:nvPr/>
          </p:nvSpPr>
          <p:spPr>
            <a:xfrm>
              <a:off x="1881958" y="1332149"/>
              <a:ext cx="5189057" cy="5189057"/>
            </a:xfrm>
            <a:prstGeom prst="circularArrow">
              <a:avLst>
                <a:gd name="adj1" fmla="val 3989"/>
                <a:gd name="adj2" fmla="val 250212"/>
                <a:gd name="adj3" fmla="val 13012377"/>
                <a:gd name="adj4" fmla="val 11611224"/>
                <a:gd name="adj5" fmla="val 4654"/>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2605619"/>
                <a:satOff val="8957"/>
                <a:lumOff val="-42981"/>
                <a:alphaOff val="0"/>
              </a:schemeClr>
            </a:fillRef>
            <a:effectRef idx="2">
              <a:schemeClr val="accent5">
                <a:hueOff val="2605619"/>
                <a:satOff val="8957"/>
                <a:lumOff val="-42981"/>
                <a:alphaOff val="0"/>
              </a:schemeClr>
            </a:effectRef>
            <a:fontRef idx="minor">
              <a:schemeClr val="lt1"/>
            </a:fontRef>
          </p:style>
        </p:sp>
        <p:sp>
          <p:nvSpPr>
            <p:cNvPr id="37" name="Freeform 36"/>
            <p:cNvSpPr/>
            <p:nvPr/>
          </p:nvSpPr>
          <p:spPr>
            <a:xfrm>
              <a:off x="2565857" y="1308152"/>
              <a:ext cx="1450885" cy="1061926"/>
            </a:xfrm>
            <a:custGeom>
              <a:avLst/>
              <a:gdLst>
                <a:gd name="connsiteX0" fmla="*/ 0 w 1450298"/>
                <a:gd name="connsiteY0" fmla="*/ 0 h 1061424"/>
                <a:gd name="connsiteX1" fmla="*/ 1450298 w 1450298"/>
                <a:gd name="connsiteY1" fmla="*/ 0 h 1061424"/>
                <a:gd name="connsiteX2" fmla="*/ 1450298 w 1450298"/>
                <a:gd name="connsiteY2" fmla="*/ 1061424 h 1061424"/>
                <a:gd name="connsiteX3" fmla="*/ 0 w 1450298"/>
                <a:gd name="connsiteY3" fmla="*/ 1061424 h 1061424"/>
                <a:gd name="connsiteX4" fmla="*/ 0 w 1450298"/>
                <a:gd name="connsiteY4" fmla="*/ 0 h 1061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0298" h="1061424">
                  <a:moveTo>
                    <a:pt x="0" y="0"/>
                  </a:moveTo>
                  <a:lnTo>
                    <a:pt x="1450298" y="0"/>
                  </a:lnTo>
                  <a:lnTo>
                    <a:pt x="1450298" y="1061424"/>
                  </a:lnTo>
                  <a:lnTo>
                    <a:pt x="0" y="106142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12700" tIns="12700" rIns="12700" bIns="12700" spcCol="1270" anchor="ctr"/>
            <a:lstStyle/>
            <a:p>
              <a:pPr algn="ctr" defTabSz="444500">
                <a:lnSpc>
                  <a:spcPct val="90000"/>
                </a:lnSpc>
                <a:spcAft>
                  <a:spcPct val="35000"/>
                </a:spcAft>
                <a:defRPr/>
              </a:pPr>
              <a:r>
                <a:rPr lang="en-GB" sz="1000" b="1" dirty="0" smtClean="0"/>
                <a:t>Integrate in company DNA</a:t>
              </a:r>
              <a:endParaRPr lang="en-GB" sz="1000" b="1" dirty="0"/>
            </a:p>
          </p:txBody>
        </p:sp>
        <p:sp>
          <p:nvSpPr>
            <p:cNvPr id="38" name="Circular Arrow 37"/>
            <p:cNvSpPr/>
            <p:nvPr/>
          </p:nvSpPr>
          <p:spPr>
            <a:xfrm>
              <a:off x="1982313" y="1246247"/>
              <a:ext cx="5189057" cy="5189057"/>
            </a:xfrm>
            <a:prstGeom prst="circularArrow">
              <a:avLst>
                <a:gd name="adj1" fmla="val 3989"/>
                <a:gd name="adj2" fmla="val 250212"/>
                <a:gd name="adj3" fmla="val 16972945"/>
                <a:gd name="adj4" fmla="val 15378765"/>
                <a:gd name="adj5" fmla="val 4654"/>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3257024"/>
                <a:satOff val="11196"/>
                <a:lumOff val="-53726"/>
                <a:alphaOff val="0"/>
              </a:schemeClr>
            </a:fillRef>
            <a:effectRef idx="2">
              <a:schemeClr val="accent5">
                <a:hueOff val="3257024"/>
                <a:satOff val="11196"/>
                <a:lumOff val="-53726"/>
                <a:alphaOff val="0"/>
              </a:schemeClr>
            </a:effectRef>
            <a:fontRef idx="minor">
              <a:schemeClr val="lt1"/>
            </a:fontRef>
          </p:style>
        </p:sp>
      </p:grpSp>
      <p:sp>
        <p:nvSpPr>
          <p:cNvPr id="18435" name="Title 1"/>
          <p:cNvSpPr>
            <a:spLocks noGrp="1"/>
          </p:cNvSpPr>
          <p:nvPr>
            <p:ph type="title" idx="4294967295"/>
          </p:nvPr>
        </p:nvSpPr>
        <p:spPr>
          <a:xfrm>
            <a:off x="611450" y="-99490"/>
            <a:ext cx="7921100" cy="1152525"/>
          </a:xfrm>
        </p:spPr>
        <p:txBody>
          <a:bodyPr/>
          <a:lstStyle/>
          <a:p>
            <a:r>
              <a:rPr lang="en-GB" sz="3600" dirty="0" smtClean="0">
                <a:latin typeface="Calibri" pitchFamily="34" charset="0"/>
              </a:rPr>
              <a:t>Account improvement main process</a:t>
            </a:r>
          </a:p>
        </p:txBody>
      </p:sp>
      <p:sp>
        <p:nvSpPr>
          <p:cNvPr id="122" name="AutoShape 34"/>
          <p:cNvSpPr>
            <a:spLocks noChangeArrowheads="1"/>
          </p:cNvSpPr>
          <p:nvPr/>
        </p:nvSpPr>
        <p:spPr bwMode="auto">
          <a:xfrm>
            <a:off x="5278423" y="4175084"/>
            <a:ext cx="106282" cy="100145"/>
          </a:xfrm>
          <a:prstGeom prst="plus">
            <a:avLst>
              <a:gd name="adj" fmla="val 25000"/>
            </a:avLst>
          </a:prstGeom>
          <a:gradFill rotWithShape="1">
            <a:gsLst>
              <a:gs pos="0">
                <a:srgbClr val="F85C42"/>
              </a:gs>
              <a:gs pos="100000">
                <a:srgbClr val="FF0000"/>
              </a:gs>
            </a:gsLst>
            <a:lin ang="2700000" scaled="1"/>
          </a:gradFill>
          <a:ln w="12700">
            <a:solidFill>
              <a:srgbClr val="FF0000"/>
            </a:solidFill>
            <a:miter lim="800000"/>
            <a:headEnd/>
            <a:tailEnd/>
          </a:ln>
          <a:scene3d>
            <a:camera prst="orthographicFront"/>
            <a:lightRig rig="threePt" dir="t"/>
          </a:scene3d>
          <a:sp3d>
            <a:bevelT/>
          </a:sp3d>
        </p:spPr>
        <p:txBody>
          <a:bodyPr wrap="none" anchor="ctr"/>
          <a:lstStyle/>
          <a:p>
            <a:pPr>
              <a:defRPr/>
            </a:pPr>
            <a:endParaRPr lang="nl-NL" sz="1800"/>
          </a:p>
        </p:txBody>
      </p:sp>
      <p:sp>
        <p:nvSpPr>
          <p:cNvPr id="123" name="AutoShape 31"/>
          <p:cNvSpPr>
            <a:spLocks noChangeArrowheads="1"/>
          </p:cNvSpPr>
          <p:nvPr/>
        </p:nvSpPr>
        <p:spPr bwMode="auto">
          <a:xfrm>
            <a:off x="5269388" y="4332743"/>
            <a:ext cx="107379" cy="101178"/>
          </a:xfrm>
          <a:prstGeom prst="octagon">
            <a:avLst>
              <a:gd name="adj" fmla="val 29287"/>
            </a:avLst>
          </a:prstGeom>
          <a:gradFill rotWithShape="1">
            <a:gsLst>
              <a:gs pos="0">
                <a:srgbClr val="FFFF00"/>
              </a:gs>
              <a:gs pos="100000">
                <a:srgbClr val="FFCC00"/>
              </a:gs>
            </a:gsLst>
            <a:lin ang="2700000" scaled="1"/>
          </a:gradFill>
          <a:ln w="12700">
            <a:solidFill>
              <a:srgbClr val="FF0000"/>
            </a:solidFill>
            <a:miter lim="800000"/>
            <a:headEnd/>
            <a:tailEnd/>
          </a:ln>
          <a:scene3d>
            <a:camera prst="orthographicFront"/>
            <a:lightRig rig="threePt" dir="t"/>
          </a:scene3d>
          <a:sp3d>
            <a:bevelT/>
          </a:sp3d>
        </p:spPr>
        <p:txBody>
          <a:bodyPr wrap="none" anchor="ctr"/>
          <a:lstStyle/>
          <a:p>
            <a:pPr>
              <a:defRPr/>
            </a:pPr>
            <a:endParaRPr lang="nl-NL" sz="1800"/>
          </a:p>
        </p:txBody>
      </p:sp>
      <p:sp>
        <p:nvSpPr>
          <p:cNvPr id="126" name="AutoShape 29"/>
          <p:cNvSpPr>
            <a:spLocks noChangeArrowheads="1"/>
          </p:cNvSpPr>
          <p:nvPr/>
        </p:nvSpPr>
        <p:spPr bwMode="auto">
          <a:xfrm>
            <a:off x="5278423" y="3992578"/>
            <a:ext cx="106282" cy="100145"/>
          </a:xfrm>
          <a:prstGeom prst="star5">
            <a:avLst/>
          </a:prstGeom>
          <a:gradFill rotWithShape="1">
            <a:gsLst>
              <a:gs pos="0">
                <a:srgbClr val="00CCFF"/>
              </a:gs>
              <a:gs pos="100000">
                <a:srgbClr val="3366FF"/>
              </a:gs>
            </a:gsLst>
            <a:lin ang="2700000" scaled="1"/>
          </a:gradFill>
          <a:ln w="12700">
            <a:solidFill>
              <a:srgbClr val="3366FF"/>
            </a:solidFill>
            <a:miter lim="800000"/>
            <a:headEnd/>
            <a:tailEnd/>
          </a:ln>
          <a:scene3d>
            <a:camera prst="orthographicFront"/>
            <a:lightRig rig="threePt" dir="t"/>
          </a:scene3d>
          <a:sp3d>
            <a:bevelT/>
          </a:sp3d>
        </p:spPr>
        <p:txBody>
          <a:bodyPr wrap="none" anchor="ctr"/>
          <a:lstStyle/>
          <a:p>
            <a:pPr>
              <a:defRPr/>
            </a:pPr>
            <a:endParaRPr lang="nl-NL" sz="1800">
              <a:latin typeface="Arial" charset="0"/>
            </a:endParaRPr>
          </a:p>
        </p:txBody>
      </p:sp>
      <p:sp>
        <p:nvSpPr>
          <p:cNvPr id="127" name="AutoShape 30"/>
          <p:cNvSpPr>
            <a:spLocks noChangeArrowheads="1"/>
          </p:cNvSpPr>
          <p:nvPr/>
        </p:nvSpPr>
        <p:spPr bwMode="auto">
          <a:xfrm>
            <a:off x="5269390" y="3829619"/>
            <a:ext cx="107378" cy="86724"/>
          </a:xfrm>
          <a:prstGeom prst="triangle">
            <a:avLst>
              <a:gd name="adj" fmla="val 50000"/>
            </a:avLst>
          </a:prstGeom>
          <a:gradFill rotWithShape="1">
            <a:gsLst>
              <a:gs pos="0">
                <a:srgbClr val="00CC00"/>
              </a:gs>
              <a:gs pos="100000">
                <a:srgbClr val="339966"/>
              </a:gs>
            </a:gsLst>
            <a:lin ang="2700000" scaled="1"/>
          </a:gradFill>
          <a:ln w="12700">
            <a:solidFill>
              <a:srgbClr val="339966"/>
            </a:solidFill>
            <a:miter lim="800000"/>
            <a:headEnd/>
            <a:tailEnd/>
          </a:ln>
          <a:scene3d>
            <a:camera prst="orthographicFront"/>
            <a:lightRig rig="threePt" dir="t"/>
          </a:scene3d>
          <a:sp3d>
            <a:bevelT/>
          </a:sp3d>
        </p:spPr>
        <p:txBody>
          <a:bodyPr wrap="none" anchor="ctr"/>
          <a:lstStyle/>
          <a:p>
            <a:pPr>
              <a:defRPr/>
            </a:pPr>
            <a:endParaRPr lang="nl-NL" sz="1800"/>
          </a:p>
        </p:txBody>
      </p:sp>
      <p:sp>
        <p:nvSpPr>
          <p:cNvPr id="133" name="Right Arrow 132"/>
          <p:cNvSpPr/>
          <p:nvPr/>
        </p:nvSpPr>
        <p:spPr bwMode="auto">
          <a:xfrm rot="18823510">
            <a:off x="3375402" y="5357666"/>
            <a:ext cx="873308" cy="258289"/>
          </a:xfrm>
          <a:prstGeom prst="rightArrow">
            <a:avLst/>
          </a:prstGeom>
          <a:solidFill>
            <a:schemeClr val="bg1"/>
          </a:solidFill>
          <a:ln w="9525" cap="flat" cmpd="sng" algn="ctr">
            <a:solidFill>
              <a:srgbClr val="FF0000"/>
            </a:solidFill>
            <a:prstDash val="solid"/>
            <a:round/>
            <a:headEnd type="none" w="med" len="med"/>
            <a:tailEnd type="none" w="med" len="med"/>
          </a:ln>
          <a:effectLst>
            <a:glow rad="101600">
              <a:srgbClr val="FF0000">
                <a:alpha val="60000"/>
              </a:srgbClr>
            </a:glow>
          </a:effectLst>
        </p:spPr>
        <p:txBody>
          <a:bodyPr anchor="ctr"/>
          <a:lstStyle/>
          <a:p>
            <a:pPr algn="ctr">
              <a:defRPr/>
            </a:pPr>
            <a:endParaRPr lang="nl-NL" sz="4400" dirty="0"/>
          </a:p>
        </p:txBody>
      </p:sp>
      <p:sp>
        <p:nvSpPr>
          <p:cNvPr id="135" name="Right Arrow 134"/>
          <p:cNvSpPr/>
          <p:nvPr/>
        </p:nvSpPr>
        <p:spPr bwMode="auto">
          <a:xfrm rot="10800000">
            <a:off x="5957735" y="3848013"/>
            <a:ext cx="721361" cy="258289"/>
          </a:xfrm>
          <a:prstGeom prst="rightArrow">
            <a:avLst/>
          </a:prstGeom>
          <a:solidFill>
            <a:schemeClr val="bg1"/>
          </a:solidFill>
          <a:ln w="9525" cap="flat" cmpd="sng" algn="ctr">
            <a:solidFill>
              <a:srgbClr val="FF0000"/>
            </a:solidFill>
            <a:prstDash val="solid"/>
            <a:round/>
            <a:headEnd type="none" w="med" len="med"/>
            <a:tailEnd type="none" w="med" len="med"/>
          </a:ln>
          <a:effectLst>
            <a:glow rad="101600">
              <a:srgbClr val="FF0000">
                <a:alpha val="60000"/>
              </a:srgbClr>
            </a:glow>
          </a:effectLst>
        </p:spPr>
        <p:txBody>
          <a:bodyPr anchor="ctr"/>
          <a:lstStyle/>
          <a:p>
            <a:pPr algn="ctr">
              <a:defRPr/>
            </a:pPr>
            <a:endParaRPr lang="nl-NL" sz="4400" dirty="0"/>
          </a:p>
        </p:txBody>
      </p:sp>
      <p:sp>
        <p:nvSpPr>
          <p:cNvPr id="136" name="Right Arrow 135"/>
          <p:cNvSpPr/>
          <p:nvPr/>
        </p:nvSpPr>
        <p:spPr bwMode="auto">
          <a:xfrm rot="2776490" flipV="1">
            <a:off x="3375396" y="2323894"/>
            <a:ext cx="873308" cy="258289"/>
          </a:xfrm>
          <a:prstGeom prst="rightArrow">
            <a:avLst/>
          </a:prstGeom>
          <a:solidFill>
            <a:schemeClr val="bg1"/>
          </a:solidFill>
          <a:ln w="9525" cap="flat" cmpd="sng" algn="ctr">
            <a:solidFill>
              <a:srgbClr val="FF0000"/>
            </a:solidFill>
            <a:prstDash val="solid"/>
            <a:round/>
            <a:headEnd type="none" w="med" len="med"/>
            <a:tailEnd type="none" w="med" len="med"/>
          </a:ln>
          <a:effectLst>
            <a:glow rad="101600">
              <a:srgbClr val="FF0000">
                <a:alpha val="60000"/>
              </a:srgbClr>
            </a:glow>
          </a:effectLst>
        </p:spPr>
        <p:txBody>
          <a:bodyPr anchor="ctr"/>
          <a:lstStyle/>
          <a:p>
            <a:pPr algn="ctr">
              <a:defRPr/>
            </a:pPr>
            <a:endParaRPr lang="nl-NL" sz="4400" dirty="0"/>
          </a:p>
        </p:txBody>
      </p:sp>
      <p:sp>
        <p:nvSpPr>
          <p:cNvPr id="138" name="Right Arrow 137"/>
          <p:cNvSpPr/>
          <p:nvPr/>
        </p:nvSpPr>
        <p:spPr bwMode="auto">
          <a:xfrm rot="2776490" flipH="1">
            <a:off x="4899456" y="5349193"/>
            <a:ext cx="873308" cy="258289"/>
          </a:xfrm>
          <a:prstGeom prst="rightArrow">
            <a:avLst/>
          </a:prstGeom>
          <a:solidFill>
            <a:schemeClr val="bg1"/>
          </a:solidFill>
          <a:ln w="9525" cap="flat" cmpd="sng" algn="ctr">
            <a:solidFill>
              <a:srgbClr val="FF0000"/>
            </a:solidFill>
            <a:prstDash val="solid"/>
            <a:round/>
            <a:headEnd type="none" w="med" len="med"/>
            <a:tailEnd type="none" w="med" len="med"/>
          </a:ln>
          <a:effectLst>
            <a:glow rad="101600">
              <a:srgbClr val="FF0000">
                <a:alpha val="60000"/>
              </a:srgbClr>
            </a:glow>
          </a:effectLst>
        </p:spPr>
        <p:txBody>
          <a:bodyPr anchor="ctr"/>
          <a:lstStyle/>
          <a:p>
            <a:pPr algn="ctr">
              <a:defRPr/>
            </a:pPr>
            <a:endParaRPr lang="nl-NL" sz="4400" dirty="0"/>
          </a:p>
        </p:txBody>
      </p:sp>
      <p:sp>
        <p:nvSpPr>
          <p:cNvPr id="139" name="Right Arrow 138"/>
          <p:cNvSpPr/>
          <p:nvPr/>
        </p:nvSpPr>
        <p:spPr bwMode="auto">
          <a:xfrm rot="18823510" flipH="1" flipV="1">
            <a:off x="4899450" y="2315421"/>
            <a:ext cx="873308" cy="258289"/>
          </a:xfrm>
          <a:prstGeom prst="rightArrow">
            <a:avLst/>
          </a:prstGeom>
          <a:solidFill>
            <a:schemeClr val="bg1"/>
          </a:solidFill>
          <a:ln w="9525" cap="flat" cmpd="sng" algn="ctr">
            <a:solidFill>
              <a:srgbClr val="FF0000"/>
            </a:solidFill>
            <a:prstDash val="solid"/>
            <a:round/>
            <a:headEnd type="none" w="med" len="med"/>
            <a:tailEnd type="none" w="med" len="med"/>
          </a:ln>
          <a:effectLst>
            <a:glow rad="101600">
              <a:srgbClr val="FF0000">
                <a:alpha val="60000"/>
              </a:srgbClr>
            </a:glow>
          </a:effectLst>
        </p:spPr>
        <p:txBody>
          <a:bodyPr anchor="ctr"/>
          <a:lstStyle/>
          <a:p>
            <a:pPr algn="ctr">
              <a:defRPr/>
            </a:pPr>
            <a:endParaRPr lang="nl-NL" sz="4400" dirty="0"/>
          </a:p>
        </p:txBody>
      </p:sp>
      <p:sp>
        <p:nvSpPr>
          <p:cNvPr id="142" name="Right Arrow 141"/>
          <p:cNvSpPr/>
          <p:nvPr/>
        </p:nvSpPr>
        <p:spPr bwMode="auto">
          <a:xfrm rot="10800000" flipH="1">
            <a:off x="2655735" y="3856474"/>
            <a:ext cx="713857" cy="258289"/>
          </a:xfrm>
          <a:prstGeom prst="rightArrow">
            <a:avLst/>
          </a:prstGeom>
          <a:solidFill>
            <a:schemeClr val="bg1"/>
          </a:solidFill>
          <a:ln w="9525" cap="flat" cmpd="sng" algn="ctr">
            <a:solidFill>
              <a:srgbClr val="FF0000"/>
            </a:solidFill>
            <a:prstDash val="solid"/>
            <a:round/>
            <a:headEnd type="none" w="med" len="med"/>
            <a:tailEnd type="none" w="med" len="med"/>
          </a:ln>
          <a:effectLst>
            <a:glow rad="101600">
              <a:srgbClr val="FF0000">
                <a:alpha val="60000"/>
              </a:srgbClr>
            </a:glow>
          </a:effectLst>
        </p:spPr>
        <p:txBody>
          <a:bodyPr anchor="ctr"/>
          <a:lstStyle/>
          <a:p>
            <a:pPr algn="ctr">
              <a:defRPr/>
            </a:pPr>
            <a:endParaRPr lang="nl-NL" sz="4400" dirty="0"/>
          </a:p>
        </p:txBody>
      </p:sp>
      <p:sp>
        <p:nvSpPr>
          <p:cNvPr id="143" name="7-Point Star 142"/>
          <p:cNvSpPr/>
          <p:nvPr/>
        </p:nvSpPr>
        <p:spPr bwMode="auto">
          <a:xfrm>
            <a:off x="6616700" y="3270250"/>
            <a:ext cx="1171575" cy="1301750"/>
          </a:xfrm>
          <a:prstGeom prst="star7">
            <a:avLst/>
          </a:prstGeom>
          <a:noFill/>
          <a:ln w="9525" cap="flat" cmpd="sng" algn="ctr">
            <a:noFill/>
            <a:prstDash val="solid"/>
            <a:round/>
            <a:headEnd type="none" w="med" len="med"/>
            <a:tailEnd type="none" w="med" len="med"/>
          </a:ln>
          <a:effectLst/>
        </p:spPr>
        <p:txBody>
          <a:bodyPr anchor="ctr"/>
          <a:lstStyle/>
          <a:p>
            <a:pPr algn="ctr">
              <a:defRPr/>
            </a:pPr>
            <a:endParaRPr lang="nl-NL" sz="4400" dirty="0"/>
          </a:p>
        </p:txBody>
      </p:sp>
      <p:sp>
        <p:nvSpPr>
          <p:cNvPr id="18467" name="AutoShape 3"/>
          <p:cNvSpPr>
            <a:spLocks noChangeAspect="1" noChangeArrowheads="1"/>
          </p:cNvSpPr>
          <p:nvPr/>
        </p:nvSpPr>
        <p:spPr bwMode="auto">
          <a:xfrm>
            <a:off x="3717925" y="2738438"/>
            <a:ext cx="1708150" cy="1304925"/>
          </a:xfrm>
          <a:prstGeom prst="rect">
            <a:avLst/>
          </a:prstGeom>
          <a:noFill/>
          <a:ln w="9525">
            <a:noFill/>
            <a:miter lim="800000"/>
            <a:headEnd/>
            <a:tailEnd/>
          </a:ln>
        </p:spPr>
        <p:txBody>
          <a:bodyPr/>
          <a:lstStyle/>
          <a:p>
            <a:pPr algn="ctr"/>
            <a:endParaRPr lang="en-US"/>
          </a:p>
        </p:txBody>
      </p:sp>
      <p:sp>
        <p:nvSpPr>
          <p:cNvPr id="23" name="Rectangle 22"/>
          <p:cNvSpPr/>
          <p:nvPr/>
        </p:nvSpPr>
        <p:spPr>
          <a:xfrm>
            <a:off x="3962400" y="3757613"/>
            <a:ext cx="1447800" cy="1062037"/>
          </a:xfrm>
          <a:prstGeom prst="rect">
            <a:avLst/>
          </a:prstGeom>
        </p:spPr>
        <p:txBody>
          <a:bodyPr>
            <a:spAutoFit/>
          </a:bodyPr>
          <a:lstStyle/>
          <a:p>
            <a:pPr>
              <a:lnSpc>
                <a:spcPct val="150000"/>
              </a:lnSpc>
              <a:defRPr/>
            </a:pPr>
            <a:r>
              <a:rPr lang="en-GB" sz="700" b="1" i="1" dirty="0" smtClean="0">
                <a:solidFill>
                  <a:schemeClr val="tx1"/>
                </a:solidFill>
                <a:effectLst>
                  <a:outerShdw blurRad="38100" dist="38100" dir="2700000" algn="tl">
                    <a:srgbClr val="C0C0C0"/>
                  </a:outerShdw>
                </a:effectLst>
                <a:cs typeface="Arial" pitchFamily="34" charset="0"/>
              </a:rPr>
              <a:t>Overall satisfaction</a:t>
            </a:r>
          </a:p>
          <a:p>
            <a:pPr>
              <a:lnSpc>
                <a:spcPct val="150000"/>
              </a:lnSpc>
              <a:defRPr/>
            </a:pPr>
            <a:r>
              <a:rPr lang="en-GB" sz="700" b="1" i="1" dirty="0" smtClean="0">
                <a:solidFill>
                  <a:schemeClr val="tx1"/>
                </a:solidFill>
                <a:effectLst>
                  <a:outerShdw blurRad="38100" dist="38100" dir="2700000" algn="tl">
                    <a:srgbClr val="C0C0C0"/>
                  </a:outerShdw>
                </a:effectLst>
                <a:cs typeface="Arial" pitchFamily="34" charset="0"/>
              </a:rPr>
              <a:t>Responsiveness</a:t>
            </a:r>
          </a:p>
          <a:p>
            <a:pPr>
              <a:lnSpc>
                <a:spcPct val="150000"/>
              </a:lnSpc>
              <a:defRPr/>
            </a:pPr>
            <a:r>
              <a:rPr lang="en-GB" sz="700" b="1" i="1" dirty="0" smtClean="0">
                <a:solidFill>
                  <a:schemeClr val="tx1"/>
                </a:solidFill>
                <a:effectLst>
                  <a:outerShdw blurRad="38100" dist="38100" dir="2700000" algn="tl">
                    <a:srgbClr val="C0C0C0"/>
                  </a:outerShdw>
                </a:effectLst>
                <a:cs typeface="Arial" pitchFamily="34" charset="0"/>
              </a:rPr>
              <a:t>Problem resolution</a:t>
            </a:r>
          </a:p>
          <a:p>
            <a:pPr>
              <a:lnSpc>
                <a:spcPct val="150000"/>
              </a:lnSpc>
              <a:defRPr/>
            </a:pPr>
            <a:r>
              <a:rPr lang="en-GB" sz="700" b="1" i="1" dirty="0" smtClean="0">
                <a:solidFill>
                  <a:schemeClr val="tx1"/>
                </a:solidFill>
                <a:effectLst>
                  <a:outerShdw blurRad="38100" dist="38100" dir="2700000" algn="tl">
                    <a:srgbClr val="C0C0C0"/>
                  </a:outerShdw>
                </a:effectLst>
                <a:cs typeface="Arial" pitchFamily="34" charset="0"/>
              </a:rPr>
              <a:t>Customer focus</a:t>
            </a:r>
          </a:p>
          <a:p>
            <a:pPr>
              <a:lnSpc>
                <a:spcPct val="150000"/>
              </a:lnSpc>
              <a:defRPr/>
            </a:pPr>
            <a:r>
              <a:rPr lang="en-GB" sz="700" b="1" i="1" dirty="0" smtClean="0">
                <a:solidFill>
                  <a:schemeClr val="tx1"/>
                </a:solidFill>
                <a:effectLst>
                  <a:outerShdw blurRad="38100" dist="38100" dir="2700000" algn="tl">
                    <a:srgbClr val="C0C0C0"/>
                  </a:outerShdw>
                </a:effectLst>
                <a:cs typeface="Arial" pitchFamily="34" charset="0"/>
              </a:rPr>
              <a:t>Reference</a:t>
            </a:r>
          </a:p>
          <a:p>
            <a:pPr>
              <a:lnSpc>
                <a:spcPct val="150000"/>
              </a:lnSpc>
              <a:defRPr/>
            </a:pPr>
            <a:r>
              <a:rPr lang="en-GB" sz="700" b="1" i="1" dirty="0" smtClean="0">
                <a:solidFill>
                  <a:schemeClr val="tx1"/>
                </a:solidFill>
                <a:effectLst>
                  <a:outerShdw blurRad="38100" dist="38100" dir="2700000" algn="tl">
                    <a:srgbClr val="C0C0C0"/>
                  </a:outerShdw>
                </a:effectLst>
                <a:cs typeface="Arial" pitchFamily="34" charset="0"/>
              </a:rPr>
              <a:t>Contract renewal</a:t>
            </a:r>
            <a:endParaRPr lang="en-GB" sz="700" b="1" i="1" dirty="0">
              <a:solidFill>
                <a:schemeClr val="tx1"/>
              </a:solidFill>
              <a:effectLst>
                <a:outerShdw blurRad="38100" dist="38100" dir="2700000" algn="tl">
                  <a:srgbClr val="C0C0C0"/>
                </a:outerShdw>
              </a:effectLst>
              <a:cs typeface="Arial" pitchFamily="34" charset="0"/>
            </a:endParaRPr>
          </a:p>
        </p:txBody>
      </p:sp>
      <p:sp>
        <p:nvSpPr>
          <p:cNvPr id="24" name="AutoShape 31"/>
          <p:cNvSpPr>
            <a:spLocks noChangeArrowheads="1"/>
          </p:cNvSpPr>
          <p:nvPr/>
        </p:nvSpPr>
        <p:spPr bwMode="auto">
          <a:xfrm>
            <a:off x="5259863" y="4485143"/>
            <a:ext cx="107379" cy="101178"/>
          </a:xfrm>
          <a:prstGeom prst="octagon">
            <a:avLst>
              <a:gd name="adj" fmla="val 29287"/>
            </a:avLst>
          </a:prstGeom>
          <a:gradFill rotWithShape="1">
            <a:gsLst>
              <a:gs pos="0">
                <a:srgbClr val="FFFF00"/>
              </a:gs>
              <a:gs pos="100000">
                <a:srgbClr val="FFCC00"/>
              </a:gs>
            </a:gsLst>
            <a:lin ang="2700000" scaled="1"/>
          </a:gradFill>
          <a:ln w="12700">
            <a:solidFill>
              <a:srgbClr val="FF0000"/>
            </a:solidFill>
            <a:miter lim="800000"/>
            <a:headEnd/>
            <a:tailEnd/>
          </a:ln>
          <a:scene3d>
            <a:camera prst="orthographicFront"/>
            <a:lightRig rig="threePt" dir="t"/>
          </a:scene3d>
          <a:sp3d>
            <a:bevelT/>
          </a:sp3d>
        </p:spPr>
        <p:txBody>
          <a:bodyPr wrap="none" anchor="ctr"/>
          <a:lstStyle/>
          <a:p>
            <a:pPr>
              <a:defRPr/>
            </a:pPr>
            <a:endParaRPr lang="nl-NL" sz="1800"/>
          </a:p>
        </p:txBody>
      </p:sp>
      <p:sp>
        <p:nvSpPr>
          <p:cNvPr id="25" name="AutoShape 30"/>
          <p:cNvSpPr>
            <a:spLocks noChangeArrowheads="1"/>
          </p:cNvSpPr>
          <p:nvPr/>
        </p:nvSpPr>
        <p:spPr bwMode="auto">
          <a:xfrm>
            <a:off x="5269390" y="4658294"/>
            <a:ext cx="107378" cy="86724"/>
          </a:xfrm>
          <a:prstGeom prst="triangle">
            <a:avLst>
              <a:gd name="adj" fmla="val 50000"/>
            </a:avLst>
          </a:prstGeom>
          <a:gradFill rotWithShape="1">
            <a:gsLst>
              <a:gs pos="0">
                <a:srgbClr val="00CC00"/>
              </a:gs>
              <a:gs pos="100000">
                <a:srgbClr val="339966"/>
              </a:gs>
            </a:gsLst>
            <a:lin ang="2700000" scaled="1"/>
          </a:gradFill>
          <a:ln w="12700">
            <a:solidFill>
              <a:srgbClr val="339966"/>
            </a:solidFill>
            <a:miter lim="800000"/>
            <a:headEnd/>
            <a:tailEnd/>
          </a:ln>
          <a:scene3d>
            <a:camera prst="orthographicFront"/>
            <a:lightRig rig="threePt" dir="t"/>
          </a:scene3d>
          <a:sp3d>
            <a:bevelT/>
          </a:sp3d>
        </p:spPr>
        <p:txBody>
          <a:bodyPr wrap="none" anchor="ctr"/>
          <a:lstStyle/>
          <a:p>
            <a:pPr>
              <a:defRPr/>
            </a:pPr>
            <a:endParaRPr lang="nl-NL" sz="1800"/>
          </a:p>
        </p:txBody>
      </p:sp>
      <p:sp>
        <p:nvSpPr>
          <p:cNvPr id="40" name="Slide Number Placeholder 39"/>
          <p:cNvSpPr>
            <a:spLocks noGrp="1"/>
          </p:cNvSpPr>
          <p:nvPr>
            <p:ph type="sldNum" sz="quarter" idx="12"/>
          </p:nvPr>
        </p:nvSpPr>
        <p:spPr/>
        <p:txBody>
          <a:bodyPr/>
          <a:lstStyle/>
          <a:p>
            <a:pPr>
              <a:defRPr/>
            </a:pPr>
            <a:fld id="{A14ED451-723F-4E8F-ACC5-3FD132FB63D8}" type="slidenum">
              <a:rPr lang="nl-NL" smtClean="0"/>
              <a:pPr>
                <a:defRPr/>
              </a:pPr>
              <a:t>16</a:t>
            </a:fld>
            <a:endParaRPr lang="nl-NL"/>
          </a:p>
        </p:txBody>
      </p:sp>
    </p:spTree>
    <p:extLst>
      <p:ext uri="{BB962C8B-B14F-4D97-AF65-F5344CB8AC3E}">
        <p14:creationId xmlns:p14="http://schemas.microsoft.com/office/powerpoint/2010/main" val="1985292358"/>
      </p:ext>
    </p:extLst>
  </p:cSld>
  <p:clrMapOvr>
    <a:masterClrMapping/>
  </p:clrMapOvr>
  <p:timing>
    <p:tnLst>
      <p:par>
        <p:cTn id="1" dur="indefinite" restart="never" nodeType="tmRoot"/>
      </p:par>
    </p:tnLst>
  </p:timing>
</p:sld>
</file>

<file path=ppt/theme/theme1.xml><?xml version="1.0" encoding="utf-8"?>
<a:theme xmlns:a="http://schemas.openxmlformats.org/drawingml/2006/main" name="Informatcis Presentation">
  <a:themeElements>
    <a:clrScheme name="Informatcis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nformatcis Presentation">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accent5">
              <a:lumMod val="75000"/>
            </a:schemeClr>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1100" b="0" i="0" u="none" strike="noStrike" cap="none" normalizeH="0" baseline="0" dirty="0" smtClean="0">
            <a:ln>
              <a:noFill/>
            </a:ln>
            <a:solidFill>
              <a:schemeClr val="tx2"/>
            </a:solidFill>
            <a:effectLst/>
            <a:latin typeface="Verdana" pitchFamily="34" charset="0"/>
            <a:cs typeface="Arial" charset="0"/>
          </a:defRPr>
        </a:defPPr>
      </a:lstStyle>
    </a:spDef>
    <a:lnDef>
      <a:spPr bwMode="auto">
        <a:noFill/>
        <a:ln w="9525" cap="flat" cmpd="sng" algn="ctr">
          <a:solidFill>
            <a:schemeClr val="accent2">
              <a:lumMod val="75000"/>
            </a:schemeClr>
          </a:solidFill>
          <a:prstDash val="solid"/>
          <a:round/>
          <a:headEnd type="none" w="med" len="med"/>
          <a:tailEnd type="none"/>
        </a:ln>
        <a:effectLst/>
      </a:spPr>
      <a:bodyPr/>
      <a:lstStyle/>
    </a:lnDef>
  </a:objectDefaults>
  <a:extraClrSchemeLst>
    <a:extraClrScheme>
      <a:clrScheme name="Informatcis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nformatcis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nformatcis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nformatcis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nformatcis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nformatcis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nformatcis Presentatio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nformatcis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nformatcis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nformatcis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nformatcis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nformatcis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D88FB67606634459286CAC51B15DC24" ma:contentTypeVersion="6" ma:contentTypeDescription="Create a new document." ma:contentTypeScope="" ma:versionID="32c842155b1c28f71118706dfd8a07bd">
  <xsd:schema xmlns:xsd="http://www.w3.org/2001/XMLSchema" xmlns:xs="http://www.w3.org/2001/XMLSchema" xmlns:p="http://schemas.microsoft.com/office/2006/metadata/properties" xmlns:ns2="http://schemas.microsoft.com/sharepoint/v3/fields" xmlns:ns3="571db7d5-d68e-4462-b2ba-832951d90f7c" targetNamespace="http://schemas.microsoft.com/office/2006/metadata/properties" ma:root="true" ma:fieldsID="fb219a9c5dbdfa73f54e55e30f1624cf" ns2:_="" ns3:_="">
    <xsd:import namespace="http://schemas.microsoft.com/sharepoint/v3/fields"/>
    <xsd:import namespace="571db7d5-d68e-4462-b2ba-832951d90f7c"/>
    <xsd:element name="properties">
      <xsd:complexType>
        <xsd:sequence>
          <xsd:element name="documentManagement">
            <xsd:complexType>
              <xsd:all>
                <xsd:element ref="ns2:_Version" minOccurs="0"/>
                <xsd:element ref="ns3:Document_x0020_Type" minOccurs="0"/>
                <xsd:element ref="ns3:Received" minOccurs="0"/>
                <xsd:element ref="ns3:Sent_x002f_Publish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1" nillable="true" ma:displayName="Version" ma:internalName="_Vers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71db7d5-d68e-4462-b2ba-832951d90f7c" elementFormDefault="qualified">
    <xsd:import namespace="http://schemas.microsoft.com/office/2006/documentManagement/types"/>
    <xsd:import namespace="http://schemas.microsoft.com/office/infopath/2007/PartnerControls"/>
    <xsd:element name="Document_x0020_Type" ma:index="2" nillable="true" ma:displayName="Document Type" ma:format="Dropdown" ma:indexed="true" ma:internalName="Document_x0020_Type">
      <xsd:simpleType>
        <xsd:restriction base="dms:Choice">
          <xsd:enumeration value="Contract"/>
          <xsd:enumeration value="General info"/>
          <xsd:enumeration value="Meeting"/>
          <xsd:enumeration value="Proposal"/>
        </xsd:restriction>
      </xsd:simpleType>
    </xsd:element>
    <xsd:element name="Received" ma:index="3" nillable="true" ma:displayName="Received" ma:description="Date of receipt" ma:format="DateOnly" ma:internalName="Received">
      <xsd:simpleType>
        <xsd:restriction base="dms:DateTime"/>
      </xsd:simpleType>
    </xsd:element>
    <xsd:element name="Sent_x002f_Published" ma:index="4" nillable="true" ma:displayName="Sent/Published" ma:description="Date this document is send or published outside the organisation" ma:format="DateOnly" ma:internalName="Sent_x002f_Published">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8" ma:displayName="Content Type"/>
        <xsd:element ref="dc:title" minOccurs="0" maxOccurs="1" ma:index="5" ma:displayName="Title"/>
        <xsd:element ref="dc:subject" minOccurs="0" maxOccurs="1"/>
        <xsd:element ref="dc:description" minOccurs="0" maxOccurs="1" ma:index="12" ma:displayName="Comments"/>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Sent_x002f_Published xmlns="571db7d5-d68e-4462-b2ba-832951d90f7c" xsi:nil="true"/>
    <Received xmlns="571db7d5-d68e-4462-b2ba-832951d90f7c" xsi:nil="true"/>
    <Document_x0020_Type xmlns="571db7d5-d68e-4462-b2ba-832951d90f7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440111-4265-4ADE-9099-00AA2E126E5C}"/>
</file>

<file path=customXml/itemProps2.xml><?xml version="1.0" encoding="utf-8"?>
<ds:datastoreItem xmlns:ds="http://schemas.openxmlformats.org/officeDocument/2006/customXml" ds:itemID="{189B26DA-08F8-4D5C-9BB4-37B8925991BD}"/>
</file>

<file path=customXml/itemProps3.xml><?xml version="1.0" encoding="utf-8"?>
<ds:datastoreItem xmlns:ds="http://schemas.openxmlformats.org/officeDocument/2006/customXml" ds:itemID="{C101314A-75EF-4183-B801-61AADB84E50D}"/>
</file>

<file path=docProps/app.xml><?xml version="1.0" encoding="utf-8"?>
<Properties xmlns="http://schemas.openxmlformats.org/officeDocument/2006/extended-properties" xmlns:vt="http://schemas.openxmlformats.org/officeDocument/2006/docPropsVTypes">
  <Template/>
  <TotalTime>20268</TotalTime>
  <Words>1317</Words>
  <Application>Microsoft Office PowerPoint</Application>
  <PresentationFormat>On-screen Show (4:3)</PresentationFormat>
  <Paragraphs>246</Paragraphs>
  <Slides>16</Slides>
  <Notes>14</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Informatcis Presentation</vt:lpstr>
      <vt:lpstr>PowerPoint Presentation</vt:lpstr>
      <vt:lpstr>Introducing Senority </vt:lpstr>
      <vt:lpstr>Experience in implementing</vt:lpstr>
      <vt:lpstr>Senority provides...</vt:lpstr>
      <vt:lpstr>To help you install and sustain a client driven continuous improvement process, we implement     Evaluetor©. </vt:lpstr>
      <vt:lpstr>Hands-on Benefits using the  collaboration platform     Evaluetor©.</vt:lpstr>
      <vt:lpstr>Evaluetor© Delivers Value Every Day</vt:lpstr>
      <vt:lpstr>How the information comes together….</vt:lpstr>
      <vt:lpstr>Management Dashboard</vt:lpstr>
      <vt:lpstr>Contract alerts overview</vt:lpstr>
      <vt:lpstr>  Evaluetor© Value</vt:lpstr>
      <vt:lpstr>Senority proposition to GENPACT</vt:lpstr>
      <vt:lpstr>In Summary</vt:lpstr>
      <vt:lpstr>Contact</vt:lpstr>
      <vt:lpstr>How to get your existing contracts into Evaluetor</vt:lpstr>
      <vt:lpstr>Account improvement main process</vt:lpstr>
    </vt:vector>
  </TitlesOfParts>
  <Company>Senority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Service Excellence</dc:title>
  <dc:creator>Rolf van Straaten/Steven Visser</dc:creator>
  <cp:lastModifiedBy>Jongh, Jeroen de</cp:lastModifiedBy>
  <cp:revision>835</cp:revision>
  <cp:lastPrinted>2012-04-10T14:55:52Z</cp:lastPrinted>
  <dcterms:created xsi:type="dcterms:W3CDTF">2009-06-02T08:52:51Z</dcterms:created>
  <dcterms:modified xsi:type="dcterms:W3CDTF">2012-04-16T14:27:05Z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0x0101009D88FB67606634459286CAC51B15DC24</vt:lpwstr>
  </property>
  <property fmtid="{D5CDD505-2E9C-101B-9397-08002B2CF9AE}" pid="3" name="AddDocumentEventProcessedId">
    <vt:lpwstr>07c884e2-237a-4e02-81a0-3a4c61b08c4a</vt:lpwstr>
  </property>
  <property fmtid="{D5CDD505-2E9C-101B-9397-08002B2CF9AE}" pid="4" name="AutoVersionDisabled">
    <vt:lpwstr>0</vt:lpwstr>
  </property>
  <property fmtid="{D5CDD505-2E9C-101B-9397-08002B2CF9AE}" pid="5" name="ItemType">
    <vt:lpwstr>1</vt:lpwstr>
  </property>
  <property fmtid="{D5CDD505-2E9C-101B-9397-08002B2CF9AE}" pid="6" name="Order">
    <vt:lpwstr/>
  </property>
  <property fmtid="{D5CDD505-2E9C-101B-9397-08002B2CF9AE}" pid="7" name="MetaInfo">
    <vt:lpwstr/>
  </property>
  <property fmtid="{D5CDD505-2E9C-101B-9397-08002B2CF9AE}" pid="8" name="Description">
    <vt:lpwstr/>
  </property>
</Properties>
</file>