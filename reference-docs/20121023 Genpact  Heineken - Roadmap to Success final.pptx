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510" r:id="rId5"/>
    <p:sldId id="509" r:id="rId6"/>
    <p:sldId id="408" r:id="rId7"/>
    <p:sldId id="409" r:id="rId8"/>
    <p:sldId id="496" r:id="rId9"/>
    <p:sldId id="508" r:id="rId10"/>
    <p:sldId id="499" r:id="rId11"/>
    <p:sldId id="491" r:id="rId12"/>
    <p:sldId id="492" r:id="rId13"/>
    <p:sldId id="503" r:id="rId14"/>
    <p:sldId id="494" r:id="rId15"/>
    <p:sldId id="495" r:id="rId16"/>
    <p:sldId id="500" r:id="rId17"/>
    <p:sldId id="504" r:id="rId18"/>
    <p:sldId id="501" r:id="rId19"/>
    <p:sldId id="489" r:id="rId20"/>
    <p:sldId id="462" r:id="rId21"/>
    <p:sldId id="470" r:id="rId22"/>
    <p:sldId id="456" r:id="rId23"/>
    <p:sldId id="465" r:id="rId24"/>
    <p:sldId id="463" r:id="rId25"/>
    <p:sldId id="502" r:id="rId26"/>
    <p:sldId id="506" r:id="rId27"/>
    <p:sldId id="460" r:id="rId28"/>
  </p:sldIdLst>
  <p:sldSz cx="9144000" cy="6858000" type="screen4x3"/>
  <p:notesSz cx="9939338" cy="68072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3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b" initials="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99FF99"/>
    <a:srgbClr val="CCFF66"/>
    <a:srgbClr val="FF8000"/>
    <a:srgbClr val="E5C60B"/>
    <a:srgbClr val="1F3EA1"/>
    <a:srgbClr val="FFFFCC"/>
    <a:srgbClr val="FF7C80"/>
    <a:srgbClr val="DFE41A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34" autoAdjust="0"/>
    <p:restoredTop sz="96608" autoAdjust="0"/>
  </p:normalViewPr>
  <p:slideViewPr>
    <p:cSldViewPr>
      <p:cViewPr varScale="1">
        <p:scale>
          <a:sx n="86" d="100"/>
          <a:sy n="86" d="100"/>
        </p:scale>
        <p:origin x="1626" y="96"/>
      </p:cViewPr>
      <p:guideLst>
        <p:guide orient="horz" pos="73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1830" y="-78"/>
      </p:cViewPr>
      <p:guideLst>
        <p:guide orient="horz" pos="2144"/>
        <p:guide pos="3132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HP_Eigenaar\Mijn%20documenten\Werk%20Ton\Project%20ENHABO\Quick%20Scan%20Framework%20plaat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HP_Eigenaar\Mijn%20documenten\Werk%20Ton\Termeulen%20Consultancy\Contractmanagement%20Scan%20versie%202.0\Detail%20Scan%20Score%20berekening%20Engels%20versie%202.0.xls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ser>
          <c:idx val="0"/>
          <c:order val="0"/>
          <c:explosion val="15"/>
          <c:dPt>
            <c:idx val="1"/>
            <c:bubble3D val="0"/>
            <c:explosion val="16"/>
          </c:dPt>
          <c:dLbls>
            <c:dLbl>
              <c:idx val="0"/>
              <c:layout>
                <c:manualLayout>
                  <c:x val="-7.0202817359377501E-2"/>
                  <c:y val="0.10497182719894101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Planning </a:t>
                    </a:r>
                    <a:r>
                      <a:rPr lang="en-US" dirty="0" smtClean="0"/>
                      <a:t>and Organization</a:t>
                    </a:r>
                    <a:endParaRPr lang="en-US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7.2284675908833806E-2"/>
                  <c:y val="8.4301234757583901E-2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People</a:t>
                    </a:r>
                    <a:endParaRPr lang="en-US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9.9268055588485296E-2"/>
                  <c:y val="2.05893389511504E-2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Processes</a:t>
                    </a:r>
                    <a:endParaRPr lang="en-US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10122577826250399"/>
                  <c:y val="-4.6347581748397801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8.4587337124586298E-2"/>
                  <c:y val="-0.10662496639060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8.3279509051638806E-2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Finance</a:t>
                    </a:r>
                    <a:endParaRPr lang="en-US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6.1781053444474203E-2"/>
                  <c:y val="-0.107341474440607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Risks</a:t>
                    </a:r>
                    <a:endParaRPr lang="en-US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127391012765842"/>
                  <c:y val="-6.906605761020190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Contract </a:t>
                    </a:r>
                    <a:endParaRPr lang="en-US" dirty="0" smtClean="0"/>
                  </a:p>
                  <a:p>
                    <a:r>
                      <a:rPr lang="en-US" dirty="0" smtClean="0"/>
                      <a:t>Development</a:t>
                    </a:r>
                    <a:endParaRPr lang="en-US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/>
              <c:tx>
                <c:rich>
                  <a:bodyPr/>
                  <a:lstStyle/>
                  <a:p>
                    <a:r>
                      <a:rPr lang="en-US" sz="800" dirty="0" smtClean="0">
                        <a:solidFill>
                          <a:schemeClr val="bg1"/>
                        </a:solidFill>
                      </a:rPr>
                      <a:t>Supplier</a:t>
                    </a:r>
                    <a:endParaRPr lang="en-US" sz="800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n-US" sz="800" dirty="0" smtClean="0">
                        <a:solidFill>
                          <a:schemeClr val="bg1"/>
                        </a:solidFill>
                      </a:rPr>
                      <a:t>Development</a:t>
                    </a:r>
                    <a:endParaRPr lang="en-US" sz="800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7.9908786381295296E-2"/>
                  <c:y val="8.6066060564874203E-2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Strategy</a:t>
                    </a:r>
                    <a:endParaRPr lang="en-US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7.0566926680237396E-2"/>
                  <c:y val="8.1615733039441904E-2"/>
                </c:manualLayout>
              </c:layout>
              <c:tx>
                <c:rich>
                  <a:bodyPr/>
                  <a:lstStyle/>
                  <a:p>
                    <a:r>
                      <a:rPr lang="en-US" sz="800" dirty="0" smtClean="0">
                        <a:solidFill>
                          <a:schemeClr val="bg1"/>
                        </a:solidFill>
                      </a:rPr>
                      <a:t>Market</a:t>
                    </a:r>
                    <a:endParaRPr lang="en-US" sz="800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n-US" sz="800" dirty="0" smtClean="0">
                        <a:solidFill>
                          <a:schemeClr val="bg1"/>
                        </a:solidFill>
                      </a:rPr>
                      <a:t>Development</a:t>
                    </a:r>
                    <a:endParaRPr lang="en-US" sz="800" dirty="0">
                      <a:solidFill>
                        <a:schemeClr val="bg1"/>
                      </a:solidFill>
                    </a:endParaRP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chemeClr val="bg1"/>
                    </a:solidFill>
                  </a:defRPr>
                </a:pPr>
                <a:endParaRPr lang="nl-NL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'Framework plaat'!$B$3:$B$13</c:f>
              <c:strCache>
                <c:ptCount val="11"/>
                <c:pt idx="0">
                  <c:v>Planning en Organisatie</c:v>
                </c:pt>
                <c:pt idx="1">
                  <c:v>Mensen</c:v>
                </c:pt>
                <c:pt idx="2">
                  <c:v>Processen</c:v>
                </c:pt>
                <c:pt idx="3">
                  <c:v>Delivery</c:v>
                </c:pt>
                <c:pt idx="4">
                  <c:v>Performance</c:v>
                </c:pt>
                <c:pt idx="5">
                  <c:v>Financiën</c:v>
                </c:pt>
                <c:pt idx="6">
                  <c:v>Risco's</c:v>
                </c:pt>
                <c:pt idx="7">
                  <c:v>Contract ontwikkeling</c:v>
                </c:pt>
                <c:pt idx="8">
                  <c:v>Leveranciersontwikkeling</c:v>
                </c:pt>
                <c:pt idx="9">
                  <c:v>Strategie</c:v>
                </c:pt>
                <c:pt idx="10">
                  <c:v>Marktontwikkeling</c:v>
                </c:pt>
              </c:strCache>
            </c:strRef>
          </c:cat>
          <c:val>
            <c:numRef>
              <c:f>'Framework plaat'!$C$3:$C$13</c:f>
              <c:numCache>
                <c:formatCode>General</c:formatCode>
                <c:ptCount val="11"/>
                <c:pt idx="0">
                  <c:v>9.0909090909091606E-2</c:v>
                </c:pt>
                <c:pt idx="1">
                  <c:v>9.0909090909091606E-2</c:v>
                </c:pt>
                <c:pt idx="2">
                  <c:v>9.0909090909091606E-2</c:v>
                </c:pt>
                <c:pt idx="3">
                  <c:v>9.0909090909091606E-2</c:v>
                </c:pt>
                <c:pt idx="4">
                  <c:v>9.0909090909091606E-2</c:v>
                </c:pt>
                <c:pt idx="5">
                  <c:v>9.0909090909091606E-2</c:v>
                </c:pt>
                <c:pt idx="6">
                  <c:v>9.0909090909091606E-2</c:v>
                </c:pt>
                <c:pt idx="7">
                  <c:v>9.0909090909091606E-2</c:v>
                </c:pt>
                <c:pt idx="8">
                  <c:v>9.0909090909091606E-2</c:v>
                </c:pt>
                <c:pt idx="9">
                  <c:v>9.0909090909091606E-2</c:v>
                </c:pt>
                <c:pt idx="10">
                  <c:v>9.0909090909091606E-2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800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dirty="0"/>
              <a:t>Level 4</a:t>
            </a:r>
          </a:p>
          <a:p>
            <a:pPr>
              <a:defRPr sz="1800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dirty="0"/>
              <a:t> Cooperate</a:t>
            </a:r>
          </a:p>
        </c:rich>
      </c:tx>
      <c:layout>
        <c:manualLayout>
          <c:xMode val="edge"/>
          <c:yMode val="edge"/>
          <c:x val="0.30511526892742602"/>
          <c:y val="3.0087239127235699E-2"/>
        </c:manualLayout>
      </c:layout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Samenvatting!$C$34</c:f>
              <c:strCache>
                <c:ptCount val="1"/>
                <c:pt idx="0">
                  <c:v>Level 4 Cooperate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Samenvatting!$A$35:$B$45</c:f>
              <c:strCache>
                <c:ptCount val="11"/>
                <c:pt idx="0">
                  <c:v>Planning &amp; Organization</c:v>
                </c:pt>
                <c:pt idx="1">
                  <c:v>People</c:v>
                </c:pt>
                <c:pt idx="2">
                  <c:v>Processes</c:v>
                </c:pt>
                <c:pt idx="3">
                  <c:v>Delivery</c:v>
                </c:pt>
                <c:pt idx="4">
                  <c:v>Performance </c:v>
                </c:pt>
                <c:pt idx="5">
                  <c:v>Finance</c:v>
                </c:pt>
                <c:pt idx="6">
                  <c:v>Risks</c:v>
                </c:pt>
                <c:pt idx="7">
                  <c:v>Contract Development</c:v>
                </c:pt>
                <c:pt idx="8">
                  <c:v>Supplier Development</c:v>
                </c:pt>
                <c:pt idx="9">
                  <c:v>Strategy</c:v>
                </c:pt>
                <c:pt idx="10">
                  <c:v>Marktet Development</c:v>
                </c:pt>
              </c:strCache>
            </c:strRef>
          </c:cat>
          <c:val>
            <c:numRef>
              <c:f>Samenvatting!$C$35:$C$45</c:f>
              <c:numCache>
                <c:formatCode>0%</c:formatCode>
                <c:ptCount val="11"/>
                <c:pt idx="0">
                  <c:v>0.44444444444444398</c:v>
                </c:pt>
                <c:pt idx="1">
                  <c:v>0.58333333333333304</c:v>
                </c:pt>
                <c:pt idx="2">
                  <c:v>0.38888888888888901</c:v>
                </c:pt>
                <c:pt idx="3">
                  <c:v>0.41176470588235298</c:v>
                </c:pt>
                <c:pt idx="4">
                  <c:v>0.11111111111111099</c:v>
                </c:pt>
                <c:pt idx="5">
                  <c:v>0.58823529411764697</c:v>
                </c:pt>
                <c:pt idx="6">
                  <c:v>0.4375</c:v>
                </c:pt>
                <c:pt idx="7">
                  <c:v>0.14285714285714299</c:v>
                </c:pt>
                <c:pt idx="8">
                  <c:v>0.230769230769231</c:v>
                </c:pt>
                <c:pt idx="9">
                  <c:v>0.6</c:v>
                </c:pt>
                <c:pt idx="10">
                  <c:v>0.4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3805744"/>
        <c:axId val="393806304"/>
      </c:radarChart>
      <c:catAx>
        <c:axId val="39380574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nl-NL"/>
          </a:p>
        </c:txPr>
        <c:crossAx val="393806304"/>
        <c:crosses val="autoZero"/>
        <c:auto val="0"/>
        <c:lblAlgn val="ctr"/>
        <c:lblOffset val="100"/>
        <c:noMultiLvlLbl val="0"/>
      </c:catAx>
      <c:valAx>
        <c:axId val="393806304"/>
        <c:scaling>
          <c:orientation val="minMax"/>
        </c:scaling>
        <c:delete val="0"/>
        <c:axPos val="l"/>
        <c:majorGridlines/>
        <c:numFmt formatCode="0%" sourceLinked="1"/>
        <c:majorTickMark val="cross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nl-NL"/>
          </a:p>
        </c:txPr>
        <c:crossAx val="3938057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29562403274459298"/>
          <c:y val="0.92523198477823398"/>
          <c:w val="0.18073735463430801"/>
          <c:h val="5.0310591190692797E-2"/>
        </c:manualLayout>
      </c:layout>
      <c:overlay val="0"/>
      <c:txPr>
        <a:bodyPr/>
        <a:lstStyle/>
        <a:p>
          <a:pPr>
            <a:defRPr sz="920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nl-NL"/>
        </a:p>
      </c:txPr>
    </c:legend>
    <c:plotVisOnly val="1"/>
    <c:dispBlanksAs val="gap"/>
    <c:showDLblsOverMax val="0"/>
  </c:chart>
  <c:spPr>
    <a:noFill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nl-NL"/>
    </a:p>
  </c:txPr>
  <c:externalData r:id="rId2">
    <c:autoUpdate val="0"/>
  </c:externalData>
</c:chartSpace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openxmlformats.org/officeDocument/2006/relationships/image" Target="../media/image25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image" Target="../media/image13.png"/><Relationship Id="rId6" Type="http://schemas.openxmlformats.org/officeDocument/2006/relationships/image" Target="../media/image18.jpeg"/><Relationship Id="rId11" Type="http://schemas.openxmlformats.org/officeDocument/2006/relationships/image" Target="../media/image23.png"/><Relationship Id="rId5" Type="http://schemas.openxmlformats.org/officeDocument/2006/relationships/image" Target="../media/image17.jpeg"/><Relationship Id="rId15" Type="http://schemas.openxmlformats.org/officeDocument/2006/relationships/image" Target="../media/image2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Relationship Id="rId14" Type="http://schemas.openxmlformats.org/officeDocument/2006/relationships/image" Target="../media/image2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openxmlformats.org/officeDocument/2006/relationships/image" Target="../media/image25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image" Target="../media/image13.png"/><Relationship Id="rId6" Type="http://schemas.openxmlformats.org/officeDocument/2006/relationships/image" Target="../media/image18.jpeg"/><Relationship Id="rId11" Type="http://schemas.openxmlformats.org/officeDocument/2006/relationships/image" Target="../media/image23.png"/><Relationship Id="rId5" Type="http://schemas.openxmlformats.org/officeDocument/2006/relationships/image" Target="../media/image17.jpeg"/><Relationship Id="rId15" Type="http://schemas.openxmlformats.org/officeDocument/2006/relationships/image" Target="../media/image2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Relationship Id="rId14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C11847-685F-450E-A97B-934831ED67C0}" type="doc">
      <dgm:prSet loTypeId="urn:microsoft.com/office/officeart/2005/8/layout/lProcess2" loCatId="relationship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B67FB69-42B0-40A5-99CA-C02A49EFA436}">
      <dgm:prSet phldrT="[Text]"/>
      <dgm:spPr/>
      <dgm:t>
        <a:bodyPr/>
        <a:lstStyle/>
        <a:p>
          <a:r>
            <a:rPr lang="en-US" b="1" dirty="0" smtClean="0"/>
            <a:t>Objectives</a:t>
          </a:r>
          <a:endParaRPr lang="en-US" dirty="0"/>
        </a:p>
      </dgm:t>
    </dgm:pt>
    <dgm:pt modelId="{3298BEB4-7915-4C41-BE1B-92C5750CD28C}" type="parTrans" cxnId="{91C9978F-4BBF-4537-8129-7509ED82B67B}">
      <dgm:prSet/>
      <dgm:spPr/>
      <dgm:t>
        <a:bodyPr/>
        <a:lstStyle/>
        <a:p>
          <a:endParaRPr lang="en-US"/>
        </a:p>
      </dgm:t>
    </dgm:pt>
    <dgm:pt modelId="{8D5134FB-C751-430F-852D-15DB1B58D6DE}" type="sibTrans" cxnId="{91C9978F-4BBF-4537-8129-7509ED82B67B}">
      <dgm:prSet/>
      <dgm:spPr/>
      <dgm:t>
        <a:bodyPr/>
        <a:lstStyle/>
        <a:p>
          <a:endParaRPr lang="en-US"/>
        </a:p>
      </dgm:t>
    </dgm:pt>
    <dgm:pt modelId="{2FC46478-9675-484E-A8A7-83259E897369}">
      <dgm:prSet phldrT="[Text]"/>
      <dgm:spPr/>
      <dgm:t>
        <a:bodyPr/>
        <a:lstStyle/>
        <a:p>
          <a:r>
            <a:rPr lang="en-US" b="1" dirty="0" smtClean="0"/>
            <a:t>Goals</a:t>
          </a:r>
          <a:endParaRPr lang="en-US" dirty="0"/>
        </a:p>
      </dgm:t>
    </dgm:pt>
    <dgm:pt modelId="{3A7C7ED1-2DEF-4FA0-9520-B1DE82B33924}" type="parTrans" cxnId="{EEF1B408-6C29-4B88-8340-091B8557F5BD}">
      <dgm:prSet/>
      <dgm:spPr/>
      <dgm:t>
        <a:bodyPr/>
        <a:lstStyle/>
        <a:p>
          <a:endParaRPr lang="en-US"/>
        </a:p>
      </dgm:t>
    </dgm:pt>
    <dgm:pt modelId="{C35B5521-EC6A-438F-B5E6-83CE0498C823}" type="sibTrans" cxnId="{EEF1B408-6C29-4B88-8340-091B8557F5BD}">
      <dgm:prSet/>
      <dgm:spPr/>
      <dgm:t>
        <a:bodyPr/>
        <a:lstStyle/>
        <a:p>
          <a:endParaRPr lang="en-US"/>
        </a:p>
      </dgm:t>
    </dgm:pt>
    <dgm:pt modelId="{561FE9BF-F995-4D2C-A94C-7F19C16FDDCD}">
      <dgm:prSet custT="1"/>
      <dgm:spPr/>
      <dgm:t>
        <a:bodyPr/>
        <a:lstStyle/>
        <a:p>
          <a:r>
            <a:rPr lang="en-US" sz="1200" dirty="0" smtClean="0">
              <a:latin typeface="Calibri" charset="0"/>
              <a:cs typeface="Calibri" charset="0"/>
            </a:rPr>
            <a:t>To ensure that Heineken Contract Management systematically and efficiently manages contract creation, execution and analysis for maximizing operational and financial performance and minimizing risk</a:t>
          </a:r>
          <a:endParaRPr lang="en-US" sz="1200" dirty="0"/>
        </a:p>
      </dgm:t>
    </dgm:pt>
    <dgm:pt modelId="{EAA0DC8E-FBE3-4DC2-B111-97B8C24A7616}" type="parTrans" cxnId="{D973E459-29C9-4706-8422-259348E81DD8}">
      <dgm:prSet/>
      <dgm:spPr/>
      <dgm:t>
        <a:bodyPr/>
        <a:lstStyle/>
        <a:p>
          <a:endParaRPr lang="en-US"/>
        </a:p>
      </dgm:t>
    </dgm:pt>
    <dgm:pt modelId="{C49BD678-BD15-4DFE-82B6-21E2E511E004}" type="sibTrans" cxnId="{D973E459-29C9-4706-8422-259348E81DD8}">
      <dgm:prSet/>
      <dgm:spPr/>
      <dgm:t>
        <a:bodyPr/>
        <a:lstStyle/>
        <a:p>
          <a:endParaRPr lang="en-US"/>
        </a:p>
      </dgm:t>
    </dgm:pt>
    <dgm:pt modelId="{A90F3C73-81F9-46C4-9AC9-4F2F08861453}">
      <dgm:prSet custT="1"/>
      <dgm:spPr/>
      <dgm:t>
        <a:bodyPr/>
        <a:lstStyle/>
        <a:p>
          <a:r>
            <a:rPr lang="en-US" sz="900" dirty="0" smtClean="0"/>
            <a:t>Awareness</a:t>
          </a:r>
        </a:p>
      </dgm:t>
    </dgm:pt>
    <dgm:pt modelId="{04D961B3-50D0-4768-BDEA-71EAEDE2299D}" type="parTrans" cxnId="{253EB5B3-BC76-47F4-9DF8-20BFF514C644}">
      <dgm:prSet/>
      <dgm:spPr/>
      <dgm:t>
        <a:bodyPr/>
        <a:lstStyle/>
        <a:p>
          <a:endParaRPr lang="en-US"/>
        </a:p>
      </dgm:t>
    </dgm:pt>
    <dgm:pt modelId="{A52F565A-27C8-4432-91CA-4E528033C6CB}" type="sibTrans" cxnId="{253EB5B3-BC76-47F4-9DF8-20BFF514C644}">
      <dgm:prSet/>
      <dgm:spPr/>
      <dgm:t>
        <a:bodyPr/>
        <a:lstStyle/>
        <a:p>
          <a:endParaRPr lang="en-US"/>
        </a:p>
      </dgm:t>
    </dgm:pt>
    <dgm:pt modelId="{F91B5BC9-B4EE-45BE-979E-FF1D3917B6D8}">
      <dgm:prSet custT="1"/>
      <dgm:spPr/>
      <dgm:t>
        <a:bodyPr/>
        <a:lstStyle/>
        <a:p>
          <a:r>
            <a:rPr lang="en-US" sz="700" dirty="0" smtClean="0"/>
            <a:t>Standardize processes </a:t>
          </a:r>
        </a:p>
      </dgm:t>
    </dgm:pt>
    <dgm:pt modelId="{3461FAAD-CB19-4DAC-A936-B8B00D072476}" type="parTrans" cxnId="{DA8BF40D-C4DE-4E42-835A-52FB7ED5BB5D}">
      <dgm:prSet/>
      <dgm:spPr/>
      <dgm:t>
        <a:bodyPr/>
        <a:lstStyle/>
        <a:p>
          <a:endParaRPr lang="en-US"/>
        </a:p>
      </dgm:t>
    </dgm:pt>
    <dgm:pt modelId="{336D3F9D-B72D-46D6-BF35-4B236CE33281}" type="sibTrans" cxnId="{DA8BF40D-C4DE-4E42-835A-52FB7ED5BB5D}">
      <dgm:prSet/>
      <dgm:spPr/>
      <dgm:t>
        <a:bodyPr/>
        <a:lstStyle/>
        <a:p>
          <a:endParaRPr lang="en-US"/>
        </a:p>
      </dgm:t>
    </dgm:pt>
    <dgm:pt modelId="{88836F0C-B19C-46CA-9723-1BD50A4FCAD0}">
      <dgm:prSet custT="1"/>
      <dgm:spPr/>
      <dgm:t>
        <a:bodyPr/>
        <a:lstStyle/>
        <a:p>
          <a:r>
            <a:rPr lang="en-US" sz="700" dirty="0" smtClean="0"/>
            <a:t>Implement Contract Mgmt. System</a:t>
          </a:r>
        </a:p>
      </dgm:t>
    </dgm:pt>
    <dgm:pt modelId="{9C0E9519-5F2E-4B86-85D4-DD2181148ACE}" type="parTrans" cxnId="{7C891DAB-9A72-45BF-AE39-088DA90861CE}">
      <dgm:prSet/>
      <dgm:spPr/>
      <dgm:t>
        <a:bodyPr/>
        <a:lstStyle/>
        <a:p>
          <a:endParaRPr lang="en-US"/>
        </a:p>
      </dgm:t>
    </dgm:pt>
    <dgm:pt modelId="{088B6237-84C4-44A8-87DC-0465D93802E2}" type="sibTrans" cxnId="{7C891DAB-9A72-45BF-AE39-088DA90861CE}">
      <dgm:prSet/>
      <dgm:spPr/>
      <dgm:t>
        <a:bodyPr/>
        <a:lstStyle/>
        <a:p>
          <a:endParaRPr lang="en-US"/>
        </a:p>
      </dgm:t>
    </dgm:pt>
    <dgm:pt modelId="{B2594877-5DCF-4680-8DE4-D3A2BD97B864}">
      <dgm:prSet custT="1"/>
      <dgm:spPr/>
      <dgm:t>
        <a:bodyPr/>
        <a:lstStyle/>
        <a:p>
          <a:r>
            <a:rPr lang="en-US" sz="900" dirty="0" smtClean="0"/>
            <a:t>Reactive</a:t>
          </a:r>
        </a:p>
      </dgm:t>
    </dgm:pt>
    <dgm:pt modelId="{5C27BE19-053F-4E75-B75F-043AB3529B52}" type="parTrans" cxnId="{69E146C0-C111-41AF-873B-DF16D78CB40A}">
      <dgm:prSet/>
      <dgm:spPr/>
      <dgm:t>
        <a:bodyPr/>
        <a:lstStyle/>
        <a:p>
          <a:endParaRPr lang="en-US"/>
        </a:p>
      </dgm:t>
    </dgm:pt>
    <dgm:pt modelId="{09792E1A-CF96-4A0A-845D-E88DA1B23312}" type="sibTrans" cxnId="{69E146C0-C111-41AF-873B-DF16D78CB40A}">
      <dgm:prSet/>
      <dgm:spPr/>
      <dgm:t>
        <a:bodyPr/>
        <a:lstStyle/>
        <a:p>
          <a:endParaRPr lang="en-US"/>
        </a:p>
      </dgm:t>
    </dgm:pt>
    <dgm:pt modelId="{E787810C-1A02-44CB-8A44-3605A3C00C8F}">
      <dgm:prSet custT="1"/>
      <dgm:spPr/>
      <dgm:t>
        <a:bodyPr/>
        <a:lstStyle/>
        <a:p>
          <a:r>
            <a:rPr lang="en-US" sz="700" dirty="0" smtClean="0"/>
            <a:t>Optimize Suppliers based on Kralijc</a:t>
          </a:r>
          <a:endParaRPr lang="en-US" sz="700" dirty="0"/>
        </a:p>
      </dgm:t>
    </dgm:pt>
    <dgm:pt modelId="{26918E39-0808-42CD-B94D-5C334F08195C}" type="parTrans" cxnId="{1B3D41A7-1F04-41CB-8279-78F72C7227D9}">
      <dgm:prSet/>
      <dgm:spPr/>
      <dgm:t>
        <a:bodyPr/>
        <a:lstStyle/>
        <a:p>
          <a:endParaRPr lang="en-US"/>
        </a:p>
      </dgm:t>
    </dgm:pt>
    <dgm:pt modelId="{C3388ABB-317D-4FB5-A302-344E9B2DA4EC}" type="sibTrans" cxnId="{1B3D41A7-1F04-41CB-8279-78F72C7227D9}">
      <dgm:prSet/>
      <dgm:spPr/>
      <dgm:t>
        <a:bodyPr/>
        <a:lstStyle/>
        <a:p>
          <a:endParaRPr lang="en-US"/>
        </a:p>
      </dgm:t>
    </dgm:pt>
    <dgm:pt modelId="{2936DE82-2D81-4B6F-A034-01526C20ADD9}">
      <dgm:prSet custT="1"/>
      <dgm:spPr/>
      <dgm:t>
        <a:bodyPr/>
        <a:lstStyle/>
        <a:p>
          <a:r>
            <a:rPr lang="en-US" sz="900" dirty="0" smtClean="0"/>
            <a:t>Proactive</a:t>
          </a:r>
        </a:p>
      </dgm:t>
    </dgm:pt>
    <dgm:pt modelId="{7B5FBFD3-4DC8-448A-8509-B4E37359ACB3}" type="parTrans" cxnId="{A10A691F-3C89-40CD-82A3-E37AFFC36C4D}">
      <dgm:prSet/>
      <dgm:spPr/>
      <dgm:t>
        <a:bodyPr/>
        <a:lstStyle/>
        <a:p>
          <a:endParaRPr lang="en-US"/>
        </a:p>
      </dgm:t>
    </dgm:pt>
    <dgm:pt modelId="{BF274C0D-DF5D-4C62-A9EC-86A2E81754EE}" type="sibTrans" cxnId="{A10A691F-3C89-40CD-82A3-E37AFFC36C4D}">
      <dgm:prSet/>
      <dgm:spPr/>
      <dgm:t>
        <a:bodyPr/>
        <a:lstStyle/>
        <a:p>
          <a:endParaRPr lang="en-US"/>
        </a:p>
      </dgm:t>
    </dgm:pt>
    <dgm:pt modelId="{00116F11-1A9E-4087-89C3-7124421FD67C}">
      <dgm:prSet custT="1"/>
      <dgm:spPr/>
      <dgm:t>
        <a:bodyPr/>
        <a:lstStyle/>
        <a:p>
          <a:r>
            <a:rPr lang="en-US" sz="700" dirty="0" smtClean="0"/>
            <a:t>Dashboards, alerts and compliance and reduction of risks</a:t>
          </a:r>
        </a:p>
      </dgm:t>
    </dgm:pt>
    <dgm:pt modelId="{66512B69-98E4-4C3F-8329-D6FF6CBE09A1}" type="parTrans" cxnId="{AB35AC1D-711E-4347-A3B3-78F553197E75}">
      <dgm:prSet/>
      <dgm:spPr/>
      <dgm:t>
        <a:bodyPr/>
        <a:lstStyle/>
        <a:p>
          <a:endParaRPr lang="en-US"/>
        </a:p>
      </dgm:t>
    </dgm:pt>
    <dgm:pt modelId="{A0C5FE12-D785-487E-8A8A-624820F9EEAB}" type="sibTrans" cxnId="{AB35AC1D-711E-4347-A3B3-78F553197E75}">
      <dgm:prSet/>
      <dgm:spPr/>
      <dgm:t>
        <a:bodyPr/>
        <a:lstStyle/>
        <a:p>
          <a:endParaRPr lang="en-US"/>
        </a:p>
      </dgm:t>
    </dgm:pt>
    <dgm:pt modelId="{D87D55E4-F548-44DC-B1A3-22B726A6513E}">
      <dgm:prSet custT="1"/>
      <dgm:spPr/>
      <dgm:t>
        <a:bodyPr/>
        <a:lstStyle/>
        <a:p>
          <a:r>
            <a:rPr lang="en-US" sz="900" dirty="0" smtClean="0"/>
            <a:t>Managed</a:t>
          </a:r>
        </a:p>
      </dgm:t>
    </dgm:pt>
    <dgm:pt modelId="{08A1C7D1-5D01-41F7-A762-AB6505E3FBBB}" type="parTrans" cxnId="{A9428355-5240-470F-A50D-E3D1058E1AEB}">
      <dgm:prSet/>
      <dgm:spPr/>
      <dgm:t>
        <a:bodyPr/>
        <a:lstStyle/>
        <a:p>
          <a:endParaRPr lang="en-US"/>
        </a:p>
      </dgm:t>
    </dgm:pt>
    <dgm:pt modelId="{C3409F7C-3C28-4F40-BA7B-798C1ED0EA08}" type="sibTrans" cxnId="{A9428355-5240-470F-A50D-E3D1058E1AEB}">
      <dgm:prSet/>
      <dgm:spPr/>
      <dgm:t>
        <a:bodyPr/>
        <a:lstStyle/>
        <a:p>
          <a:endParaRPr lang="en-US"/>
        </a:p>
      </dgm:t>
    </dgm:pt>
    <dgm:pt modelId="{65D2D97A-C5FA-4854-B209-325DD1D54913}">
      <dgm:prSet custT="1"/>
      <dgm:spPr/>
      <dgm:t>
        <a:bodyPr/>
        <a:lstStyle/>
        <a:p>
          <a:r>
            <a:rPr lang="en-US" sz="700" dirty="0" smtClean="0"/>
            <a:t>Center led contract management</a:t>
          </a:r>
        </a:p>
      </dgm:t>
    </dgm:pt>
    <dgm:pt modelId="{874350D0-DCFE-4A52-AC7A-CF743248A0C6}" type="parTrans" cxnId="{9AEABA42-838B-4B03-B3AF-147F52E7E45F}">
      <dgm:prSet/>
      <dgm:spPr/>
      <dgm:t>
        <a:bodyPr/>
        <a:lstStyle/>
        <a:p>
          <a:endParaRPr lang="en-US"/>
        </a:p>
      </dgm:t>
    </dgm:pt>
    <dgm:pt modelId="{9693A6AD-00A7-41DD-9695-E8C0E4897446}" type="sibTrans" cxnId="{9AEABA42-838B-4B03-B3AF-147F52E7E45F}">
      <dgm:prSet/>
      <dgm:spPr/>
      <dgm:t>
        <a:bodyPr/>
        <a:lstStyle/>
        <a:p>
          <a:endParaRPr lang="en-US"/>
        </a:p>
      </dgm:t>
    </dgm:pt>
    <dgm:pt modelId="{5D1960CD-4CF7-406D-83D7-4294C17749CC}">
      <dgm:prSet custT="1"/>
      <dgm:spPr/>
      <dgm:t>
        <a:bodyPr/>
        <a:lstStyle/>
        <a:p>
          <a:r>
            <a:rPr lang="en-US" sz="900" dirty="0" smtClean="0"/>
            <a:t>Optimized</a:t>
          </a:r>
        </a:p>
      </dgm:t>
    </dgm:pt>
    <dgm:pt modelId="{C5627F64-223B-4D4A-A224-D25BEDBCFD14}" type="parTrans" cxnId="{304D8048-732D-40DF-B640-09E2F8C31841}">
      <dgm:prSet/>
      <dgm:spPr/>
      <dgm:t>
        <a:bodyPr/>
        <a:lstStyle/>
        <a:p>
          <a:endParaRPr lang="en-US"/>
        </a:p>
      </dgm:t>
    </dgm:pt>
    <dgm:pt modelId="{EB9BE69A-F607-4327-97EF-47E6E104407C}" type="sibTrans" cxnId="{304D8048-732D-40DF-B640-09E2F8C31841}">
      <dgm:prSet/>
      <dgm:spPr/>
      <dgm:t>
        <a:bodyPr/>
        <a:lstStyle/>
        <a:p>
          <a:endParaRPr lang="en-US"/>
        </a:p>
      </dgm:t>
    </dgm:pt>
    <dgm:pt modelId="{9C9370E9-D127-4E45-BF69-7EE183B15F70}">
      <dgm:prSet custT="1"/>
      <dgm:spPr/>
      <dgm:t>
        <a:bodyPr/>
        <a:lstStyle/>
        <a:p>
          <a:r>
            <a:rPr lang="en-US" sz="700" dirty="0" smtClean="0"/>
            <a:t>Quality of Service delivered</a:t>
          </a:r>
        </a:p>
      </dgm:t>
    </dgm:pt>
    <dgm:pt modelId="{6628B20B-525E-40C5-9980-2EC563030102}" type="parTrans" cxnId="{21399725-BD69-445A-9829-E0BC3CE63FBA}">
      <dgm:prSet/>
      <dgm:spPr/>
      <dgm:t>
        <a:bodyPr/>
        <a:lstStyle/>
        <a:p>
          <a:endParaRPr lang="en-US"/>
        </a:p>
      </dgm:t>
    </dgm:pt>
    <dgm:pt modelId="{0EC7340E-15A6-4F8B-A11E-BDC5190E3E54}" type="sibTrans" cxnId="{21399725-BD69-445A-9829-E0BC3CE63FBA}">
      <dgm:prSet/>
      <dgm:spPr/>
      <dgm:t>
        <a:bodyPr/>
        <a:lstStyle/>
        <a:p>
          <a:endParaRPr lang="en-US"/>
        </a:p>
      </dgm:t>
    </dgm:pt>
    <dgm:pt modelId="{2A7EE0FB-5DEE-4D91-971B-2C4BCEDDEB74}">
      <dgm:prSet/>
      <dgm:spPr/>
      <dgm:t>
        <a:bodyPr/>
        <a:lstStyle/>
        <a:p>
          <a:r>
            <a:rPr lang="en-US" b="1" dirty="0" smtClean="0"/>
            <a:t>Strategies</a:t>
          </a:r>
          <a:endParaRPr lang="en-US" dirty="0" smtClean="0"/>
        </a:p>
      </dgm:t>
    </dgm:pt>
    <dgm:pt modelId="{702E0FDF-AEB4-4091-ADFA-B3910459410D}" type="parTrans" cxnId="{277816F8-AAA7-4244-AB6B-04A7BD195812}">
      <dgm:prSet/>
      <dgm:spPr/>
      <dgm:t>
        <a:bodyPr/>
        <a:lstStyle/>
        <a:p>
          <a:endParaRPr lang="en-US"/>
        </a:p>
      </dgm:t>
    </dgm:pt>
    <dgm:pt modelId="{D4DE72FF-17C3-47BA-AE1C-2D724C22C755}" type="sibTrans" cxnId="{277816F8-AAA7-4244-AB6B-04A7BD195812}">
      <dgm:prSet/>
      <dgm:spPr/>
      <dgm:t>
        <a:bodyPr/>
        <a:lstStyle/>
        <a:p>
          <a:endParaRPr lang="en-US"/>
        </a:p>
      </dgm:t>
    </dgm:pt>
    <dgm:pt modelId="{BE861863-8F40-4FE1-8107-4DF175086FE4}">
      <dgm:prSet/>
      <dgm:spPr/>
      <dgm:t>
        <a:bodyPr/>
        <a:lstStyle/>
        <a:p>
          <a:r>
            <a:rPr lang="en-US" dirty="0" smtClean="0"/>
            <a:t>Baseline Heineken Cm operations (perform CM Scan) NL &amp; others</a:t>
          </a:r>
        </a:p>
      </dgm:t>
    </dgm:pt>
    <dgm:pt modelId="{FB87A161-9143-4435-BB00-456F5217B418}" type="parTrans" cxnId="{D574B093-D33B-44FC-AC4F-EF481894F839}">
      <dgm:prSet/>
      <dgm:spPr/>
      <dgm:t>
        <a:bodyPr/>
        <a:lstStyle/>
        <a:p>
          <a:endParaRPr lang="en-US"/>
        </a:p>
      </dgm:t>
    </dgm:pt>
    <dgm:pt modelId="{E64EDC94-2EDC-4586-B807-DC7947DC357D}" type="sibTrans" cxnId="{D574B093-D33B-44FC-AC4F-EF481894F839}">
      <dgm:prSet/>
      <dgm:spPr/>
      <dgm:t>
        <a:bodyPr/>
        <a:lstStyle/>
        <a:p>
          <a:endParaRPr lang="en-US"/>
        </a:p>
      </dgm:t>
    </dgm:pt>
    <dgm:pt modelId="{EA3DBD73-30FB-4C66-B3F9-9562D88592C4}">
      <dgm:prSet/>
      <dgm:spPr/>
      <dgm:t>
        <a:bodyPr/>
        <a:lstStyle/>
        <a:p>
          <a:r>
            <a:rPr lang="en-US" dirty="0" smtClean="0"/>
            <a:t>Initiate improvement programs per OpCo </a:t>
          </a:r>
        </a:p>
      </dgm:t>
    </dgm:pt>
    <dgm:pt modelId="{757FE2F3-E808-4C30-BC5E-41F506E9FF81}" type="parTrans" cxnId="{24CD3ADA-3341-47FB-93C6-FF723A6BC044}">
      <dgm:prSet/>
      <dgm:spPr/>
      <dgm:t>
        <a:bodyPr/>
        <a:lstStyle/>
        <a:p>
          <a:endParaRPr lang="en-US"/>
        </a:p>
      </dgm:t>
    </dgm:pt>
    <dgm:pt modelId="{C556AD4F-6478-418B-BF82-99B4180C288B}" type="sibTrans" cxnId="{24CD3ADA-3341-47FB-93C6-FF723A6BC044}">
      <dgm:prSet/>
      <dgm:spPr/>
      <dgm:t>
        <a:bodyPr/>
        <a:lstStyle/>
        <a:p>
          <a:endParaRPr lang="en-US"/>
        </a:p>
      </dgm:t>
    </dgm:pt>
    <dgm:pt modelId="{2B866CCB-3889-4C78-8F8F-B3EA69A36765}">
      <dgm:prSet/>
      <dgm:spPr/>
      <dgm:t>
        <a:bodyPr/>
        <a:lstStyle/>
        <a:p>
          <a:r>
            <a:rPr lang="en-US" dirty="0" smtClean="0"/>
            <a:t>Adapt global model to incorporate OpCo requirements</a:t>
          </a:r>
        </a:p>
      </dgm:t>
    </dgm:pt>
    <dgm:pt modelId="{7B8811A8-3257-45F6-998F-8639D431DD8A}" type="parTrans" cxnId="{BB3853CE-4621-4E69-B604-269978BD18D2}">
      <dgm:prSet/>
      <dgm:spPr/>
      <dgm:t>
        <a:bodyPr/>
        <a:lstStyle/>
        <a:p>
          <a:endParaRPr lang="en-US"/>
        </a:p>
      </dgm:t>
    </dgm:pt>
    <dgm:pt modelId="{F98B8E5F-292C-4005-B366-BE249F4DA7A8}" type="sibTrans" cxnId="{BB3853CE-4621-4E69-B604-269978BD18D2}">
      <dgm:prSet/>
      <dgm:spPr/>
      <dgm:t>
        <a:bodyPr/>
        <a:lstStyle/>
        <a:p>
          <a:endParaRPr lang="en-US"/>
        </a:p>
      </dgm:t>
    </dgm:pt>
    <dgm:pt modelId="{5192A846-3C0F-4C8E-A13E-F3CD09FAD2B4}">
      <dgm:prSet/>
      <dgm:spPr/>
      <dgm:t>
        <a:bodyPr/>
        <a:lstStyle/>
        <a:p>
          <a:r>
            <a:rPr lang="en-US" dirty="0" smtClean="0"/>
            <a:t>Install global contract management solution</a:t>
          </a:r>
        </a:p>
      </dgm:t>
    </dgm:pt>
    <dgm:pt modelId="{40089850-5D12-49D9-9211-4F185FDAADB5}" type="parTrans" cxnId="{2AA395F8-8114-4744-A685-82ADC3CD5E5A}">
      <dgm:prSet/>
      <dgm:spPr/>
      <dgm:t>
        <a:bodyPr/>
        <a:lstStyle/>
        <a:p>
          <a:endParaRPr lang="en-US"/>
        </a:p>
      </dgm:t>
    </dgm:pt>
    <dgm:pt modelId="{2F924E3D-1E05-499D-84F2-34895FA1EC0D}" type="sibTrans" cxnId="{2AA395F8-8114-4744-A685-82ADC3CD5E5A}">
      <dgm:prSet/>
      <dgm:spPr/>
      <dgm:t>
        <a:bodyPr/>
        <a:lstStyle/>
        <a:p>
          <a:endParaRPr lang="en-US"/>
        </a:p>
      </dgm:t>
    </dgm:pt>
    <dgm:pt modelId="{BF7CEBFF-0594-434D-91B2-4A489F6D12F0}">
      <dgm:prSet/>
      <dgm:spPr/>
      <dgm:t>
        <a:bodyPr/>
        <a:lstStyle/>
        <a:p>
          <a:r>
            <a:rPr lang="en-US" dirty="0" smtClean="0"/>
            <a:t>Heineken Global Procurement</a:t>
          </a:r>
        </a:p>
      </dgm:t>
    </dgm:pt>
    <dgm:pt modelId="{6F04295A-20F5-4737-BED0-8BF53020E02E}" type="parTrans" cxnId="{283B5A5D-733C-478E-85B1-28831105B2E4}">
      <dgm:prSet/>
      <dgm:spPr/>
      <dgm:t>
        <a:bodyPr/>
        <a:lstStyle/>
        <a:p>
          <a:endParaRPr lang="en-US"/>
        </a:p>
      </dgm:t>
    </dgm:pt>
    <dgm:pt modelId="{FD86498B-E9F3-4F61-8B5A-0315B4491D85}" type="sibTrans" cxnId="{283B5A5D-733C-478E-85B1-28831105B2E4}">
      <dgm:prSet/>
      <dgm:spPr/>
      <dgm:t>
        <a:bodyPr/>
        <a:lstStyle/>
        <a:p>
          <a:endParaRPr lang="en-US"/>
        </a:p>
      </dgm:t>
    </dgm:pt>
    <dgm:pt modelId="{7462E592-11D5-4275-851F-CDBCDC31A4C5}">
      <dgm:prSet/>
      <dgm:spPr/>
      <dgm:t>
        <a:bodyPr/>
        <a:lstStyle/>
        <a:p>
          <a:r>
            <a:rPr lang="en-US" dirty="0" smtClean="0"/>
            <a:t>Contract management departments</a:t>
          </a:r>
        </a:p>
      </dgm:t>
    </dgm:pt>
    <dgm:pt modelId="{CFAA1E39-6D13-46A2-97D9-B54CCCB7CB60}" type="parTrans" cxnId="{63492408-B379-40D0-97D0-2CF245C27532}">
      <dgm:prSet/>
      <dgm:spPr/>
      <dgm:t>
        <a:bodyPr/>
        <a:lstStyle/>
        <a:p>
          <a:endParaRPr lang="en-US"/>
        </a:p>
      </dgm:t>
    </dgm:pt>
    <dgm:pt modelId="{EA01ED19-ABEE-4527-89DE-E650A10D1B4F}" type="sibTrans" cxnId="{63492408-B379-40D0-97D0-2CF245C27532}">
      <dgm:prSet/>
      <dgm:spPr/>
      <dgm:t>
        <a:bodyPr/>
        <a:lstStyle/>
        <a:p>
          <a:endParaRPr lang="en-US"/>
        </a:p>
      </dgm:t>
    </dgm:pt>
    <dgm:pt modelId="{BF17681C-AA92-41E0-A735-23D29B31E87A}">
      <dgm:prSet/>
      <dgm:spPr/>
      <dgm:t>
        <a:bodyPr/>
        <a:lstStyle/>
        <a:p>
          <a:r>
            <a:rPr lang="en-US" dirty="0" smtClean="0"/>
            <a:t>Install continues improvement process</a:t>
          </a:r>
        </a:p>
      </dgm:t>
    </dgm:pt>
    <dgm:pt modelId="{4F056287-CB85-4CFE-AE9E-BF6321FED3DE}" type="parTrans" cxnId="{FAFC58E6-A6D3-47E9-8EC6-22A0CD9EF6C2}">
      <dgm:prSet/>
      <dgm:spPr/>
      <dgm:t>
        <a:bodyPr/>
        <a:lstStyle/>
        <a:p>
          <a:endParaRPr lang="en-US"/>
        </a:p>
      </dgm:t>
    </dgm:pt>
    <dgm:pt modelId="{08D47147-8DD4-44F3-8A07-2A61BE528694}" type="sibTrans" cxnId="{FAFC58E6-A6D3-47E9-8EC6-22A0CD9EF6C2}">
      <dgm:prSet/>
      <dgm:spPr/>
      <dgm:t>
        <a:bodyPr/>
        <a:lstStyle/>
        <a:p>
          <a:endParaRPr lang="en-US"/>
        </a:p>
      </dgm:t>
    </dgm:pt>
    <dgm:pt modelId="{A1AB477A-0A6F-4B3D-B23A-2164494155DB}">
      <dgm:prSet/>
      <dgm:spPr/>
      <dgm:t>
        <a:bodyPr/>
        <a:lstStyle/>
        <a:p>
          <a:r>
            <a:rPr lang="en-US" b="1" dirty="0" smtClean="0"/>
            <a:t>Measures (</a:t>
          </a:r>
          <a:r>
            <a:rPr lang="en-US" dirty="0" smtClean="0"/>
            <a:t>Evaluetor)</a:t>
          </a:r>
        </a:p>
      </dgm:t>
    </dgm:pt>
    <dgm:pt modelId="{2FE80A45-F0AF-4F89-819F-5C75DE2FA781}" type="parTrans" cxnId="{1A5FF1C4-8617-4FCD-8796-884833D302DD}">
      <dgm:prSet/>
      <dgm:spPr/>
      <dgm:t>
        <a:bodyPr/>
        <a:lstStyle/>
        <a:p>
          <a:endParaRPr lang="en-US"/>
        </a:p>
      </dgm:t>
    </dgm:pt>
    <dgm:pt modelId="{EBB3087E-8C6C-4ED1-890F-23416E129919}" type="sibTrans" cxnId="{1A5FF1C4-8617-4FCD-8796-884833D302DD}">
      <dgm:prSet/>
      <dgm:spPr/>
      <dgm:t>
        <a:bodyPr/>
        <a:lstStyle/>
        <a:p>
          <a:endParaRPr lang="en-US"/>
        </a:p>
      </dgm:t>
    </dgm:pt>
    <dgm:pt modelId="{5DD35D91-8AE3-4997-B805-5781AA82907B}">
      <dgm:prSet/>
      <dgm:spPr/>
      <dgm:t>
        <a:bodyPr/>
        <a:lstStyle/>
        <a:p>
          <a:r>
            <a:rPr lang="en-US" dirty="0" smtClean="0"/>
            <a:t>Contracts: </a:t>
          </a:r>
          <a:r>
            <a:rPr lang="en-US" b="1" dirty="0" smtClean="0"/>
            <a:t>Contract Performance Indicators (CPI)</a:t>
          </a:r>
        </a:p>
      </dgm:t>
    </dgm:pt>
    <dgm:pt modelId="{C86FA528-1220-4D02-AEE1-B7EC42877C26}" type="parTrans" cxnId="{41B9790F-8AAF-4CD5-94F7-323A11EC11FC}">
      <dgm:prSet/>
      <dgm:spPr/>
      <dgm:t>
        <a:bodyPr/>
        <a:lstStyle/>
        <a:p>
          <a:endParaRPr lang="en-US"/>
        </a:p>
      </dgm:t>
    </dgm:pt>
    <dgm:pt modelId="{0BEB87AA-2AE6-4A8B-87EE-8B8BB7A3947C}" type="sibTrans" cxnId="{41B9790F-8AAF-4CD5-94F7-323A11EC11FC}">
      <dgm:prSet/>
      <dgm:spPr/>
      <dgm:t>
        <a:bodyPr/>
        <a:lstStyle/>
        <a:p>
          <a:endParaRPr lang="en-US"/>
        </a:p>
      </dgm:t>
    </dgm:pt>
    <dgm:pt modelId="{26226C2A-00EA-4A29-99E3-B87E1142BE6E}">
      <dgm:prSet/>
      <dgm:spPr/>
      <dgm:t>
        <a:bodyPr/>
        <a:lstStyle/>
        <a:p>
          <a:r>
            <a:rPr lang="en-US" dirty="0" smtClean="0"/>
            <a:t>Relationship Management: </a:t>
          </a:r>
          <a:r>
            <a:rPr lang="en-US" b="1" dirty="0" smtClean="0"/>
            <a:t>Key Performance Indicators (KPI)</a:t>
          </a:r>
        </a:p>
      </dgm:t>
    </dgm:pt>
    <dgm:pt modelId="{95DECC75-F77A-4980-9849-EA5BA52069D2}" type="parTrans" cxnId="{CC5D3527-3DEF-4DDE-A205-26629FBCF3FC}">
      <dgm:prSet/>
      <dgm:spPr/>
      <dgm:t>
        <a:bodyPr/>
        <a:lstStyle/>
        <a:p>
          <a:endParaRPr lang="en-US"/>
        </a:p>
      </dgm:t>
    </dgm:pt>
    <dgm:pt modelId="{439DD3B6-4AFC-44B1-8F9F-3225E8440AE9}" type="sibTrans" cxnId="{CC5D3527-3DEF-4DDE-A205-26629FBCF3FC}">
      <dgm:prSet/>
      <dgm:spPr/>
      <dgm:t>
        <a:bodyPr/>
        <a:lstStyle/>
        <a:p>
          <a:endParaRPr lang="en-US"/>
        </a:p>
      </dgm:t>
    </dgm:pt>
    <dgm:pt modelId="{96CD3B75-2EA7-4FA1-8460-F3A58AB19AE5}">
      <dgm:prSet/>
      <dgm:spPr/>
      <dgm:t>
        <a:bodyPr/>
        <a:lstStyle/>
        <a:p>
          <a:r>
            <a:rPr lang="en-US" dirty="0" smtClean="0"/>
            <a:t>Service Levels: </a:t>
          </a:r>
          <a:r>
            <a:rPr lang="en-US" b="1" dirty="0" smtClean="0"/>
            <a:t>Service Performance indicators  (SPI)</a:t>
          </a:r>
        </a:p>
      </dgm:t>
    </dgm:pt>
    <dgm:pt modelId="{AD370725-6213-4A63-8F46-50677733DDF9}" type="parTrans" cxnId="{DC3A398D-3EC8-49C6-B103-F001836B255A}">
      <dgm:prSet/>
      <dgm:spPr/>
      <dgm:t>
        <a:bodyPr/>
        <a:lstStyle/>
        <a:p>
          <a:endParaRPr lang="en-US"/>
        </a:p>
      </dgm:t>
    </dgm:pt>
    <dgm:pt modelId="{E1C4AC10-D408-43D6-B7FD-CB14A5E7DF28}" type="sibTrans" cxnId="{DC3A398D-3EC8-49C6-B103-F001836B255A}">
      <dgm:prSet/>
      <dgm:spPr/>
      <dgm:t>
        <a:bodyPr/>
        <a:lstStyle/>
        <a:p>
          <a:endParaRPr lang="en-US"/>
        </a:p>
      </dgm:t>
    </dgm:pt>
    <dgm:pt modelId="{F0A3746C-9A68-4596-A990-94F210CBE9C3}">
      <dgm:prSet/>
      <dgm:spPr/>
      <dgm:t>
        <a:bodyPr/>
        <a:lstStyle/>
        <a:p>
          <a:r>
            <a:rPr lang="en-US" dirty="0" smtClean="0"/>
            <a:t>Improvement Management: </a:t>
          </a:r>
          <a:r>
            <a:rPr lang="en-US" b="1" dirty="0" smtClean="0"/>
            <a:t>Improvement Status Indicators (ISI)</a:t>
          </a:r>
          <a:endParaRPr lang="en-US" b="1" dirty="0"/>
        </a:p>
      </dgm:t>
    </dgm:pt>
    <dgm:pt modelId="{A9391A38-3009-4E82-9DEF-0CCD6A0E05F2}" type="parTrans" cxnId="{4C68F3D6-79E1-4EF9-90C3-4268C567D2DA}">
      <dgm:prSet/>
      <dgm:spPr/>
      <dgm:t>
        <a:bodyPr/>
        <a:lstStyle/>
        <a:p>
          <a:endParaRPr lang="en-US"/>
        </a:p>
      </dgm:t>
    </dgm:pt>
    <dgm:pt modelId="{B9199E90-7C3D-46D1-9FB6-A4CAAEE98E19}" type="sibTrans" cxnId="{4C68F3D6-79E1-4EF9-90C3-4268C567D2DA}">
      <dgm:prSet/>
      <dgm:spPr/>
      <dgm:t>
        <a:bodyPr/>
        <a:lstStyle/>
        <a:p>
          <a:endParaRPr lang="en-US"/>
        </a:p>
      </dgm:t>
    </dgm:pt>
    <dgm:pt modelId="{555A25B6-3582-49FC-9936-1E3443D8D848}" type="pres">
      <dgm:prSet presAssocID="{0EC11847-685F-450E-A97B-934831ED67C0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21599D-271F-4C8B-9C50-5A2818FA7DAA}" type="pres">
      <dgm:prSet presAssocID="{CB67FB69-42B0-40A5-99CA-C02A49EFA436}" presName="compNode" presStyleCnt="0"/>
      <dgm:spPr/>
      <dgm:t>
        <a:bodyPr/>
        <a:lstStyle/>
        <a:p>
          <a:endParaRPr lang="en-US"/>
        </a:p>
      </dgm:t>
    </dgm:pt>
    <dgm:pt modelId="{ED41C5D7-0052-46A4-A949-1E5D853C9F79}" type="pres">
      <dgm:prSet presAssocID="{CB67FB69-42B0-40A5-99CA-C02A49EFA436}" presName="aNode" presStyleLbl="bgShp" presStyleIdx="0" presStyleCnt="4"/>
      <dgm:spPr/>
      <dgm:t>
        <a:bodyPr/>
        <a:lstStyle/>
        <a:p>
          <a:endParaRPr lang="en-US"/>
        </a:p>
      </dgm:t>
    </dgm:pt>
    <dgm:pt modelId="{2308B3A5-F38C-436E-902B-7D8763F29DD2}" type="pres">
      <dgm:prSet presAssocID="{CB67FB69-42B0-40A5-99CA-C02A49EFA436}" presName="textNode" presStyleLbl="bgShp" presStyleIdx="0" presStyleCnt="4"/>
      <dgm:spPr/>
      <dgm:t>
        <a:bodyPr/>
        <a:lstStyle/>
        <a:p>
          <a:endParaRPr lang="en-US"/>
        </a:p>
      </dgm:t>
    </dgm:pt>
    <dgm:pt modelId="{33D68775-32B1-4713-9DCE-BC32F4719ACE}" type="pres">
      <dgm:prSet presAssocID="{CB67FB69-42B0-40A5-99CA-C02A49EFA436}" presName="compChildNode" presStyleCnt="0"/>
      <dgm:spPr/>
      <dgm:t>
        <a:bodyPr/>
        <a:lstStyle/>
        <a:p>
          <a:endParaRPr lang="en-US"/>
        </a:p>
      </dgm:t>
    </dgm:pt>
    <dgm:pt modelId="{1257BD61-23CB-4BDE-B92C-09E7FD171A96}" type="pres">
      <dgm:prSet presAssocID="{CB67FB69-42B0-40A5-99CA-C02A49EFA436}" presName="theInnerList" presStyleCnt="0"/>
      <dgm:spPr/>
      <dgm:t>
        <a:bodyPr/>
        <a:lstStyle/>
        <a:p>
          <a:endParaRPr lang="en-US"/>
        </a:p>
      </dgm:t>
    </dgm:pt>
    <dgm:pt modelId="{1F716EE0-4619-40AE-9082-48B58B17B86D}" type="pres">
      <dgm:prSet presAssocID="{561FE9BF-F995-4D2C-A94C-7F19C16FDDCD}" presName="childNode" presStyleLbl="node1" presStyleIdx="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185F81-B6D5-4A9A-91BE-FB2B4E89D50A}" type="pres">
      <dgm:prSet presAssocID="{CB67FB69-42B0-40A5-99CA-C02A49EFA436}" presName="aSpace" presStyleCnt="0"/>
      <dgm:spPr/>
      <dgm:t>
        <a:bodyPr/>
        <a:lstStyle/>
        <a:p>
          <a:endParaRPr lang="en-US"/>
        </a:p>
      </dgm:t>
    </dgm:pt>
    <dgm:pt modelId="{3C0074A7-8878-481F-8443-D98B0CBF48F5}" type="pres">
      <dgm:prSet presAssocID="{2FC46478-9675-484E-A8A7-83259E897369}" presName="compNode" presStyleCnt="0"/>
      <dgm:spPr/>
      <dgm:t>
        <a:bodyPr/>
        <a:lstStyle/>
        <a:p>
          <a:endParaRPr lang="en-US"/>
        </a:p>
      </dgm:t>
    </dgm:pt>
    <dgm:pt modelId="{AEE1C631-63B3-44EC-9401-C8A08456D8BB}" type="pres">
      <dgm:prSet presAssocID="{2FC46478-9675-484E-A8A7-83259E897369}" presName="aNode" presStyleLbl="bgShp" presStyleIdx="1" presStyleCnt="4"/>
      <dgm:spPr/>
      <dgm:t>
        <a:bodyPr/>
        <a:lstStyle/>
        <a:p>
          <a:endParaRPr lang="en-US"/>
        </a:p>
      </dgm:t>
    </dgm:pt>
    <dgm:pt modelId="{8ABBB0FA-529C-4276-A3AD-64E3D7E777AF}" type="pres">
      <dgm:prSet presAssocID="{2FC46478-9675-484E-A8A7-83259E897369}" presName="textNode" presStyleLbl="bgShp" presStyleIdx="1" presStyleCnt="4"/>
      <dgm:spPr/>
      <dgm:t>
        <a:bodyPr/>
        <a:lstStyle/>
        <a:p>
          <a:endParaRPr lang="en-US"/>
        </a:p>
      </dgm:t>
    </dgm:pt>
    <dgm:pt modelId="{0AE7638B-E26C-4337-9280-D4BA145116C5}" type="pres">
      <dgm:prSet presAssocID="{2FC46478-9675-484E-A8A7-83259E897369}" presName="compChildNode" presStyleCnt="0"/>
      <dgm:spPr/>
      <dgm:t>
        <a:bodyPr/>
        <a:lstStyle/>
        <a:p>
          <a:endParaRPr lang="en-US"/>
        </a:p>
      </dgm:t>
    </dgm:pt>
    <dgm:pt modelId="{9B46ADE0-2BFB-4960-A2AE-48C7095DEF22}" type="pres">
      <dgm:prSet presAssocID="{2FC46478-9675-484E-A8A7-83259E897369}" presName="theInnerList" presStyleCnt="0"/>
      <dgm:spPr/>
      <dgm:t>
        <a:bodyPr/>
        <a:lstStyle/>
        <a:p>
          <a:endParaRPr lang="en-US"/>
        </a:p>
      </dgm:t>
    </dgm:pt>
    <dgm:pt modelId="{C818986B-FEE0-4952-9107-590F5E25FEAF}" type="pres">
      <dgm:prSet presAssocID="{A90F3C73-81F9-46C4-9AC9-4F2F08861453}" presName="childNode" presStyleLbl="node1" presStyleIdx="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E20082-C3AB-48E8-B3C6-879C5A79CD0D}" type="pres">
      <dgm:prSet presAssocID="{A90F3C73-81F9-46C4-9AC9-4F2F08861453}" presName="aSpace2" presStyleCnt="0"/>
      <dgm:spPr/>
      <dgm:t>
        <a:bodyPr/>
        <a:lstStyle/>
        <a:p>
          <a:endParaRPr lang="en-US"/>
        </a:p>
      </dgm:t>
    </dgm:pt>
    <dgm:pt modelId="{F26A3875-CFA7-46D1-8EAD-E1F5E8F68E26}" type="pres">
      <dgm:prSet presAssocID="{B2594877-5DCF-4680-8DE4-D3A2BD97B864}" presName="childNode" presStyleLbl="node1" presStyleIdx="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80A586-A7E3-4462-8F29-356B4D2D3D9F}" type="pres">
      <dgm:prSet presAssocID="{B2594877-5DCF-4680-8DE4-D3A2BD97B864}" presName="aSpace2" presStyleCnt="0"/>
      <dgm:spPr/>
      <dgm:t>
        <a:bodyPr/>
        <a:lstStyle/>
        <a:p>
          <a:endParaRPr lang="en-US"/>
        </a:p>
      </dgm:t>
    </dgm:pt>
    <dgm:pt modelId="{04CF7066-5759-42D7-B034-48FE4F12E003}" type="pres">
      <dgm:prSet presAssocID="{2936DE82-2D81-4B6F-A034-01526C20ADD9}" presName="childNode" presStyleLbl="node1" presStyleIdx="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6FED13-B90B-4BB1-A755-3B8FA02C686D}" type="pres">
      <dgm:prSet presAssocID="{2936DE82-2D81-4B6F-A034-01526C20ADD9}" presName="aSpace2" presStyleCnt="0"/>
      <dgm:spPr/>
      <dgm:t>
        <a:bodyPr/>
        <a:lstStyle/>
        <a:p>
          <a:endParaRPr lang="en-US"/>
        </a:p>
      </dgm:t>
    </dgm:pt>
    <dgm:pt modelId="{123AD7AD-1A8F-4A92-BA38-AFAF804647B6}" type="pres">
      <dgm:prSet presAssocID="{D87D55E4-F548-44DC-B1A3-22B726A6513E}" presName="childNode" presStyleLbl="node1" presStyleIdx="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3AFC0D-CE8D-4965-80EA-032D6192D973}" type="pres">
      <dgm:prSet presAssocID="{D87D55E4-F548-44DC-B1A3-22B726A6513E}" presName="aSpace2" presStyleCnt="0"/>
      <dgm:spPr/>
      <dgm:t>
        <a:bodyPr/>
        <a:lstStyle/>
        <a:p>
          <a:endParaRPr lang="en-US"/>
        </a:p>
      </dgm:t>
    </dgm:pt>
    <dgm:pt modelId="{FDCA0D90-24BD-452E-88B5-F864084FDAF9}" type="pres">
      <dgm:prSet presAssocID="{5D1960CD-4CF7-406D-83D7-4294C17749CC}" presName="childNode" presStyleLbl="node1" presStyleIdx="5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34EA49-2C74-48B2-9932-9DF8DAB7F640}" type="pres">
      <dgm:prSet presAssocID="{2FC46478-9675-484E-A8A7-83259E897369}" presName="aSpace" presStyleCnt="0"/>
      <dgm:spPr/>
      <dgm:t>
        <a:bodyPr/>
        <a:lstStyle/>
        <a:p>
          <a:endParaRPr lang="en-US"/>
        </a:p>
      </dgm:t>
    </dgm:pt>
    <dgm:pt modelId="{18B1F9C2-B455-4D3B-B089-69EE20DBD4A5}" type="pres">
      <dgm:prSet presAssocID="{2A7EE0FB-5DEE-4D91-971B-2C4BCEDDEB74}" presName="compNode" presStyleCnt="0"/>
      <dgm:spPr/>
      <dgm:t>
        <a:bodyPr/>
        <a:lstStyle/>
        <a:p>
          <a:endParaRPr lang="en-US"/>
        </a:p>
      </dgm:t>
    </dgm:pt>
    <dgm:pt modelId="{86FDE306-3968-4D1B-A40A-8162D8FE13BC}" type="pres">
      <dgm:prSet presAssocID="{2A7EE0FB-5DEE-4D91-971B-2C4BCEDDEB74}" presName="aNode" presStyleLbl="bgShp" presStyleIdx="2" presStyleCnt="4"/>
      <dgm:spPr/>
      <dgm:t>
        <a:bodyPr/>
        <a:lstStyle/>
        <a:p>
          <a:endParaRPr lang="en-US"/>
        </a:p>
      </dgm:t>
    </dgm:pt>
    <dgm:pt modelId="{D44D3A72-572F-4E6A-97A3-AD837F6F7A38}" type="pres">
      <dgm:prSet presAssocID="{2A7EE0FB-5DEE-4D91-971B-2C4BCEDDEB74}" presName="textNode" presStyleLbl="bgShp" presStyleIdx="2" presStyleCnt="4"/>
      <dgm:spPr/>
      <dgm:t>
        <a:bodyPr/>
        <a:lstStyle/>
        <a:p>
          <a:endParaRPr lang="en-US"/>
        </a:p>
      </dgm:t>
    </dgm:pt>
    <dgm:pt modelId="{D64D81B8-726E-40EE-9F7F-910805871497}" type="pres">
      <dgm:prSet presAssocID="{2A7EE0FB-5DEE-4D91-971B-2C4BCEDDEB74}" presName="compChildNode" presStyleCnt="0"/>
      <dgm:spPr/>
      <dgm:t>
        <a:bodyPr/>
        <a:lstStyle/>
        <a:p>
          <a:endParaRPr lang="en-US"/>
        </a:p>
      </dgm:t>
    </dgm:pt>
    <dgm:pt modelId="{341E7867-573E-413E-BE0A-08F938F31750}" type="pres">
      <dgm:prSet presAssocID="{2A7EE0FB-5DEE-4D91-971B-2C4BCEDDEB74}" presName="theInnerList" presStyleCnt="0"/>
      <dgm:spPr/>
      <dgm:t>
        <a:bodyPr/>
        <a:lstStyle/>
        <a:p>
          <a:endParaRPr lang="en-US"/>
        </a:p>
      </dgm:t>
    </dgm:pt>
    <dgm:pt modelId="{28118B1B-A3AC-4074-BCEA-29A1EA492C11}" type="pres">
      <dgm:prSet presAssocID="{BE861863-8F40-4FE1-8107-4DF175086FE4}" presName="childNode" presStyleLbl="node1" presStyleIdx="6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498A25-2A3C-4EDE-B8E0-7C50863BAED2}" type="pres">
      <dgm:prSet presAssocID="{BE861863-8F40-4FE1-8107-4DF175086FE4}" presName="aSpace2" presStyleCnt="0"/>
      <dgm:spPr/>
      <dgm:t>
        <a:bodyPr/>
        <a:lstStyle/>
        <a:p>
          <a:endParaRPr lang="en-US"/>
        </a:p>
      </dgm:t>
    </dgm:pt>
    <dgm:pt modelId="{1809023B-B922-4EEE-BB4D-8CFEC9385EC1}" type="pres">
      <dgm:prSet presAssocID="{EA3DBD73-30FB-4C66-B3F9-9562D88592C4}" presName="childNode" presStyleLbl="node1" presStyleIdx="7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BF607D-2250-44BF-9688-1BCDAD3E6EEB}" type="pres">
      <dgm:prSet presAssocID="{EA3DBD73-30FB-4C66-B3F9-9562D88592C4}" presName="aSpace2" presStyleCnt="0"/>
      <dgm:spPr/>
      <dgm:t>
        <a:bodyPr/>
        <a:lstStyle/>
        <a:p>
          <a:endParaRPr lang="en-US"/>
        </a:p>
      </dgm:t>
    </dgm:pt>
    <dgm:pt modelId="{7DF26306-1C0D-4A72-97C1-66C3DE3B97E2}" type="pres">
      <dgm:prSet presAssocID="{2B866CCB-3889-4C78-8F8F-B3EA69A36765}" presName="childNode" presStyleLbl="node1" presStyleIdx="8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B46EE7-E8F4-4C96-9B8B-741F411D4828}" type="pres">
      <dgm:prSet presAssocID="{2B866CCB-3889-4C78-8F8F-B3EA69A36765}" presName="aSpace2" presStyleCnt="0"/>
      <dgm:spPr/>
      <dgm:t>
        <a:bodyPr/>
        <a:lstStyle/>
        <a:p>
          <a:endParaRPr lang="en-US"/>
        </a:p>
      </dgm:t>
    </dgm:pt>
    <dgm:pt modelId="{7F6ACA63-80C3-4152-8159-E08EFF0D8245}" type="pres">
      <dgm:prSet presAssocID="{5192A846-3C0F-4C8E-A13E-F3CD09FAD2B4}" presName="childNode" presStyleLbl="node1" presStyleIdx="9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C1D6DC-EF2E-4363-BB6A-9A7E6E01D265}" type="pres">
      <dgm:prSet presAssocID="{5192A846-3C0F-4C8E-A13E-F3CD09FAD2B4}" presName="aSpace2" presStyleCnt="0"/>
      <dgm:spPr/>
      <dgm:t>
        <a:bodyPr/>
        <a:lstStyle/>
        <a:p>
          <a:endParaRPr lang="en-US"/>
        </a:p>
      </dgm:t>
    </dgm:pt>
    <dgm:pt modelId="{BF039D55-4FD3-465B-99CB-D71D7DB4181C}" type="pres">
      <dgm:prSet presAssocID="{BF17681C-AA92-41E0-A735-23D29B31E87A}" presName="childNode" presStyleLbl="node1" presStyleIdx="1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3FE705-3210-4727-842A-1374912C3A02}" type="pres">
      <dgm:prSet presAssocID="{2A7EE0FB-5DEE-4D91-971B-2C4BCEDDEB74}" presName="aSpace" presStyleCnt="0"/>
      <dgm:spPr/>
      <dgm:t>
        <a:bodyPr/>
        <a:lstStyle/>
        <a:p>
          <a:endParaRPr lang="en-US"/>
        </a:p>
      </dgm:t>
    </dgm:pt>
    <dgm:pt modelId="{4A1A533B-BBEC-4450-A1BA-E76831050282}" type="pres">
      <dgm:prSet presAssocID="{A1AB477A-0A6F-4B3D-B23A-2164494155DB}" presName="compNode" presStyleCnt="0"/>
      <dgm:spPr/>
      <dgm:t>
        <a:bodyPr/>
        <a:lstStyle/>
        <a:p>
          <a:endParaRPr lang="en-US"/>
        </a:p>
      </dgm:t>
    </dgm:pt>
    <dgm:pt modelId="{20B7A72B-1C1B-4538-B5B5-0AB808208568}" type="pres">
      <dgm:prSet presAssocID="{A1AB477A-0A6F-4B3D-B23A-2164494155DB}" presName="aNode" presStyleLbl="bgShp" presStyleIdx="3" presStyleCnt="4"/>
      <dgm:spPr/>
      <dgm:t>
        <a:bodyPr/>
        <a:lstStyle/>
        <a:p>
          <a:endParaRPr lang="en-US"/>
        </a:p>
      </dgm:t>
    </dgm:pt>
    <dgm:pt modelId="{9D8DAEB9-AFAC-467D-BAD8-888CCEC87FF9}" type="pres">
      <dgm:prSet presAssocID="{A1AB477A-0A6F-4B3D-B23A-2164494155DB}" presName="textNode" presStyleLbl="bgShp" presStyleIdx="3" presStyleCnt="4"/>
      <dgm:spPr/>
      <dgm:t>
        <a:bodyPr/>
        <a:lstStyle/>
        <a:p>
          <a:endParaRPr lang="en-US"/>
        </a:p>
      </dgm:t>
    </dgm:pt>
    <dgm:pt modelId="{8CE733FC-0F94-4B8B-93FA-B0FA2BEA29E5}" type="pres">
      <dgm:prSet presAssocID="{A1AB477A-0A6F-4B3D-B23A-2164494155DB}" presName="compChildNode" presStyleCnt="0"/>
      <dgm:spPr/>
      <dgm:t>
        <a:bodyPr/>
        <a:lstStyle/>
        <a:p>
          <a:endParaRPr lang="en-US"/>
        </a:p>
      </dgm:t>
    </dgm:pt>
    <dgm:pt modelId="{4FDDE65D-7C9B-4677-8EED-02D0FC085583}" type="pres">
      <dgm:prSet presAssocID="{A1AB477A-0A6F-4B3D-B23A-2164494155DB}" presName="theInnerList" presStyleCnt="0"/>
      <dgm:spPr/>
      <dgm:t>
        <a:bodyPr/>
        <a:lstStyle/>
        <a:p>
          <a:endParaRPr lang="en-US"/>
        </a:p>
      </dgm:t>
    </dgm:pt>
    <dgm:pt modelId="{5D0E2956-A83E-4E13-B722-E810DD5BD21F}" type="pres">
      <dgm:prSet presAssocID="{5DD35D91-8AE3-4997-B805-5781AA82907B}" presName="childNode" presStyleLbl="node1" presStyleIdx="1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9D4A97-F749-47BF-AD3B-2276D6985CE8}" type="pres">
      <dgm:prSet presAssocID="{5DD35D91-8AE3-4997-B805-5781AA82907B}" presName="aSpace2" presStyleCnt="0"/>
      <dgm:spPr/>
      <dgm:t>
        <a:bodyPr/>
        <a:lstStyle/>
        <a:p>
          <a:endParaRPr lang="en-US"/>
        </a:p>
      </dgm:t>
    </dgm:pt>
    <dgm:pt modelId="{672CAA54-C6E2-4063-BE68-40E670EA8AB1}" type="pres">
      <dgm:prSet presAssocID="{26226C2A-00EA-4A29-99E3-B87E1142BE6E}" presName="childNode" presStyleLbl="node1" presStyleIdx="1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FD714B-009C-4D2D-877A-90BCFDE290D3}" type="pres">
      <dgm:prSet presAssocID="{26226C2A-00EA-4A29-99E3-B87E1142BE6E}" presName="aSpace2" presStyleCnt="0"/>
      <dgm:spPr/>
      <dgm:t>
        <a:bodyPr/>
        <a:lstStyle/>
        <a:p>
          <a:endParaRPr lang="en-US"/>
        </a:p>
      </dgm:t>
    </dgm:pt>
    <dgm:pt modelId="{1791B05F-8D62-423D-9B4D-2284309D9115}" type="pres">
      <dgm:prSet presAssocID="{96CD3B75-2EA7-4FA1-8460-F3A58AB19AE5}" presName="childNode" presStyleLbl="node1" presStyleIdx="1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906915-9C8F-4191-A9C2-BC1367A635EB}" type="pres">
      <dgm:prSet presAssocID="{96CD3B75-2EA7-4FA1-8460-F3A58AB19AE5}" presName="aSpace2" presStyleCnt="0"/>
      <dgm:spPr/>
      <dgm:t>
        <a:bodyPr/>
        <a:lstStyle/>
        <a:p>
          <a:endParaRPr lang="en-US"/>
        </a:p>
      </dgm:t>
    </dgm:pt>
    <dgm:pt modelId="{6A9826D7-CAC6-494F-983F-5DBF55DDB030}" type="pres">
      <dgm:prSet presAssocID="{F0A3746C-9A68-4596-A990-94F210CBE9C3}" presName="childNode" presStyleLbl="node1" presStyleIdx="1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04C073-E05C-4CF4-A907-11A72231BD1D}" type="presOf" srcId="{B2594877-5DCF-4680-8DE4-D3A2BD97B864}" destId="{F26A3875-CFA7-46D1-8EAD-E1F5E8F68E26}" srcOrd="0" destOrd="0" presId="urn:microsoft.com/office/officeart/2005/8/layout/lProcess2"/>
    <dgm:cxn modelId="{E6722D34-E8F9-4ECF-A5C1-D460F116F036}" type="presOf" srcId="{2A7EE0FB-5DEE-4D91-971B-2C4BCEDDEB74}" destId="{D44D3A72-572F-4E6A-97A3-AD837F6F7A38}" srcOrd="1" destOrd="0" presId="urn:microsoft.com/office/officeart/2005/8/layout/lProcess2"/>
    <dgm:cxn modelId="{D1A4801F-8FCB-4859-805A-E2AC49C01EB5}" type="presOf" srcId="{2A7EE0FB-5DEE-4D91-971B-2C4BCEDDEB74}" destId="{86FDE306-3968-4D1B-A40A-8162D8FE13BC}" srcOrd="0" destOrd="0" presId="urn:microsoft.com/office/officeart/2005/8/layout/lProcess2"/>
    <dgm:cxn modelId="{9AEABA42-838B-4B03-B3AF-147F52E7E45F}" srcId="{D87D55E4-F548-44DC-B1A3-22B726A6513E}" destId="{65D2D97A-C5FA-4854-B209-325DD1D54913}" srcOrd="0" destOrd="0" parTransId="{874350D0-DCFE-4A52-AC7A-CF743248A0C6}" sibTransId="{9693A6AD-00A7-41DD-9695-E8C0E4897446}"/>
    <dgm:cxn modelId="{CC5D3527-3DEF-4DDE-A205-26629FBCF3FC}" srcId="{A1AB477A-0A6F-4B3D-B23A-2164494155DB}" destId="{26226C2A-00EA-4A29-99E3-B87E1142BE6E}" srcOrd="1" destOrd="0" parTransId="{95DECC75-F77A-4980-9849-EA5BA52069D2}" sibTransId="{439DD3B6-4AFC-44B1-8F9F-3225E8440AE9}"/>
    <dgm:cxn modelId="{0D8750EC-AFD1-46CB-9744-5442E91AB030}" type="presOf" srcId="{BF7CEBFF-0594-434D-91B2-4A489F6D12F0}" destId="{7F6ACA63-80C3-4152-8159-E08EFF0D8245}" srcOrd="0" destOrd="1" presId="urn:microsoft.com/office/officeart/2005/8/layout/lProcess2"/>
    <dgm:cxn modelId="{41B9790F-8AAF-4CD5-94F7-323A11EC11FC}" srcId="{A1AB477A-0A6F-4B3D-B23A-2164494155DB}" destId="{5DD35D91-8AE3-4997-B805-5781AA82907B}" srcOrd="0" destOrd="0" parTransId="{C86FA528-1220-4D02-AEE1-B7EC42877C26}" sibTransId="{0BEB87AA-2AE6-4A8B-87EE-8B8BB7A3947C}"/>
    <dgm:cxn modelId="{C700028E-3DA1-4C55-9289-DCB62876F29D}" type="presOf" srcId="{EA3DBD73-30FB-4C66-B3F9-9562D88592C4}" destId="{1809023B-B922-4EEE-BB4D-8CFEC9385EC1}" srcOrd="0" destOrd="0" presId="urn:microsoft.com/office/officeart/2005/8/layout/lProcess2"/>
    <dgm:cxn modelId="{D574B093-D33B-44FC-AC4F-EF481894F839}" srcId="{2A7EE0FB-5DEE-4D91-971B-2C4BCEDDEB74}" destId="{BE861863-8F40-4FE1-8107-4DF175086FE4}" srcOrd="0" destOrd="0" parTransId="{FB87A161-9143-4435-BB00-456F5217B418}" sibTransId="{E64EDC94-2EDC-4586-B807-DC7947DC357D}"/>
    <dgm:cxn modelId="{F4322379-52CC-4D69-99CA-7E1AC711DD5D}" type="presOf" srcId="{A1AB477A-0A6F-4B3D-B23A-2164494155DB}" destId="{9D8DAEB9-AFAC-467D-BAD8-888CCEC87FF9}" srcOrd="1" destOrd="0" presId="urn:microsoft.com/office/officeart/2005/8/layout/lProcess2"/>
    <dgm:cxn modelId="{6E935C25-30C2-49ED-946F-F626EA773BC2}" type="presOf" srcId="{2936DE82-2D81-4B6F-A034-01526C20ADD9}" destId="{04CF7066-5759-42D7-B034-48FE4F12E003}" srcOrd="0" destOrd="0" presId="urn:microsoft.com/office/officeart/2005/8/layout/lProcess2"/>
    <dgm:cxn modelId="{79D1055F-14CC-4E53-BECE-9D24AE9692F9}" type="presOf" srcId="{E787810C-1A02-44CB-8A44-3605A3C00C8F}" destId="{F26A3875-CFA7-46D1-8EAD-E1F5E8F68E26}" srcOrd="0" destOrd="1" presId="urn:microsoft.com/office/officeart/2005/8/layout/lProcess2"/>
    <dgm:cxn modelId="{0931D172-54EF-424A-8F99-974EF1D03BD3}" type="presOf" srcId="{A1AB477A-0A6F-4B3D-B23A-2164494155DB}" destId="{20B7A72B-1C1B-4538-B5B5-0AB808208568}" srcOrd="0" destOrd="0" presId="urn:microsoft.com/office/officeart/2005/8/layout/lProcess2"/>
    <dgm:cxn modelId="{304D8048-732D-40DF-B640-09E2F8C31841}" srcId="{2FC46478-9675-484E-A8A7-83259E897369}" destId="{5D1960CD-4CF7-406D-83D7-4294C17749CC}" srcOrd="4" destOrd="0" parTransId="{C5627F64-223B-4D4A-A224-D25BEDBCFD14}" sibTransId="{EB9BE69A-F607-4327-97EF-47E6E104407C}"/>
    <dgm:cxn modelId="{A10A691F-3C89-40CD-82A3-E37AFFC36C4D}" srcId="{2FC46478-9675-484E-A8A7-83259E897369}" destId="{2936DE82-2D81-4B6F-A034-01526C20ADD9}" srcOrd="2" destOrd="0" parTransId="{7B5FBFD3-4DC8-448A-8509-B4E37359ACB3}" sibTransId="{BF274C0D-DF5D-4C62-A9EC-86A2E81754EE}"/>
    <dgm:cxn modelId="{91C9978F-4BBF-4537-8129-7509ED82B67B}" srcId="{0EC11847-685F-450E-A97B-934831ED67C0}" destId="{CB67FB69-42B0-40A5-99CA-C02A49EFA436}" srcOrd="0" destOrd="0" parTransId="{3298BEB4-7915-4C41-BE1B-92C5750CD28C}" sibTransId="{8D5134FB-C751-430F-852D-15DB1B58D6DE}"/>
    <dgm:cxn modelId="{057F344A-52BF-49F3-A77F-5303DC61B173}" type="presOf" srcId="{561FE9BF-F995-4D2C-A94C-7F19C16FDDCD}" destId="{1F716EE0-4619-40AE-9082-48B58B17B86D}" srcOrd="0" destOrd="0" presId="urn:microsoft.com/office/officeart/2005/8/layout/lProcess2"/>
    <dgm:cxn modelId="{30A71B54-5C1C-4744-B958-7A3AF61A1649}" type="presOf" srcId="{CB67FB69-42B0-40A5-99CA-C02A49EFA436}" destId="{2308B3A5-F38C-436E-902B-7D8763F29DD2}" srcOrd="1" destOrd="0" presId="urn:microsoft.com/office/officeart/2005/8/layout/lProcess2"/>
    <dgm:cxn modelId="{DC3A398D-3EC8-49C6-B103-F001836B255A}" srcId="{A1AB477A-0A6F-4B3D-B23A-2164494155DB}" destId="{96CD3B75-2EA7-4FA1-8460-F3A58AB19AE5}" srcOrd="2" destOrd="0" parTransId="{AD370725-6213-4A63-8F46-50677733DDF9}" sibTransId="{E1C4AC10-D408-43D6-B7FD-CB14A5E7DF28}"/>
    <dgm:cxn modelId="{1A5FF1C4-8617-4FCD-8796-884833D302DD}" srcId="{0EC11847-685F-450E-A97B-934831ED67C0}" destId="{A1AB477A-0A6F-4B3D-B23A-2164494155DB}" srcOrd="3" destOrd="0" parTransId="{2FE80A45-F0AF-4F89-819F-5C75DE2FA781}" sibTransId="{EBB3087E-8C6C-4ED1-890F-23416E129919}"/>
    <dgm:cxn modelId="{AB35AC1D-711E-4347-A3B3-78F553197E75}" srcId="{2936DE82-2D81-4B6F-A034-01526C20ADD9}" destId="{00116F11-1A9E-4087-89C3-7124421FD67C}" srcOrd="0" destOrd="0" parTransId="{66512B69-98E4-4C3F-8329-D6FF6CBE09A1}" sibTransId="{A0C5FE12-D785-487E-8A8A-624820F9EEAB}"/>
    <dgm:cxn modelId="{253EB5B3-BC76-47F4-9DF8-20BFF514C644}" srcId="{2FC46478-9675-484E-A8A7-83259E897369}" destId="{A90F3C73-81F9-46C4-9AC9-4F2F08861453}" srcOrd="0" destOrd="0" parTransId="{04D961B3-50D0-4768-BDEA-71EAEDE2299D}" sibTransId="{A52F565A-27C8-4432-91CA-4E528033C6CB}"/>
    <dgm:cxn modelId="{B8CD4C8C-DE45-4D86-8FBF-BB9F3D41846B}" type="presOf" srcId="{96CD3B75-2EA7-4FA1-8460-F3A58AB19AE5}" destId="{1791B05F-8D62-423D-9B4D-2284309D9115}" srcOrd="0" destOrd="0" presId="urn:microsoft.com/office/officeart/2005/8/layout/lProcess2"/>
    <dgm:cxn modelId="{690D77DA-02FC-4782-982C-482DEDEA440E}" type="presOf" srcId="{D87D55E4-F548-44DC-B1A3-22B726A6513E}" destId="{123AD7AD-1A8F-4A92-BA38-AFAF804647B6}" srcOrd="0" destOrd="0" presId="urn:microsoft.com/office/officeart/2005/8/layout/lProcess2"/>
    <dgm:cxn modelId="{EEF1B408-6C29-4B88-8340-091B8557F5BD}" srcId="{0EC11847-685F-450E-A97B-934831ED67C0}" destId="{2FC46478-9675-484E-A8A7-83259E897369}" srcOrd="1" destOrd="0" parTransId="{3A7C7ED1-2DEF-4FA0-9520-B1DE82B33924}" sibTransId="{C35B5521-EC6A-438F-B5E6-83CE0498C823}"/>
    <dgm:cxn modelId="{BE86E2C0-5971-463B-84D1-CDF552076C11}" type="presOf" srcId="{88836F0C-B19C-46CA-9723-1BD50A4FCAD0}" destId="{C818986B-FEE0-4952-9107-590F5E25FEAF}" srcOrd="0" destOrd="2" presId="urn:microsoft.com/office/officeart/2005/8/layout/lProcess2"/>
    <dgm:cxn modelId="{BE3D3C66-BBBF-4858-89A1-F63D09653354}" type="presOf" srcId="{BE861863-8F40-4FE1-8107-4DF175086FE4}" destId="{28118B1B-A3AC-4074-BCEA-29A1EA492C11}" srcOrd="0" destOrd="0" presId="urn:microsoft.com/office/officeart/2005/8/layout/lProcess2"/>
    <dgm:cxn modelId="{D973E459-29C9-4706-8422-259348E81DD8}" srcId="{CB67FB69-42B0-40A5-99CA-C02A49EFA436}" destId="{561FE9BF-F995-4D2C-A94C-7F19C16FDDCD}" srcOrd="0" destOrd="0" parTransId="{EAA0DC8E-FBE3-4DC2-B111-97B8C24A7616}" sibTransId="{C49BD678-BD15-4DFE-82B6-21E2E511E004}"/>
    <dgm:cxn modelId="{4C68F3D6-79E1-4EF9-90C3-4268C567D2DA}" srcId="{A1AB477A-0A6F-4B3D-B23A-2164494155DB}" destId="{F0A3746C-9A68-4596-A990-94F210CBE9C3}" srcOrd="3" destOrd="0" parTransId="{A9391A38-3009-4E82-9DEF-0CCD6A0E05F2}" sibTransId="{B9199E90-7C3D-46D1-9FB6-A4CAAEE98E19}"/>
    <dgm:cxn modelId="{621414A1-0777-4D90-9D2E-EF605C5E50CF}" type="presOf" srcId="{5D1960CD-4CF7-406D-83D7-4294C17749CC}" destId="{FDCA0D90-24BD-452E-88B5-F864084FDAF9}" srcOrd="0" destOrd="0" presId="urn:microsoft.com/office/officeart/2005/8/layout/lProcess2"/>
    <dgm:cxn modelId="{7C9EC210-106D-45C2-845B-D60E2CBDBF45}" type="presOf" srcId="{CB67FB69-42B0-40A5-99CA-C02A49EFA436}" destId="{ED41C5D7-0052-46A4-A949-1E5D853C9F79}" srcOrd="0" destOrd="0" presId="urn:microsoft.com/office/officeart/2005/8/layout/lProcess2"/>
    <dgm:cxn modelId="{24CD3ADA-3341-47FB-93C6-FF723A6BC044}" srcId="{2A7EE0FB-5DEE-4D91-971B-2C4BCEDDEB74}" destId="{EA3DBD73-30FB-4C66-B3F9-9562D88592C4}" srcOrd="1" destOrd="0" parTransId="{757FE2F3-E808-4C30-BC5E-41F506E9FF81}" sibTransId="{C556AD4F-6478-418B-BF82-99B4180C288B}"/>
    <dgm:cxn modelId="{4C5CC728-5D14-45F0-A4A6-B2F1C7DB14FF}" type="presOf" srcId="{9C9370E9-D127-4E45-BF69-7EE183B15F70}" destId="{FDCA0D90-24BD-452E-88B5-F864084FDAF9}" srcOrd="0" destOrd="1" presId="urn:microsoft.com/office/officeart/2005/8/layout/lProcess2"/>
    <dgm:cxn modelId="{7C891DAB-9A72-45BF-AE39-088DA90861CE}" srcId="{A90F3C73-81F9-46C4-9AC9-4F2F08861453}" destId="{88836F0C-B19C-46CA-9723-1BD50A4FCAD0}" srcOrd="1" destOrd="0" parTransId="{9C0E9519-5F2E-4B86-85D4-DD2181148ACE}" sibTransId="{088B6237-84C4-44A8-87DC-0465D93802E2}"/>
    <dgm:cxn modelId="{A9428355-5240-470F-A50D-E3D1058E1AEB}" srcId="{2FC46478-9675-484E-A8A7-83259E897369}" destId="{D87D55E4-F548-44DC-B1A3-22B726A6513E}" srcOrd="3" destOrd="0" parTransId="{08A1C7D1-5D01-41F7-A762-AB6505E3FBBB}" sibTransId="{C3409F7C-3C28-4F40-BA7B-798C1ED0EA08}"/>
    <dgm:cxn modelId="{4A020774-F7FC-4F70-8BB6-D194E0E11191}" type="presOf" srcId="{65D2D97A-C5FA-4854-B209-325DD1D54913}" destId="{123AD7AD-1A8F-4A92-BA38-AFAF804647B6}" srcOrd="0" destOrd="1" presId="urn:microsoft.com/office/officeart/2005/8/layout/lProcess2"/>
    <dgm:cxn modelId="{283B5A5D-733C-478E-85B1-28831105B2E4}" srcId="{5192A846-3C0F-4C8E-A13E-F3CD09FAD2B4}" destId="{BF7CEBFF-0594-434D-91B2-4A489F6D12F0}" srcOrd="0" destOrd="0" parTransId="{6F04295A-20F5-4737-BED0-8BF53020E02E}" sibTransId="{FD86498B-E9F3-4F61-8B5A-0315B4491D85}"/>
    <dgm:cxn modelId="{1B3D41A7-1F04-41CB-8279-78F72C7227D9}" srcId="{B2594877-5DCF-4680-8DE4-D3A2BD97B864}" destId="{E787810C-1A02-44CB-8A44-3605A3C00C8F}" srcOrd="0" destOrd="0" parTransId="{26918E39-0808-42CD-B94D-5C334F08195C}" sibTransId="{C3388ABB-317D-4FB5-A302-344E9B2DA4EC}"/>
    <dgm:cxn modelId="{6325E9E4-00AA-4416-AD9D-2C5196B01C4D}" type="presOf" srcId="{5192A846-3C0F-4C8E-A13E-F3CD09FAD2B4}" destId="{7F6ACA63-80C3-4152-8159-E08EFF0D8245}" srcOrd="0" destOrd="0" presId="urn:microsoft.com/office/officeart/2005/8/layout/lProcess2"/>
    <dgm:cxn modelId="{DE9570A8-BA75-4607-8957-BE81B89CB658}" type="presOf" srcId="{0EC11847-685F-450E-A97B-934831ED67C0}" destId="{555A25B6-3582-49FC-9936-1E3443D8D848}" srcOrd="0" destOrd="0" presId="urn:microsoft.com/office/officeart/2005/8/layout/lProcess2"/>
    <dgm:cxn modelId="{63492408-B379-40D0-97D0-2CF245C27532}" srcId="{5192A846-3C0F-4C8E-A13E-F3CD09FAD2B4}" destId="{7462E592-11D5-4275-851F-CDBCDC31A4C5}" srcOrd="1" destOrd="0" parTransId="{CFAA1E39-6D13-46A2-97D9-B54CCCB7CB60}" sibTransId="{EA01ED19-ABEE-4527-89DE-E650A10D1B4F}"/>
    <dgm:cxn modelId="{FAFC58E6-A6D3-47E9-8EC6-22A0CD9EF6C2}" srcId="{2A7EE0FB-5DEE-4D91-971B-2C4BCEDDEB74}" destId="{BF17681C-AA92-41E0-A735-23D29B31E87A}" srcOrd="4" destOrd="0" parTransId="{4F056287-CB85-4CFE-AE9E-BF6321FED3DE}" sibTransId="{08D47147-8DD4-44F3-8A07-2A61BE528694}"/>
    <dgm:cxn modelId="{35449099-79C7-496F-AE64-D6D2197C653F}" type="presOf" srcId="{00116F11-1A9E-4087-89C3-7124421FD67C}" destId="{04CF7066-5759-42D7-B034-48FE4F12E003}" srcOrd="0" destOrd="1" presId="urn:microsoft.com/office/officeart/2005/8/layout/lProcess2"/>
    <dgm:cxn modelId="{476AAC02-2C28-4F11-98A4-8CB2578F74BD}" type="presOf" srcId="{F91B5BC9-B4EE-45BE-979E-FF1D3917B6D8}" destId="{C818986B-FEE0-4952-9107-590F5E25FEAF}" srcOrd="0" destOrd="1" presId="urn:microsoft.com/office/officeart/2005/8/layout/lProcess2"/>
    <dgm:cxn modelId="{E38A7C03-22B2-4B45-BC11-A7CFD08F8D6F}" type="presOf" srcId="{26226C2A-00EA-4A29-99E3-B87E1142BE6E}" destId="{672CAA54-C6E2-4063-BE68-40E670EA8AB1}" srcOrd="0" destOrd="0" presId="urn:microsoft.com/office/officeart/2005/8/layout/lProcess2"/>
    <dgm:cxn modelId="{277816F8-AAA7-4244-AB6B-04A7BD195812}" srcId="{0EC11847-685F-450E-A97B-934831ED67C0}" destId="{2A7EE0FB-5DEE-4D91-971B-2C4BCEDDEB74}" srcOrd="2" destOrd="0" parTransId="{702E0FDF-AEB4-4091-ADFA-B3910459410D}" sibTransId="{D4DE72FF-17C3-47BA-AE1C-2D724C22C755}"/>
    <dgm:cxn modelId="{DA8BF40D-C4DE-4E42-835A-52FB7ED5BB5D}" srcId="{A90F3C73-81F9-46C4-9AC9-4F2F08861453}" destId="{F91B5BC9-B4EE-45BE-979E-FF1D3917B6D8}" srcOrd="0" destOrd="0" parTransId="{3461FAAD-CB19-4DAC-A936-B8B00D072476}" sibTransId="{336D3F9D-B72D-46D6-BF35-4B236CE33281}"/>
    <dgm:cxn modelId="{2AA395F8-8114-4744-A685-82ADC3CD5E5A}" srcId="{2A7EE0FB-5DEE-4D91-971B-2C4BCEDDEB74}" destId="{5192A846-3C0F-4C8E-A13E-F3CD09FAD2B4}" srcOrd="3" destOrd="0" parTransId="{40089850-5D12-49D9-9211-4F185FDAADB5}" sibTransId="{2F924E3D-1E05-499D-84F2-34895FA1EC0D}"/>
    <dgm:cxn modelId="{41DDCF57-91DA-46F8-A69A-BB53E850CC3C}" type="presOf" srcId="{2FC46478-9675-484E-A8A7-83259E897369}" destId="{8ABBB0FA-529C-4276-A3AD-64E3D7E777AF}" srcOrd="1" destOrd="0" presId="urn:microsoft.com/office/officeart/2005/8/layout/lProcess2"/>
    <dgm:cxn modelId="{4A9D1FC3-2198-4361-A8F4-9C0719DE68A0}" type="presOf" srcId="{A90F3C73-81F9-46C4-9AC9-4F2F08861453}" destId="{C818986B-FEE0-4952-9107-590F5E25FEAF}" srcOrd="0" destOrd="0" presId="urn:microsoft.com/office/officeart/2005/8/layout/lProcess2"/>
    <dgm:cxn modelId="{0C560264-F4DC-4690-B0B6-60440753FC61}" type="presOf" srcId="{2FC46478-9675-484E-A8A7-83259E897369}" destId="{AEE1C631-63B3-44EC-9401-C8A08456D8BB}" srcOrd="0" destOrd="0" presId="urn:microsoft.com/office/officeart/2005/8/layout/lProcess2"/>
    <dgm:cxn modelId="{BB3853CE-4621-4E69-B604-269978BD18D2}" srcId="{2A7EE0FB-5DEE-4D91-971B-2C4BCEDDEB74}" destId="{2B866CCB-3889-4C78-8F8F-B3EA69A36765}" srcOrd="2" destOrd="0" parTransId="{7B8811A8-3257-45F6-998F-8639D431DD8A}" sibTransId="{F98B8E5F-292C-4005-B366-BE249F4DA7A8}"/>
    <dgm:cxn modelId="{4D5E0476-3ABD-4588-A7A3-0E6D34A9DB2D}" type="presOf" srcId="{F0A3746C-9A68-4596-A990-94F210CBE9C3}" destId="{6A9826D7-CAC6-494F-983F-5DBF55DDB030}" srcOrd="0" destOrd="0" presId="urn:microsoft.com/office/officeart/2005/8/layout/lProcess2"/>
    <dgm:cxn modelId="{21399725-BD69-445A-9829-E0BC3CE63FBA}" srcId="{5D1960CD-4CF7-406D-83D7-4294C17749CC}" destId="{9C9370E9-D127-4E45-BF69-7EE183B15F70}" srcOrd="0" destOrd="0" parTransId="{6628B20B-525E-40C5-9980-2EC563030102}" sibTransId="{0EC7340E-15A6-4F8B-A11E-BDC5190E3E54}"/>
    <dgm:cxn modelId="{EC2F2114-192A-49DD-9E40-EF88398B04AD}" type="presOf" srcId="{5DD35D91-8AE3-4997-B805-5781AA82907B}" destId="{5D0E2956-A83E-4E13-B722-E810DD5BD21F}" srcOrd="0" destOrd="0" presId="urn:microsoft.com/office/officeart/2005/8/layout/lProcess2"/>
    <dgm:cxn modelId="{67C6B77C-E27E-471D-ACD5-A182719DEB52}" type="presOf" srcId="{BF17681C-AA92-41E0-A735-23D29B31E87A}" destId="{BF039D55-4FD3-465B-99CB-D71D7DB4181C}" srcOrd="0" destOrd="0" presId="urn:microsoft.com/office/officeart/2005/8/layout/lProcess2"/>
    <dgm:cxn modelId="{D99CB198-72ED-4021-B5F9-85254EB16185}" type="presOf" srcId="{7462E592-11D5-4275-851F-CDBCDC31A4C5}" destId="{7F6ACA63-80C3-4152-8159-E08EFF0D8245}" srcOrd="0" destOrd="2" presId="urn:microsoft.com/office/officeart/2005/8/layout/lProcess2"/>
    <dgm:cxn modelId="{69E146C0-C111-41AF-873B-DF16D78CB40A}" srcId="{2FC46478-9675-484E-A8A7-83259E897369}" destId="{B2594877-5DCF-4680-8DE4-D3A2BD97B864}" srcOrd="1" destOrd="0" parTransId="{5C27BE19-053F-4E75-B75F-043AB3529B52}" sibTransId="{09792E1A-CF96-4A0A-845D-E88DA1B23312}"/>
    <dgm:cxn modelId="{633B6E04-9B28-4BDE-9D6D-1002231E2269}" type="presOf" srcId="{2B866CCB-3889-4C78-8F8F-B3EA69A36765}" destId="{7DF26306-1C0D-4A72-97C1-66C3DE3B97E2}" srcOrd="0" destOrd="0" presId="urn:microsoft.com/office/officeart/2005/8/layout/lProcess2"/>
    <dgm:cxn modelId="{EE355470-D5C6-4947-9E95-45EB293C32D2}" type="presParOf" srcId="{555A25B6-3582-49FC-9936-1E3443D8D848}" destId="{1B21599D-271F-4C8B-9C50-5A2818FA7DAA}" srcOrd="0" destOrd="0" presId="urn:microsoft.com/office/officeart/2005/8/layout/lProcess2"/>
    <dgm:cxn modelId="{91C4CF94-43F4-4565-8A56-90FD3AA7452D}" type="presParOf" srcId="{1B21599D-271F-4C8B-9C50-5A2818FA7DAA}" destId="{ED41C5D7-0052-46A4-A949-1E5D853C9F79}" srcOrd="0" destOrd="0" presId="urn:microsoft.com/office/officeart/2005/8/layout/lProcess2"/>
    <dgm:cxn modelId="{DDB47B85-817E-42CB-9EF2-B8F16094B3DD}" type="presParOf" srcId="{1B21599D-271F-4C8B-9C50-5A2818FA7DAA}" destId="{2308B3A5-F38C-436E-902B-7D8763F29DD2}" srcOrd="1" destOrd="0" presId="urn:microsoft.com/office/officeart/2005/8/layout/lProcess2"/>
    <dgm:cxn modelId="{3B537B19-03BC-45E7-A92A-7F2FE3B8F20B}" type="presParOf" srcId="{1B21599D-271F-4C8B-9C50-5A2818FA7DAA}" destId="{33D68775-32B1-4713-9DCE-BC32F4719ACE}" srcOrd="2" destOrd="0" presId="urn:microsoft.com/office/officeart/2005/8/layout/lProcess2"/>
    <dgm:cxn modelId="{97AAEE03-B2A1-4F81-A670-A31BEFA4EAC5}" type="presParOf" srcId="{33D68775-32B1-4713-9DCE-BC32F4719ACE}" destId="{1257BD61-23CB-4BDE-B92C-09E7FD171A96}" srcOrd="0" destOrd="0" presId="urn:microsoft.com/office/officeart/2005/8/layout/lProcess2"/>
    <dgm:cxn modelId="{C1729AF6-FE16-49A7-8901-3D3D041923F5}" type="presParOf" srcId="{1257BD61-23CB-4BDE-B92C-09E7FD171A96}" destId="{1F716EE0-4619-40AE-9082-48B58B17B86D}" srcOrd="0" destOrd="0" presId="urn:microsoft.com/office/officeart/2005/8/layout/lProcess2"/>
    <dgm:cxn modelId="{542CED78-492C-41B8-A13E-DBE3170C1619}" type="presParOf" srcId="{555A25B6-3582-49FC-9936-1E3443D8D848}" destId="{1A185F81-B6D5-4A9A-91BE-FB2B4E89D50A}" srcOrd="1" destOrd="0" presId="urn:microsoft.com/office/officeart/2005/8/layout/lProcess2"/>
    <dgm:cxn modelId="{9C30040C-61AA-4F0B-8BEF-88D9A74EE91F}" type="presParOf" srcId="{555A25B6-3582-49FC-9936-1E3443D8D848}" destId="{3C0074A7-8878-481F-8443-D98B0CBF48F5}" srcOrd="2" destOrd="0" presId="urn:microsoft.com/office/officeart/2005/8/layout/lProcess2"/>
    <dgm:cxn modelId="{AF8F51A5-C9E8-4402-B39D-66F2DBC07363}" type="presParOf" srcId="{3C0074A7-8878-481F-8443-D98B0CBF48F5}" destId="{AEE1C631-63B3-44EC-9401-C8A08456D8BB}" srcOrd="0" destOrd="0" presId="urn:microsoft.com/office/officeart/2005/8/layout/lProcess2"/>
    <dgm:cxn modelId="{5BBC6447-4960-4DCE-B8C7-C88118735CB8}" type="presParOf" srcId="{3C0074A7-8878-481F-8443-D98B0CBF48F5}" destId="{8ABBB0FA-529C-4276-A3AD-64E3D7E777AF}" srcOrd="1" destOrd="0" presId="urn:microsoft.com/office/officeart/2005/8/layout/lProcess2"/>
    <dgm:cxn modelId="{52CCCE43-43C5-4560-866C-89E12226A835}" type="presParOf" srcId="{3C0074A7-8878-481F-8443-D98B0CBF48F5}" destId="{0AE7638B-E26C-4337-9280-D4BA145116C5}" srcOrd="2" destOrd="0" presId="urn:microsoft.com/office/officeart/2005/8/layout/lProcess2"/>
    <dgm:cxn modelId="{036EE8A0-C7FD-4391-AB53-8A7C58450DF3}" type="presParOf" srcId="{0AE7638B-E26C-4337-9280-D4BA145116C5}" destId="{9B46ADE0-2BFB-4960-A2AE-48C7095DEF22}" srcOrd="0" destOrd="0" presId="urn:microsoft.com/office/officeart/2005/8/layout/lProcess2"/>
    <dgm:cxn modelId="{4C0F0D7F-9287-4DC1-B001-812CE88C12BA}" type="presParOf" srcId="{9B46ADE0-2BFB-4960-A2AE-48C7095DEF22}" destId="{C818986B-FEE0-4952-9107-590F5E25FEAF}" srcOrd="0" destOrd="0" presId="urn:microsoft.com/office/officeart/2005/8/layout/lProcess2"/>
    <dgm:cxn modelId="{80086567-E761-4310-8B22-DFD5F658F1FE}" type="presParOf" srcId="{9B46ADE0-2BFB-4960-A2AE-48C7095DEF22}" destId="{74E20082-C3AB-48E8-B3C6-879C5A79CD0D}" srcOrd="1" destOrd="0" presId="urn:microsoft.com/office/officeart/2005/8/layout/lProcess2"/>
    <dgm:cxn modelId="{80C48D9A-6B8B-43A6-A3E0-301296D4C6C2}" type="presParOf" srcId="{9B46ADE0-2BFB-4960-A2AE-48C7095DEF22}" destId="{F26A3875-CFA7-46D1-8EAD-E1F5E8F68E26}" srcOrd="2" destOrd="0" presId="urn:microsoft.com/office/officeart/2005/8/layout/lProcess2"/>
    <dgm:cxn modelId="{98F162AE-DA6D-4906-95A2-830F189B9270}" type="presParOf" srcId="{9B46ADE0-2BFB-4960-A2AE-48C7095DEF22}" destId="{D080A586-A7E3-4462-8F29-356B4D2D3D9F}" srcOrd="3" destOrd="0" presId="urn:microsoft.com/office/officeart/2005/8/layout/lProcess2"/>
    <dgm:cxn modelId="{E13AD7B9-11C3-4B96-8B75-507F0091F1A8}" type="presParOf" srcId="{9B46ADE0-2BFB-4960-A2AE-48C7095DEF22}" destId="{04CF7066-5759-42D7-B034-48FE4F12E003}" srcOrd="4" destOrd="0" presId="urn:microsoft.com/office/officeart/2005/8/layout/lProcess2"/>
    <dgm:cxn modelId="{A493DD70-E1B8-49FC-85AF-7ED6EE411053}" type="presParOf" srcId="{9B46ADE0-2BFB-4960-A2AE-48C7095DEF22}" destId="{A76FED13-B90B-4BB1-A755-3B8FA02C686D}" srcOrd="5" destOrd="0" presId="urn:microsoft.com/office/officeart/2005/8/layout/lProcess2"/>
    <dgm:cxn modelId="{A0E52C32-CC19-4518-A424-0BC6E35F587C}" type="presParOf" srcId="{9B46ADE0-2BFB-4960-A2AE-48C7095DEF22}" destId="{123AD7AD-1A8F-4A92-BA38-AFAF804647B6}" srcOrd="6" destOrd="0" presId="urn:microsoft.com/office/officeart/2005/8/layout/lProcess2"/>
    <dgm:cxn modelId="{9BF920F4-B92A-4D40-A9C3-A2FB1D4528D2}" type="presParOf" srcId="{9B46ADE0-2BFB-4960-A2AE-48C7095DEF22}" destId="{7C3AFC0D-CE8D-4965-80EA-032D6192D973}" srcOrd="7" destOrd="0" presId="urn:microsoft.com/office/officeart/2005/8/layout/lProcess2"/>
    <dgm:cxn modelId="{9D2F7680-B48B-4162-8F14-BE69371998B0}" type="presParOf" srcId="{9B46ADE0-2BFB-4960-A2AE-48C7095DEF22}" destId="{FDCA0D90-24BD-452E-88B5-F864084FDAF9}" srcOrd="8" destOrd="0" presId="urn:microsoft.com/office/officeart/2005/8/layout/lProcess2"/>
    <dgm:cxn modelId="{9A7FDC47-D4C3-4B06-B078-15A8D68EF0AF}" type="presParOf" srcId="{555A25B6-3582-49FC-9936-1E3443D8D848}" destId="{2F34EA49-2C74-48B2-9932-9DF8DAB7F640}" srcOrd="3" destOrd="0" presId="urn:microsoft.com/office/officeart/2005/8/layout/lProcess2"/>
    <dgm:cxn modelId="{B2F5F314-01CF-41A5-A745-56C19868C38B}" type="presParOf" srcId="{555A25B6-3582-49FC-9936-1E3443D8D848}" destId="{18B1F9C2-B455-4D3B-B089-69EE20DBD4A5}" srcOrd="4" destOrd="0" presId="urn:microsoft.com/office/officeart/2005/8/layout/lProcess2"/>
    <dgm:cxn modelId="{C5B2F07D-55D6-4249-AA77-1336078FC788}" type="presParOf" srcId="{18B1F9C2-B455-4D3B-B089-69EE20DBD4A5}" destId="{86FDE306-3968-4D1B-A40A-8162D8FE13BC}" srcOrd="0" destOrd="0" presId="urn:microsoft.com/office/officeart/2005/8/layout/lProcess2"/>
    <dgm:cxn modelId="{F5614B50-FA35-40B5-A1E5-537B691F7A59}" type="presParOf" srcId="{18B1F9C2-B455-4D3B-B089-69EE20DBD4A5}" destId="{D44D3A72-572F-4E6A-97A3-AD837F6F7A38}" srcOrd="1" destOrd="0" presId="urn:microsoft.com/office/officeart/2005/8/layout/lProcess2"/>
    <dgm:cxn modelId="{C541FD0F-3FE1-4F10-83FA-53785C2EBCC8}" type="presParOf" srcId="{18B1F9C2-B455-4D3B-B089-69EE20DBD4A5}" destId="{D64D81B8-726E-40EE-9F7F-910805871497}" srcOrd="2" destOrd="0" presId="urn:microsoft.com/office/officeart/2005/8/layout/lProcess2"/>
    <dgm:cxn modelId="{C7B9A3C8-D7E4-4770-ABE2-2BF0BBA8054A}" type="presParOf" srcId="{D64D81B8-726E-40EE-9F7F-910805871497}" destId="{341E7867-573E-413E-BE0A-08F938F31750}" srcOrd="0" destOrd="0" presId="urn:microsoft.com/office/officeart/2005/8/layout/lProcess2"/>
    <dgm:cxn modelId="{DA0DAA43-B56B-48B4-AD83-E672799077C0}" type="presParOf" srcId="{341E7867-573E-413E-BE0A-08F938F31750}" destId="{28118B1B-A3AC-4074-BCEA-29A1EA492C11}" srcOrd="0" destOrd="0" presId="urn:microsoft.com/office/officeart/2005/8/layout/lProcess2"/>
    <dgm:cxn modelId="{44AB3CC9-0CE6-4F5A-AA56-C3187BBD764A}" type="presParOf" srcId="{341E7867-573E-413E-BE0A-08F938F31750}" destId="{B6498A25-2A3C-4EDE-B8E0-7C50863BAED2}" srcOrd="1" destOrd="0" presId="urn:microsoft.com/office/officeart/2005/8/layout/lProcess2"/>
    <dgm:cxn modelId="{33ACBD5C-CC86-4B0C-9661-B10CFD65BA42}" type="presParOf" srcId="{341E7867-573E-413E-BE0A-08F938F31750}" destId="{1809023B-B922-4EEE-BB4D-8CFEC9385EC1}" srcOrd="2" destOrd="0" presId="urn:microsoft.com/office/officeart/2005/8/layout/lProcess2"/>
    <dgm:cxn modelId="{C1FD4AE4-E8AD-4282-9A09-25A21A8880AA}" type="presParOf" srcId="{341E7867-573E-413E-BE0A-08F938F31750}" destId="{79BF607D-2250-44BF-9688-1BCDAD3E6EEB}" srcOrd="3" destOrd="0" presId="urn:microsoft.com/office/officeart/2005/8/layout/lProcess2"/>
    <dgm:cxn modelId="{44D8EC5D-F7C5-4F14-A65B-FD5C2FA82F63}" type="presParOf" srcId="{341E7867-573E-413E-BE0A-08F938F31750}" destId="{7DF26306-1C0D-4A72-97C1-66C3DE3B97E2}" srcOrd="4" destOrd="0" presId="urn:microsoft.com/office/officeart/2005/8/layout/lProcess2"/>
    <dgm:cxn modelId="{214E3994-68A8-424E-9E40-7D2F5257B9BD}" type="presParOf" srcId="{341E7867-573E-413E-BE0A-08F938F31750}" destId="{87B46EE7-E8F4-4C96-9B8B-741F411D4828}" srcOrd="5" destOrd="0" presId="urn:microsoft.com/office/officeart/2005/8/layout/lProcess2"/>
    <dgm:cxn modelId="{42C79DE6-675D-422F-8DD5-E32E14C784F0}" type="presParOf" srcId="{341E7867-573E-413E-BE0A-08F938F31750}" destId="{7F6ACA63-80C3-4152-8159-E08EFF0D8245}" srcOrd="6" destOrd="0" presId="urn:microsoft.com/office/officeart/2005/8/layout/lProcess2"/>
    <dgm:cxn modelId="{5519CA8F-A1BA-4A89-BC7E-DA04715016AB}" type="presParOf" srcId="{341E7867-573E-413E-BE0A-08F938F31750}" destId="{3BC1D6DC-EF2E-4363-BB6A-9A7E6E01D265}" srcOrd="7" destOrd="0" presId="urn:microsoft.com/office/officeart/2005/8/layout/lProcess2"/>
    <dgm:cxn modelId="{C0E71F8D-37AF-4EF9-AD66-5F80ABEBD989}" type="presParOf" srcId="{341E7867-573E-413E-BE0A-08F938F31750}" destId="{BF039D55-4FD3-465B-99CB-D71D7DB4181C}" srcOrd="8" destOrd="0" presId="urn:microsoft.com/office/officeart/2005/8/layout/lProcess2"/>
    <dgm:cxn modelId="{D0E618E1-81CC-4C3B-A8F4-4E128631DAF9}" type="presParOf" srcId="{555A25B6-3582-49FC-9936-1E3443D8D848}" destId="{6E3FE705-3210-4727-842A-1374912C3A02}" srcOrd="5" destOrd="0" presId="urn:microsoft.com/office/officeart/2005/8/layout/lProcess2"/>
    <dgm:cxn modelId="{D2344379-69A5-44F9-8110-D05F49541624}" type="presParOf" srcId="{555A25B6-3582-49FC-9936-1E3443D8D848}" destId="{4A1A533B-BBEC-4450-A1BA-E76831050282}" srcOrd="6" destOrd="0" presId="urn:microsoft.com/office/officeart/2005/8/layout/lProcess2"/>
    <dgm:cxn modelId="{9CEA0BF5-9351-43E0-BD0C-85361E7EA19E}" type="presParOf" srcId="{4A1A533B-BBEC-4450-A1BA-E76831050282}" destId="{20B7A72B-1C1B-4538-B5B5-0AB808208568}" srcOrd="0" destOrd="0" presId="urn:microsoft.com/office/officeart/2005/8/layout/lProcess2"/>
    <dgm:cxn modelId="{D7621145-029B-40A8-942B-F22B2CE3ADC4}" type="presParOf" srcId="{4A1A533B-BBEC-4450-A1BA-E76831050282}" destId="{9D8DAEB9-AFAC-467D-BAD8-888CCEC87FF9}" srcOrd="1" destOrd="0" presId="urn:microsoft.com/office/officeart/2005/8/layout/lProcess2"/>
    <dgm:cxn modelId="{96492E2C-8FDA-488B-97A5-DC2662C16B0F}" type="presParOf" srcId="{4A1A533B-BBEC-4450-A1BA-E76831050282}" destId="{8CE733FC-0F94-4B8B-93FA-B0FA2BEA29E5}" srcOrd="2" destOrd="0" presId="urn:microsoft.com/office/officeart/2005/8/layout/lProcess2"/>
    <dgm:cxn modelId="{D552A6F3-D89A-4BBD-A872-9C1CD7EED777}" type="presParOf" srcId="{8CE733FC-0F94-4B8B-93FA-B0FA2BEA29E5}" destId="{4FDDE65D-7C9B-4677-8EED-02D0FC085583}" srcOrd="0" destOrd="0" presId="urn:microsoft.com/office/officeart/2005/8/layout/lProcess2"/>
    <dgm:cxn modelId="{0246AEA3-005D-41BA-83C3-430DE24DCB81}" type="presParOf" srcId="{4FDDE65D-7C9B-4677-8EED-02D0FC085583}" destId="{5D0E2956-A83E-4E13-B722-E810DD5BD21F}" srcOrd="0" destOrd="0" presId="urn:microsoft.com/office/officeart/2005/8/layout/lProcess2"/>
    <dgm:cxn modelId="{8B7B57C8-C360-4419-98DC-D46DC3AD200E}" type="presParOf" srcId="{4FDDE65D-7C9B-4677-8EED-02D0FC085583}" destId="{AB9D4A97-F749-47BF-AD3B-2276D6985CE8}" srcOrd="1" destOrd="0" presId="urn:microsoft.com/office/officeart/2005/8/layout/lProcess2"/>
    <dgm:cxn modelId="{945E410E-D817-41A0-89A3-D1ABC69EFFE8}" type="presParOf" srcId="{4FDDE65D-7C9B-4677-8EED-02D0FC085583}" destId="{672CAA54-C6E2-4063-BE68-40E670EA8AB1}" srcOrd="2" destOrd="0" presId="urn:microsoft.com/office/officeart/2005/8/layout/lProcess2"/>
    <dgm:cxn modelId="{CC0B2F72-BF09-4289-BA75-9D3463D8DBB2}" type="presParOf" srcId="{4FDDE65D-7C9B-4677-8EED-02D0FC085583}" destId="{14FD714B-009C-4D2D-877A-90BCFDE290D3}" srcOrd="3" destOrd="0" presId="urn:microsoft.com/office/officeart/2005/8/layout/lProcess2"/>
    <dgm:cxn modelId="{50C01F71-CA75-4B4B-A104-A86461EA908E}" type="presParOf" srcId="{4FDDE65D-7C9B-4677-8EED-02D0FC085583}" destId="{1791B05F-8D62-423D-9B4D-2284309D9115}" srcOrd="4" destOrd="0" presId="urn:microsoft.com/office/officeart/2005/8/layout/lProcess2"/>
    <dgm:cxn modelId="{22B3DA8B-FA07-4CC3-9871-45578DB3AC22}" type="presParOf" srcId="{4FDDE65D-7C9B-4677-8EED-02D0FC085583}" destId="{B0906915-9C8F-4191-A9C2-BC1367A635EB}" srcOrd="5" destOrd="0" presId="urn:microsoft.com/office/officeart/2005/8/layout/lProcess2"/>
    <dgm:cxn modelId="{F6B2769B-D1E1-4EAD-BDCA-60D9E3DF7E0E}" type="presParOf" srcId="{4FDDE65D-7C9B-4677-8EED-02D0FC085583}" destId="{6A9826D7-CAC6-494F-983F-5DBF55DDB030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2F5CAF-A9C0-448A-96B3-7484DD07B81C}" type="doc">
      <dgm:prSet loTypeId="urn:microsoft.com/office/officeart/2005/8/layout/cycle3" loCatId="cycle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6B327D17-3C65-4E8E-8998-05A42893E459}">
      <dgm:prSet phldrT="[Text]" custT="1"/>
      <dgm:spPr/>
      <dgm:t>
        <a:bodyPr/>
        <a:lstStyle/>
        <a:p>
          <a:r>
            <a:rPr lang="en-US" sz="1400" dirty="0" smtClean="0"/>
            <a:t>Improvement</a:t>
          </a:r>
        </a:p>
        <a:p>
          <a:r>
            <a:rPr lang="en-US" sz="1400" dirty="0" smtClean="0"/>
            <a:t>Programs</a:t>
          </a:r>
        </a:p>
        <a:p>
          <a:r>
            <a:rPr lang="en-US" sz="1000" dirty="0" smtClean="0"/>
            <a:t>(from Scan)</a:t>
          </a:r>
          <a:endParaRPr lang="en-US" sz="1000" dirty="0"/>
        </a:p>
      </dgm:t>
    </dgm:pt>
    <dgm:pt modelId="{213FED99-7027-4049-8D0E-1755F649BC58}" type="parTrans" cxnId="{88484BD0-CD3F-4210-8CCF-D1D0DEEA9C56}">
      <dgm:prSet/>
      <dgm:spPr/>
      <dgm:t>
        <a:bodyPr/>
        <a:lstStyle/>
        <a:p>
          <a:endParaRPr lang="en-US"/>
        </a:p>
      </dgm:t>
    </dgm:pt>
    <dgm:pt modelId="{02AC24C9-A9F9-4926-9164-ADA3348935A2}" type="sibTrans" cxnId="{88484BD0-CD3F-4210-8CCF-D1D0DEEA9C56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3919FBD3-A9EF-419C-846A-85C0602409BB}">
      <dgm:prSet phldrT="[Text]"/>
      <dgm:spPr/>
      <dgm:t>
        <a:bodyPr/>
        <a:lstStyle/>
        <a:p>
          <a:r>
            <a:rPr lang="en-US" dirty="0" smtClean="0"/>
            <a:t>Strategic Action Plan</a:t>
          </a:r>
          <a:endParaRPr lang="en-US" dirty="0"/>
        </a:p>
      </dgm:t>
    </dgm:pt>
    <dgm:pt modelId="{EBDBA688-C4DA-45F6-9F49-BB96FDED201E}" type="parTrans" cxnId="{B265B30A-7C4B-4C7D-89D8-D6A79A2B9457}">
      <dgm:prSet/>
      <dgm:spPr/>
      <dgm:t>
        <a:bodyPr/>
        <a:lstStyle/>
        <a:p>
          <a:endParaRPr lang="en-US"/>
        </a:p>
      </dgm:t>
    </dgm:pt>
    <dgm:pt modelId="{A761A380-77B9-4F04-A38F-D7A925A42CDD}" type="sibTrans" cxnId="{B265B30A-7C4B-4C7D-89D8-D6A79A2B9457}">
      <dgm:prSet/>
      <dgm:spPr/>
      <dgm:t>
        <a:bodyPr/>
        <a:lstStyle/>
        <a:p>
          <a:endParaRPr lang="en-US"/>
        </a:p>
      </dgm:t>
    </dgm:pt>
    <dgm:pt modelId="{92DD59B6-A777-4D0C-8440-24F1C8D04527}">
      <dgm:prSet phldrT="[Text]"/>
      <dgm:spPr/>
      <dgm:t>
        <a:bodyPr/>
        <a:lstStyle/>
        <a:p>
          <a:r>
            <a:rPr lang="en-US" dirty="0" smtClean="0"/>
            <a:t>Implementation</a:t>
          </a:r>
          <a:endParaRPr lang="en-US" dirty="0"/>
        </a:p>
      </dgm:t>
    </dgm:pt>
    <dgm:pt modelId="{11B6DFAF-374B-4FEC-9B8E-2AE9F7B68C19}" type="parTrans" cxnId="{EE74FFEC-DB97-48CF-89D4-7DA9A0F075A2}">
      <dgm:prSet/>
      <dgm:spPr/>
      <dgm:t>
        <a:bodyPr/>
        <a:lstStyle/>
        <a:p>
          <a:endParaRPr lang="en-US"/>
        </a:p>
      </dgm:t>
    </dgm:pt>
    <dgm:pt modelId="{755A9EB0-F60A-481E-96C6-999A68D9CD4A}" type="sibTrans" cxnId="{EE74FFEC-DB97-48CF-89D4-7DA9A0F075A2}">
      <dgm:prSet/>
      <dgm:spPr/>
      <dgm:t>
        <a:bodyPr/>
        <a:lstStyle/>
        <a:p>
          <a:endParaRPr lang="en-US"/>
        </a:p>
      </dgm:t>
    </dgm:pt>
    <dgm:pt modelId="{F8E12DE8-4349-4253-AFAE-F55A8FD2B836}">
      <dgm:prSet phldrT="[Text]"/>
      <dgm:spPr/>
      <dgm:t>
        <a:bodyPr/>
        <a:lstStyle/>
        <a:p>
          <a:r>
            <a:rPr lang="en-US" dirty="0" smtClean="0"/>
            <a:t>Measure</a:t>
          </a:r>
          <a:endParaRPr lang="en-US" dirty="0"/>
        </a:p>
      </dgm:t>
    </dgm:pt>
    <dgm:pt modelId="{3C0AA376-DB4E-4209-91F9-1ECD54806101}" type="parTrans" cxnId="{84F9FF70-4FB3-476B-B8B9-FADF5109F65F}">
      <dgm:prSet/>
      <dgm:spPr/>
      <dgm:t>
        <a:bodyPr/>
        <a:lstStyle/>
        <a:p>
          <a:endParaRPr lang="en-US"/>
        </a:p>
      </dgm:t>
    </dgm:pt>
    <dgm:pt modelId="{0D1E3EE8-D62A-4A55-A7B7-1AB03962A396}" type="sibTrans" cxnId="{84F9FF70-4FB3-476B-B8B9-FADF5109F65F}">
      <dgm:prSet/>
      <dgm:spPr/>
      <dgm:t>
        <a:bodyPr/>
        <a:lstStyle/>
        <a:p>
          <a:endParaRPr lang="en-US"/>
        </a:p>
      </dgm:t>
    </dgm:pt>
    <dgm:pt modelId="{AC05A659-BC61-4714-B79C-EEB8EDB566B9}">
      <dgm:prSet phldrT="[Text]"/>
      <dgm:spPr/>
      <dgm:t>
        <a:bodyPr/>
        <a:lstStyle/>
        <a:p>
          <a:r>
            <a:rPr lang="en-US" dirty="0" smtClean="0"/>
            <a:t>Evaluate Results</a:t>
          </a:r>
          <a:endParaRPr lang="en-US" dirty="0"/>
        </a:p>
      </dgm:t>
    </dgm:pt>
    <dgm:pt modelId="{85958DF9-F7DB-4B1E-9281-32A549CE1C78}" type="parTrans" cxnId="{83784F63-84F2-4DEE-B393-127D71F60E51}">
      <dgm:prSet/>
      <dgm:spPr/>
      <dgm:t>
        <a:bodyPr/>
        <a:lstStyle/>
        <a:p>
          <a:endParaRPr lang="en-US"/>
        </a:p>
      </dgm:t>
    </dgm:pt>
    <dgm:pt modelId="{3B498A0F-AAC7-41F2-BB5B-AB7992B736A2}" type="sibTrans" cxnId="{83784F63-84F2-4DEE-B393-127D71F60E51}">
      <dgm:prSet/>
      <dgm:spPr/>
      <dgm:t>
        <a:bodyPr/>
        <a:lstStyle/>
        <a:p>
          <a:endParaRPr lang="en-US"/>
        </a:p>
      </dgm:t>
    </dgm:pt>
    <dgm:pt modelId="{3CCD1EA5-C46B-4BCA-AC27-FDB01E08EFAE}" type="pres">
      <dgm:prSet presAssocID="{AC2F5CAF-A9C0-448A-96B3-7484DD07B81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F69CFDA-4437-406A-A4AB-CA018ED71D8C}" type="pres">
      <dgm:prSet presAssocID="{AC2F5CAF-A9C0-448A-96B3-7484DD07B81C}" presName="cycle" presStyleCnt="0"/>
      <dgm:spPr/>
    </dgm:pt>
    <dgm:pt modelId="{F8BE725A-5425-4DB5-BA66-0AFEA9CA4A87}" type="pres">
      <dgm:prSet presAssocID="{6B327D17-3C65-4E8E-8998-05A42893E459}" presName="nodeFirstNode" presStyleLbl="node1" presStyleIdx="0" presStyleCnt="5" custScaleX="97792" custScaleY="761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01FC7B-A737-4F7B-B4C1-92E9B4CAE7C2}" type="pres">
      <dgm:prSet presAssocID="{02AC24C9-A9F9-4926-9164-ADA3348935A2}" presName="sibTransFirstNode" presStyleLbl="bgShp" presStyleIdx="0" presStyleCnt="1" custScaleX="111277"/>
      <dgm:spPr/>
      <dgm:t>
        <a:bodyPr/>
        <a:lstStyle/>
        <a:p>
          <a:endParaRPr lang="en-US"/>
        </a:p>
      </dgm:t>
    </dgm:pt>
    <dgm:pt modelId="{DABB463F-04CC-4FED-8DA2-397D05730DDF}" type="pres">
      <dgm:prSet presAssocID="{3919FBD3-A9EF-419C-846A-85C0602409BB}" presName="nodeFollowingNodes" presStyleLbl="node1" presStyleIdx="1" presStyleCnt="5" custScaleX="97792" custScaleY="76128" custRadScaleRad="113684" custRadScaleInc="159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33F244-80C3-4FEB-859E-0F21D4D42A33}" type="pres">
      <dgm:prSet presAssocID="{92DD59B6-A777-4D0C-8440-24F1C8D04527}" presName="nodeFollowingNodes" presStyleLbl="node1" presStyleIdx="2" presStyleCnt="5" custScaleX="97792" custScaleY="76128" custRadScaleRad="103062" custRadScaleInc="-235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4F4229-365E-49E6-9D92-C6108367B67E}" type="pres">
      <dgm:prSet presAssocID="{F8E12DE8-4349-4253-AFAE-F55A8FD2B836}" presName="nodeFollowingNodes" presStyleLbl="node1" presStyleIdx="3" presStyleCnt="5" custScaleX="97792" custScaleY="76128" custRadScaleRad="101963" custRadScaleInc="227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A1FB99-91A1-47C3-ADC3-BF26D5846ADA}" type="pres">
      <dgm:prSet presAssocID="{AC05A659-BC61-4714-B79C-EEB8EDB566B9}" presName="nodeFollowingNodes" presStyleLbl="node1" presStyleIdx="4" presStyleCnt="5" custScaleX="97792" custScaleY="76128" custRadScaleRad="112262" custRadScaleInc="-1573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8484BD0-CD3F-4210-8CCF-D1D0DEEA9C56}" srcId="{AC2F5CAF-A9C0-448A-96B3-7484DD07B81C}" destId="{6B327D17-3C65-4E8E-8998-05A42893E459}" srcOrd="0" destOrd="0" parTransId="{213FED99-7027-4049-8D0E-1755F649BC58}" sibTransId="{02AC24C9-A9F9-4926-9164-ADA3348935A2}"/>
    <dgm:cxn modelId="{FE341FD8-A893-4F75-AE26-D933347B05E2}" type="presOf" srcId="{92DD59B6-A777-4D0C-8440-24F1C8D04527}" destId="{3733F244-80C3-4FEB-859E-0F21D4D42A33}" srcOrd="0" destOrd="0" presId="urn:microsoft.com/office/officeart/2005/8/layout/cycle3"/>
    <dgm:cxn modelId="{BEEA8666-AD66-4ECA-BF8B-E57A1537483E}" type="presOf" srcId="{02AC24C9-A9F9-4926-9164-ADA3348935A2}" destId="{0F01FC7B-A737-4F7B-B4C1-92E9B4CAE7C2}" srcOrd="0" destOrd="0" presId="urn:microsoft.com/office/officeart/2005/8/layout/cycle3"/>
    <dgm:cxn modelId="{E2D4E67D-D53A-4047-B349-479F87721535}" type="presOf" srcId="{AC2F5CAF-A9C0-448A-96B3-7484DD07B81C}" destId="{3CCD1EA5-C46B-4BCA-AC27-FDB01E08EFAE}" srcOrd="0" destOrd="0" presId="urn:microsoft.com/office/officeart/2005/8/layout/cycle3"/>
    <dgm:cxn modelId="{B265B30A-7C4B-4C7D-89D8-D6A79A2B9457}" srcId="{AC2F5CAF-A9C0-448A-96B3-7484DD07B81C}" destId="{3919FBD3-A9EF-419C-846A-85C0602409BB}" srcOrd="1" destOrd="0" parTransId="{EBDBA688-C4DA-45F6-9F49-BB96FDED201E}" sibTransId="{A761A380-77B9-4F04-A38F-D7A925A42CDD}"/>
    <dgm:cxn modelId="{EE74FFEC-DB97-48CF-89D4-7DA9A0F075A2}" srcId="{AC2F5CAF-A9C0-448A-96B3-7484DD07B81C}" destId="{92DD59B6-A777-4D0C-8440-24F1C8D04527}" srcOrd="2" destOrd="0" parTransId="{11B6DFAF-374B-4FEC-9B8E-2AE9F7B68C19}" sibTransId="{755A9EB0-F60A-481E-96C6-999A68D9CD4A}"/>
    <dgm:cxn modelId="{52261036-4350-4583-9EFB-3333803623E2}" type="presOf" srcId="{F8E12DE8-4349-4253-AFAE-F55A8FD2B836}" destId="{664F4229-365E-49E6-9D92-C6108367B67E}" srcOrd="0" destOrd="0" presId="urn:microsoft.com/office/officeart/2005/8/layout/cycle3"/>
    <dgm:cxn modelId="{19AA3C58-E68E-4507-8A58-29AF1E0F3505}" type="presOf" srcId="{3919FBD3-A9EF-419C-846A-85C0602409BB}" destId="{DABB463F-04CC-4FED-8DA2-397D05730DDF}" srcOrd="0" destOrd="0" presId="urn:microsoft.com/office/officeart/2005/8/layout/cycle3"/>
    <dgm:cxn modelId="{83784F63-84F2-4DEE-B393-127D71F60E51}" srcId="{AC2F5CAF-A9C0-448A-96B3-7484DD07B81C}" destId="{AC05A659-BC61-4714-B79C-EEB8EDB566B9}" srcOrd="4" destOrd="0" parTransId="{85958DF9-F7DB-4B1E-9281-32A549CE1C78}" sibTransId="{3B498A0F-AAC7-41F2-BB5B-AB7992B736A2}"/>
    <dgm:cxn modelId="{84F9FF70-4FB3-476B-B8B9-FADF5109F65F}" srcId="{AC2F5CAF-A9C0-448A-96B3-7484DD07B81C}" destId="{F8E12DE8-4349-4253-AFAE-F55A8FD2B836}" srcOrd="3" destOrd="0" parTransId="{3C0AA376-DB4E-4209-91F9-1ECD54806101}" sibTransId="{0D1E3EE8-D62A-4A55-A7B7-1AB03962A396}"/>
    <dgm:cxn modelId="{DF20213E-BF2D-4D8C-B271-7F99EAEA97C2}" type="presOf" srcId="{6B327D17-3C65-4E8E-8998-05A42893E459}" destId="{F8BE725A-5425-4DB5-BA66-0AFEA9CA4A87}" srcOrd="0" destOrd="0" presId="urn:microsoft.com/office/officeart/2005/8/layout/cycle3"/>
    <dgm:cxn modelId="{4997D5B0-F604-433E-A487-458ED663F6A6}" type="presOf" srcId="{AC05A659-BC61-4714-B79C-EEB8EDB566B9}" destId="{C5A1FB99-91A1-47C3-ADC3-BF26D5846ADA}" srcOrd="0" destOrd="0" presId="urn:microsoft.com/office/officeart/2005/8/layout/cycle3"/>
    <dgm:cxn modelId="{9F3AA9D7-FCE7-42C1-8B03-DB081C0BC4DA}" type="presParOf" srcId="{3CCD1EA5-C46B-4BCA-AC27-FDB01E08EFAE}" destId="{CF69CFDA-4437-406A-A4AB-CA018ED71D8C}" srcOrd="0" destOrd="0" presId="urn:microsoft.com/office/officeart/2005/8/layout/cycle3"/>
    <dgm:cxn modelId="{B60F9406-7EC9-4FC7-9FE8-E793CD6E0B7A}" type="presParOf" srcId="{CF69CFDA-4437-406A-A4AB-CA018ED71D8C}" destId="{F8BE725A-5425-4DB5-BA66-0AFEA9CA4A87}" srcOrd="0" destOrd="0" presId="urn:microsoft.com/office/officeart/2005/8/layout/cycle3"/>
    <dgm:cxn modelId="{992F4C40-0083-4A1E-BCAC-0B68EE0915DE}" type="presParOf" srcId="{CF69CFDA-4437-406A-A4AB-CA018ED71D8C}" destId="{0F01FC7B-A737-4F7B-B4C1-92E9B4CAE7C2}" srcOrd="1" destOrd="0" presId="urn:microsoft.com/office/officeart/2005/8/layout/cycle3"/>
    <dgm:cxn modelId="{B138FC06-314F-46CE-8A13-80CFBEECD628}" type="presParOf" srcId="{CF69CFDA-4437-406A-A4AB-CA018ED71D8C}" destId="{DABB463F-04CC-4FED-8DA2-397D05730DDF}" srcOrd="2" destOrd="0" presId="urn:microsoft.com/office/officeart/2005/8/layout/cycle3"/>
    <dgm:cxn modelId="{653A1F68-712A-426A-8219-83E7AEA8BF5B}" type="presParOf" srcId="{CF69CFDA-4437-406A-A4AB-CA018ED71D8C}" destId="{3733F244-80C3-4FEB-859E-0F21D4D42A33}" srcOrd="3" destOrd="0" presId="urn:microsoft.com/office/officeart/2005/8/layout/cycle3"/>
    <dgm:cxn modelId="{D5E31209-07BC-4506-96BA-74CABFC2553E}" type="presParOf" srcId="{CF69CFDA-4437-406A-A4AB-CA018ED71D8C}" destId="{664F4229-365E-49E6-9D92-C6108367B67E}" srcOrd="4" destOrd="0" presId="urn:microsoft.com/office/officeart/2005/8/layout/cycle3"/>
    <dgm:cxn modelId="{F92CD96A-6592-4C06-AF4A-D8FF3760955C}" type="presParOf" srcId="{CF69CFDA-4437-406A-A4AB-CA018ED71D8C}" destId="{C5A1FB99-91A1-47C3-ADC3-BF26D5846ADA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2EEF01-F0A3-477E-A2B8-7ED534BE9210}" type="doc">
      <dgm:prSet loTypeId="urn:microsoft.com/office/officeart/2005/8/layout/pictureOrgChart+Icon" loCatId="hierarchy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72A4410A-72EC-40B3-9C58-01FCED5275F9}">
      <dgm:prSet phldrT="[Text]" custT="1"/>
      <dgm:spPr/>
      <dgm:t>
        <a:bodyPr/>
        <a:lstStyle/>
        <a:p>
          <a:r>
            <a:rPr lang="en-GB" sz="1000" dirty="0" smtClean="0"/>
            <a:t>Evaluetor Dashboard</a:t>
          </a:r>
          <a:endParaRPr lang="en-GB" sz="1000" dirty="0"/>
        </a:p>
      </dgm:t>
    </dgm:pt>
    <dgm:pt modelId="{768C1C7F-0A24-4FA2-8317-31FE4AD84506}" type="parTrans" cxnId="{46DBDF73-168E-4223-9F86-36DCE80FC083}">
      <dgm:prSet/>
      <dgm:spPr/>
      <dgm:t>
        <a:bodyPr/>
        <a:lstStyle/>
        <a:p>
          <a:endParaRPr lang="en-GB" sz="1050"/>
        </a:p>
      </dgm:t>
    </dgm:pt>
    <dgm:pt modelId="{ED73725D-754F-4C6D-8E54-252B90ABDF7E}" type="sibTrans" cxnId="{46DBDF73-168E-4223-9F86-36DCE80FC083}">
      <dgm:prSet/>
      <dgm:spPr/>
      <dgm:t>
        <a:bodyPr/>
        <a:lstStyle/>
        <a:p>
          <a:endParaRPr lang="en-GB" sz="1050"/>
        </a:p>
      </dgm:t>
    </dgm:pt>
    <dgm:pt modelId="{8FBD076E-AF45-4FD8-BFAD-BD0EFE04D7E3}">
      <dgm:prSet phldrT="[Text]" custT="1"/>
      <dgm:spPr/>
      <dgm:t>
        <a:bodyPr/>
        <a:lstStyle/>
        <a:p>
          <a:r>
            <a:rPr lang="en-GB" sz="1000" dirty="0" smtClean="0"/>
            <a:t>Contract performance</a:t>
          </a:r>
          <a:endParaRPr lang="en-GB" sz="1000" dirty="0"/>
        </a:p>
      </dgm:t>
    </dgm:pt>
    <dgm:pt modelId="{4A3F85A7-831E-4B49-9B8E-F8F7ABE6294C}" type="parTrans" cxnId="{B509AD24-A44B-449E-B14F-D6A64F4EC6A3}">
      <dgm:prSet/>
      <dgm:spPr/>
      <dgm:t>
        <a:bodyPr/>
        <a:lstStyle/>
        <a:p>
          <a:endParaRPr lang="en-GB" sz="1050"/>
        </a:p>
      </dgm:t>
    </dgm:pt>
    <dgm:pt modelId="{8B9E7520-B7BB-479F-BAD8-8CFC71A2B30D}" type="sibTrans" cxnId="{B509AD24-A44B-449E-B14F-D6A64F4EC6A3}">
      <dgm:prSet/>
      <dgm:spPr/>
      <dgm:t>
        <a:bodyPr/>
        <a:lstStyle/>
        <a:p>
          <a:endParaRPr lang="en-GB" sz="1050"/>
        </a:p>
      </dgm:t>
    </dgm:pt>
    <dgm:pt modelId="{928A491D-5FD4-4F53-8E90-77FE338BD067}">
      <dgm:prSet phldrT="[Text]" custT="1"/>
      <dgm:spPr/>
      <dgm:t>
        <a:bodyPr/>
        <a:lstStyle/>
        <a:p>
          <a:r>
            <a:rPr lang="en-GB" sz="1000" dirty="0" smtClean="0"/>
            <a:t>Improvement</a:t>
          </a:r>
        </a:p>
        <a:p>
          <a:r>
            <a:rPr lang="en-GB" sz="1000" dirty="0" smtClean="0"/>
            <a:t>Plan Status</a:t>
          </a:r>
          <a:endParaRPr lang="en-GB" sz="1000" dirty="0"/>
        </a:p>
      </dgm:t>
    </dgm:pt>
    <dgm:pt modelId="{DEF85F2A-C702-4C77-9329-EF8591C59C4B}" type="parTrans" cxnId="{3450B433-4BA4-48B2-A3DA-9B68D1BF3C38}">
      <dgm:prSet/>
      <dgm:spPr/>
      <dgm:t>
        <a:bodyPr/>
        <a:lstStyle/>
        <a:p>
          <a:endParaRPr lang="en-GB" sz="1050"/>
        </a:p>
      </dgm:t>
    </dgm:pt>
    <dgm:pt modelId="{6070AC6B-F4B8-4D34-BF68-7F9E6B907EDA}" type="sibTrans" cxnId="{3450B433-4BA4-48B2-A3DA-9B68D1BF3C38}">
      <dgm:prSet/>
      <dgm:spPr/>
      <dgm:t>
        <a:bodyPr/>
        <a:lstStyle/>
        <a:p>
          <a:endParaRPr lang="en-GB" sz="1050"/>
        </a:p>
      </dgm:t>
    </dgm:pt>
    <dgm:pt modelId="{DF1E534D-14C3-4B44-A6B1-194AB4AE606D}">
      <dgm:prSet phldrT="[Text]" custT="1"/>
      <dgm:spPr/>
      <dgm:t>
        <a:bodyPr/>
        <a:lstStyle/>
        <a:p>
          <a:r>
            <a:rPr lang="en-GB" sz="1000" dirty="0" smtClean="0"/>
            <a:t>Contracts</a:t>
          </a:r>
        </a:p>
        <a:p>
          <a:r>
            <a:rPr lang="en-GB" sz="1000" dirty="0" smtClean="0"/>
            <a:t>Upload</a:t>
          </a:r>
          <a:endParaRPr lang="en-GB" sz="1000" dirty="0"/>
        </a:p>
      </dgm:t>
    </dgm:pt>
    <dgm:pt modelId="{DD1CE2FC-397B-45D8-860B-E18710121CDD}" type="parTrans" cxnId="{FCC39A02-9888-479E-9310-FF142B05CA35}">
      <dgm:prSet/>
      <dgm:spPr/>
      <dgm:t>
        <a:bodyPr/>
        <a:lstStyle/>
        <a:p>
          <a:endParaRPr lang="en-GB" sz="1050"/>
        </a:p>
      </dgm:t>
    </dgm:pt>
    <dgm:pt modelId="{9FD3B7D6-7FC1-4778-8FB2-5C3F69A97F23}" type="sibTrans" cxnId="{FCC39A02-9888-479E-9310-FF142B05CA35}">
      <dgm:prSet/>
      <dgm:spPr/>
      <dgm:t>
        <a:bodyPr/>
        <a:lstStyle/>
        <a:p>
          <a:endParaRPr lang="en-GB" sz="1050"/>
        </a:p>
      </dgm:t>
    </dgm:pt>
    <dgm:pt modelId="{433CE9E7-8EE1-4151-A389-95FEED1C4F8A}">
      <dgm:prSet phldrT="[Text]" custT="1"/>
      <dgm:spPr/>
      <dgm:t>
        <a:bodyPr/>
        <a:lstStyle/>
        <a:p>
          <a:r>
            <a:rPr lang="en-GB" sz="1000" dirty="0" smtClean="0"/>
            <a:t>Contracting (client &amp; supplier)</a:t>
          </a:r>
          <a:endParaRPr lang="en-GB" sz="1000" dirty="0"/>
        </a:p>
      </dgm:t>
    </dgm:pt>
    <dgm:pt modelId="{2E0C920A-B276-44EB-87A0-DAB722805180}" type="parTrans" cxnId="{BA451010-5B4D-47E8-8172-4E52135DC728}">
      <dgm:prSet/>
      <dgm:spPr/>
      <dgm:t>
        <a:bodyPr/>
        <a:lstStyle/>
        <a:p>
          <a:endParaRPr lang="en-GB" sz="1050"/>
        </a:p>
      </dgm:t>
    </dgm:pt>
    <dgm:pt modelId="{603290F3-1A0A-4F10-BD8A-158A8CEE77F3}" type="sibTrans" cxnId="{BA451010-5B4D-47E8-8172-4E52135DC728}">
      <dgm:prSet/>
      <dgm:spPr/>
      <dgm:t>
        <a:bodyPr/>
        <a:lstStyle/>
        <a:p>
          <a:endParaRPr lang="en-GB" sz="1050"/>
        </a:p>
      </dgm:t>
    </dgm:pt>
    <dgm:pt modelId="{3D35D319-F761-4D41-86EC-F8DA1B92ED1F}">
      <dgm:prSet phldrT="[Text]" custT="1"/>
      <dgm:spPr/>
      <dgm:t>
        <a:bodyPr/>
        <a:lstStyle/>
        <a:p>
          <a:r>
            <a:rPr lang="en-GB" sz="1000" dirty="0" smtClean="0"/>
            <a:t>Go to Green status collection</a:t>
          </a:r>
        </a:p>
      </dgm:t>
    </dgm:pt>
    <dgm:pt modelId="{8BFF9E76-7BD7-4DEE-913E-7984C3F6B707}" type="parTrans" cxnId="{3407FB80-9C55-4E25-89F8-19855B56F274}">
      <dgm:prSet/>
      <dgm:spPr/>
      <dgm:t>
        <a:bodyPr/>
        <a:lstStyle/>
        <a:p>
          <a:endParaRPr lang="en-GB" sz="1050"/>
        </a:p>
      </dgm:t>
    </dgm:pt>
    <dgm:pt modelId="{7D216594-581C-453B-8800-38CB438A6A28}" type="sibTrans" cxnId="{3407FB80-9C55-4E25-89F8-19855B56F274}">
      <dgm:prSet/>
      <dgm:spPr/>
      <dgm:t>
        <a:bodyPr/>
        <a:lstStyle/>
        <a:p>
          <a:endParaRPr lang="en-GB" sz="1050"/>
        </a:p>
      </dgm:t>
    </dgm:pt>
    <dgm:pt modelId="{CBBD5A02-1B09-472B-8CE6-93B3AE35B5CD}">
      <dgm:prSet phldrT="[Text]" custT="1"/>
      <dgm:spPr/>
      <dgm:t>
        <a:bodyPr/>
        <a:lstStyle/>
        <a:p>
          <a:r>
            <a:rPr lang="en-GB" sz="1000" dirty="0" smtClean="0"/>
            <a:t>Services Metric collection (SPI)</a:t>
          </a:r>
          <a:endParaRPr lang="en-GB" sz="1000" dirty="0"/>
        </a:p>
      </dgm:t>
    </dgm:pt>
    <dgm:pt modelId="{D908D35C-1C73-4CF8-BF42-26F1D4A85B22}" type="parTrans" cxnId="{DD7B66C1-DCAD-4257-84F1-5481DE124E11}">
      <dgm:prSet/>
      <dgm:spPr/>
      <dgm:t>
        <a:bodyPr/>
        <a:lstStyle/>
        <a:p>
          <a:endParaRPr lang="en-GB" sz="1050"/>
        </a:p>
      </dgm:t>
    </dgm:pt>
    <dgm:pt modelId="{3F819829-C79F-4FC2-B4B7-AF8CAAAD6DB9}" type="sibTrans" cxnId="{DD7B66C1-DCAD-4257-84F1-5481DE124E11}">
      <dgm:prSet/>
      <dgm:spPr/>
      <dgm:t>
        <a:bodyPr/>
        <a:lstStyle/>
        <a:p>
          <a:endParaRPr lang="en-GB" sz="1050"/>
        </a:p>
      </dgm:t>
    </dgm:pt>
    <dgm:pt modelId="{3B4CC787-752E-41AA-B499-ECD2044FA97D}">
      <dgm:prSet phldrT="[Text]" custT="1"/>
      <dgm:spPr/>
      <dgm:t>
        <a:bodyPr/>
        <a:lstStyle/>
        <a:p>
          <a:r>
            <a:rPr lang="en-GB" sz="1000" dirty="0" smtClean="0"/>
            <a:t>Delivery Performance</a:t>
          </a:r>
          <a:endParaRPr lang="en-GB" sz="1000" dirty="0"/>
        </a:p>
      </dgm:t>
    </dgm:pt>
    <dgm:pt modelId="{20C9B748-8457-4D3C-82EA-813CB8D42C4A}" type="parTrans" cxnId="{98A15E6A-797C-4650-8F1B-0DD719BF27B7}">
      <dgm:prSet/>
      <dgm:spPr/>
      <dgm:t>
        <a:bodyPr/>
        <a:lstStyle/>
        <a:p>
          <a:endParaRPr lang="en-GB" sz="1050"/>
        </a:p>
      </dgm:t>
    </dgm:pt>
    <dgm:pt modelId="{1D402083-8CD9-4254-80A6-E5887479F7EE}" type="sibTrans" cxnId="{98A15E6A-797C-4650-8F1B-0DD719BF27B7}">
      <dgm:prSet/>
      <dgm:spPr/>
      <dgm:t>
        <a:bodyPr/>
        <a:lstStyle/>
        <a:p>
          <a:endParaRPr lang="en-GB" sz="1050"/>
        </a:p>
      </dgm:t>
    </dgm:pt>
    <dgm:pt modelId="{A27852CB-431B-47D9-A98D-FF7C848E54C0}">
      <dgm:prSet phldrT="[Text]" custT="1"/>
      <dgm:spPr/>
      <dgm:t>
        <a:bodyPr/>
        <a:lstStyle/>
        <a:p>
          <a:r>
            <a:rPr lang="en-GB" sz="1000" dirty="0" smtClean="0"/>
            <a:t>Project</a:t>
          </a:r>
        </a:p>
        <a:p>
          <a:r>
            <a:rPr lang="en-GB" sz="1000" dirty="0" smtClean="0"/>
            <a:t>Metric</a:t>
          </a:r>
        </a:p>
        <a:p>
          <a:r>
            <a:rPr lang="en-GB" sz="1000" dirty="0" smtClean="0"/>
            <a:t>Collection</a:t>
          </a:r>
        </a:p>
      </dgm:t>
    </dgm:pt>
    <dgm:pt modelId="{6903B7F9-198D-459B-A67A-DA962B5CF98C}" type="parTrans" cxnId="{1EF7D19B-1FA4-4E64-9EFC-4414325BF84D}">
      <dgm:prSet/>
      <dgm:spPr/>
      <dgm:t>
        <a:bodyPr/>
        <a:lstStyle/>
        <a:p>
          <a:endParaRPr lang="en-GB" sz="1050"/>
        </a:p>
      </dgm:t>
    </dgm:pt>
    <dgm:pt modelId="{0EACF26A-42C4-4C3C-93C3-734C1F232CC1}" type="sibTrans" cxnId="{1EF7D19B-1FA4-4E64-9EFC-4414325BF84D}">
      <dgm:prSet/>
      <dgm:spPr/>
      <dgm:t>
        <a:bodyPr/>
        <a:lstStyle/>
        <a:p>
          <a:endParaRPr lang="en-GB" sz="1050"/>
        </a:p>
      </dgm:t>
    </dgm:pt>
    <dgm:pt modelId="{04F5823B-4422-426A-B032-233D33675C94}">
      <dgm:prSet phldrT="[Text]" custT="1"/>
      <dgm:spPr/>
      <dgm:t>
        <a:bodyPr/>
        <a:lstStyle/>
        <a:p>
          <a:r>
            <a:rPr lang="en-GB" sz="1000" dirty="0" smtClean="0"/>
            <a:t>Alerts</a:t>
          </a:r>
          <a:endParaRPr lang="en-GB" sz="1000" dirty="0"/>
        </a:p>
      </dgm:t>
    </dgm:pt>
    <dgm:pt modelId="{B788F26D-47DD-492C-9366-E6E1E13A8F4F}" type="parTrans" cxnId="{2DD5EBCD-26E3-4D1F-813F-5B3199CE26D4}">
      <dgm:prSet/>
      <dgm:spPr/>
      <dgm:t>
        <a:bodyPr/>
        <a:lstStyle/>
        <a:p>
          <a:endParaRPr lang="en-GB"/>
        </a:p>
      </dgm:t>
    </dgm:pt>
    <dgm:pt modelId="{1F96A818-6B46-45C9-ABFC-B96ACD1E7F82}" type="sibTrans" cxnId="{2DD5EBCD-26E3-4D1F-813F-5B3199CE26D4}">
      <dgm:prSet/>
      <dgm:spPr/>
      <dgm:t>
        <a:bodyPr/>
        <a:lstStyle/>
        <a:p>
          <a:endParaRPr lang="en-GB"/>
        </a:p>
      </dgm:t>
    </dgm:pt>
    <dgm:pt modelId="{8DEAB44E-9D41-41DA-9EC3-3326AAEF7FBF}">
      <dgm:prSet phldrT="[Text]" custT="1"/>
      <dgm:spPr/>
      <dgm:t>
        <a:bodyPr/>
        <a:lstStyle/>
        <a:p>
          <a:r>
            <a:rPr lang="en-GB" sz="1000" dirty="0" smtClean="0"/>
            <a:t>Account Staff</a:t>
          </a:r>
          <a:endParaRPr lang="en-GB" sz="1000" dirty="0"/>
        </a:p>
      </dgm:t>
    </dgm:pt>
    <dgm:pt modelId="{D66513B8-4DB3-42DD-A63F-914AD834EDE5}" type="parTrans" cxnId="{F39B0CE8-37AC-40DF-8EBF-0E415B92F3BC}">
      <dgm:prSet/>
      <dgm:spPr/>
      <dgm:t>
        <a:bodyPr/>
        <a:lstStyle/>
        <a:p>
          <a:endParaRPr lang="en-GB"/>
        </a:p>
      </dgm:t>
    </dgm:pt>
    <dgm:pt modelId="{34928A05-DE14-40D0-9A61-E6647A503FC5}" type="sibTrans" cxnId="{F39B0CE8-37AC-40DF-8EBF-0E415B92F3BC}">
      <dgm:prSet/>
      <dgm:spPr/>
      <dgm:t>
        <a:bodyPr/>
        <a:lstStyle/>
        <a:p>
          <a:endParaRPr lang="en-GB"/>
        </a:p>
      </dgm:t>
    </dgm:pt>
    <dgm:pt modelId="{0BDA7B4D-14DB-46C3-B221-D5E043C7F032}">
      <dgm:prSet phldrT="[Text]" custT="1"/>
      <dgm:spPr/>
      <dgm:t>
        <a:bodyPr/>
        <a:lstStyle/>
        <a:p>
          <a:r>
            <a:rPr lang="en-GB" sz="1000" dirty="0" smtClean="0"/>
            <a:t>Delivery Staff</a:t>
          </a:r>
          <a:endParaRPr lang="en-GB" sz="1000" dirty="0"/>
        </a:p>
      </dgm:t>
    </dgm:pt>
    <dgm:pt modelId="{07F870FE-1734-41E8-A186-02EA58C0F2A9}" type="parTrans" cxnId="{0DE87EDA-7552-4569-AC73-2CAE73ACDBAD}">
      <dgm:prSet/>
      <dgm:spPr/>
      <dgm:t>
        <a:bodyPr/>
        <a:lstStyle/>
        <a:p>
          <a:endParaRPr lang="en-GB"/>
        </a:p>
      </dgm:t>
    </dgm:pt>
    <dgm:pt modelId="{BB8DC722-6A5C-4093-8745-F6F1D5A33AEF}" type="sibTrans" cxnId="{0DE87EDA-7552-4569-AC73-2CAE73ACDBAD}">
      <dgm:prSet/>
      <dgm:spPr/>
      <dgm:t>
        <a:bodyPr/>
        <a:lstStyle/>
        <a:p>
          <a:endParaRPr lang="en-GB"/>
        </a:p>
      </dgm:t>
    </dgm:pt>
    <dgm:pt modelId="{C1745780-3984-4382-9F26-D0DA2B5C5571}">
      <dgm:prSet phldrT="[Text]" custT="1"/>
      <dgm:spPr/>
      <dgm:t>
        <a:bodyPr/>
        <a:lstStyle/>
        <a:p>
          <a:r>
            <a:rPr lang="en-GB" sz="1000" dirty="0" smtClean="0"/>
            <a:t>Supplier Team Score</a:t>
          </a:r>
          <a:endParaRPr lang="en-GB" sz="1000" dirty="0"/>
        </a:p>
      </dgm:t>
    </dgm:pt>
    <dgm:pt modelId="{83D9FCD4-1BAA-4795-889A-4397F7BD16AA}" type="parTrans" cxnId="{DEE6B515-1B9B-4E02-A09C-71C5110CE3A1}">
      <dgm:prSet/>
      <dgm:spPr/>
      <dgm:t>
        <a:bodyPr/>
        <a:lstStyle/>
        <a:p>
          <a:endParaRPr lang="en-GB"/>
        </a:p>
      </dgm:t>
    </dgm:pt>
    <dgm:pt modelId="{80204584-495E-4E84-8C39-2A1E57623672}" type="sibTrans" cxnId="{DEE6B515-1B9B-4E02-A09C-71C5110CE3A1}">
      <dgm:prSet/>
      <dgm:spPr/>
      <dgm:t>
        <a:bodyPr/>
        <a:lstStyle/>
        <a:p>
          <a:endParaRPr lang="en-GB"/>
        </a:p>
      </dgm:t>
    </dgm:pt>
    <dgm:pt modelId="{F21ED9D4-7A9D-497D-9DA9-9F820F3FC6E0}">
      <dgm:prSet phldrT="[Text]" custT="1"/>
      <dgm:spPr/>
      <dgm:t>
        <a:bodyPr/>
        <a:lstStyle/>
        <a:p>
          <a:r>
            <a:rPr lang="en-GB" sz="1000" dirty="0" smtClean="0"/>
            <a:t>Client Score</a:t>
          </a:r>
          <a:endParaRPr lang="en-GB" sz="1000" dirty="0"/>
        </a:p>
      </dgm:t>
    </dgm:pt>
    <dgm:pt modelId="{05417E15-C877-44C2-AE3A-0F1174C725DE}" type="parTrans" cxnId="{EB6F1B92-2339-4CA5-9B58-3C4BBC5FE583}">
      <dgm:prSet/>
      <dgm:spPr/>
      <dgm:t>
        <a:bodyPr/>
        <a:lstStyle/>
        <a:p>
          <a:endParaRPr lang="en-GB"/>
        </a:p>
      </dgm:t>
    </dgm:pt>
    <dgm:pt modelId="{6ECC953C-A3DA-47DF-A109-EE205062DF50}" type="sibTrans" cxnId="{EB6F1B92-2339-4CA5-9B58-3C4BBC5FE583}">
      <dgm:prSet/>
      <dgm:spPr/>
      <dgm:t>
        <a:bodyPr/>
        <a:lstStyle/>
        <a:p>
          <a:endParaRPr lang="en-GB"/>
        </a:p>
      </dgm:t>
    </dgm:pt>
    <dgm:pt modelId="{1B06F07E-6FD3-43D9-984A-C699F42AC3F9}">
      <dgm:prSet phldrT="[Text]" custT="1"/>
      <dgm:spPr/>
      <dgm:t>
        <a:bodyPr/>
        <a:lstStyle/>
        <a:p>
          <a:r>
            <a:rPr lang="en-GB" sz="1000" dirty="0" smtClean="0"/>
            <a:t>Client Interview</a:t>
          </a:r>
          <a:endParaRPr lang="en-GB" sz="1000" dirty="0"/>
        </a:p>
      </dgm:t>
    </dgm:pt>
    <dgm:pt modelId="{EC6DD24B-F306-4D55-8C6E-3BECE74D6F0B}" type="parTrans" cxnId="{BCA21940-AE40-4E08-9353-2038EEF1D7A1}">
      <dgm:prSet/>
      <dgm:spPr/>
      <dgm:t>
        <a:bodyPr/>
        <a:lstStyle/>
        <a:p>
          <a:endParaRPr lang="en-GB"/>
        </a:p>
      </dgm:t>
    </dgm:pt>
    <dgm:pt modelId="{FD26837B-4202-4469-9923-DC41EFFE9305}" type="sibTrans" cxnId="{BCA21940-AE40-4E08-9353-2038EEF1D7A1}">
      <dgm:prSet/>
      <dgm:spPr/>
      <dgm:t>
        <a:bodyPr/>
        <a:lstStyle/>
        <a:p>
          <a:endParaRPr lang="en-GB"/>
        </a:p>
      </dgm:t>
    </dgm:pt>
    <dgm:pt modelId="{1D329AC2-D7FF-4EED-BFC2-65B3D85DB501}">
      <dgm:prSet phldrT="[Text]" custT="1"/>
      <dgm:spPr/>
      <dgm:t>
        <a:bodyPr/>
        <a:lstStyle/>
        <a:p>
          <a:r>
            <a:rPr lang="en-GB" sz="1000" dirty="0" smtClean="0"/>
            <a:t>Web based Survey</a:t>
          </a:r>
          <a:endParaRPr lang="en-GB" sz="1000" dirty="0"/>
        </a:p>
      </dgm:t>
    </dgm:pt>
    <dgm:pt modelId="{C408E1DB-18C8-4A17-A27C-C315194463ED}" type="parTrans" cxnId="{BEB7A0D1-8D8A-4628-9E43-637A70BE8613}">
      <dgm:prSet/>
      <dgm:spPr/>
      <dgm:t>
        <a:bodyPr/>
        <a:lstStyle/>
        <a:p>
          <a:endParaRPr lang="en-GB"/>
        </a:p>
      </dgm:t>
    </dgm:pt>
    <dgm:pt modelId="{F9CD547E-4C7D-466E-96DD-369C7874CDCF}" type="sibTrans" cxnId="{BEB7A0D1-8D8A-4628-9E43-637A70BE8613}">
      <dgm:prSet/>
      <dgm:spPr/>
      <dgm:t>
        <a:bodyPr/>
        <a:lstStyle/>
        <a:p>
          <a:endParaRPr lang="en-GB"/>
        </a:p>
      </dgm:t>
    </dgm:pt>
    <dgm:pt modelId="{EB0D2330-A56F-4C9D-8911-FE888310384C}" type="pres">
      <dgm:prSet presAssocID="{3D2EEF01-F0A3-477E-A2B8-7ED534BE921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85B07BBE-761E-4BE3-ADF1-2B348F358B48}" type="pres">
      <dgm:prSet presAssocID="{72A4410A-72EC-40B3-9C58-01FCED5275F9}" presName="hierRoot1" presStyleCnt="0">
        <dgm:presLayoutVars>
          <dgm:hierBranch val="init"/>
        </dgm:presLayoutVars>
      </dgm:prSet>
      <dgm:spPr/>
    </dgm:pt>
    <dgm:pt modelId="{231AD9DA-FD1A-417A-A2DE-B3123A4AB9C6}" type="pres">
      <dgm:prSet presAssocID="{72A4410A-72EC-40B3-9C58-01FCED5275F9}" presName="rootComposite1" presStyleCnt="0"/>
      <dgm:spPr/>
    </dgm:pt>
    <dgm:pt modelId="{AED8D582-AC66-44E7-92D0-6E080C44748F}" type="pres">
      <dgm:prSet presAssocID="{72A4410A-72EC-40B3-9C58-01FCED5275F9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DE5FFCA-620B-468F-BAC8-5D91B198810B}" type="pres">
      <dgm:prSet presAssocID="{72A4410A-72EC-40B3-9C58-01FCED5275F9}" presName="rootPict1" presStyleLbl="alignImgPlace1" presStyleIdx="0" presStyleCnt="1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4000" r="-114000"/>
          </a:stretch>
        </a:blipFill>
      </dgm:spPr>
      <dgm:t>
        <a:bodyPr/>
        <a:lstStyle/>
        <a:p>
          <a:endParaRPr lang="en-GB"/>
        </a:p>
      </dgm:t>
    </dgm:pt>
    <dgm:pt modelId="{B0AD5479-6E1D-406C-866C-5C675D3B14BA}" type="pres">
      <dgm:prSet presAssocID="{72A4410A-72EC-40B3-9C58-01FCED5275F9}" presName="rootConnector1" presStyleLbl="node1" presStyleIdx="0" presStyleCnt="0"/>
      <dgm:spPr/>
      <dgm:t>
        <a:bodyPr/>
        <a:lstStyle/>
        <a:p>
          <a:endParaRPr lang="en-GB"/>
        </a:p>
      </dgm:t>
    </dgm:pt>
    <dgm:pt modelId="{513A1396-ACC6-4090-906C-E065C0B639AC}" type="pres">
      <dgm:prSet presAssocID="{72A4410A-72EC-40B3-9C58-01FCED5275F9}" presName="hierChild2" presStyleCnt="0"/>
      <dgm:spPr/>
    </dgm:pt>
    <dgm:pt modelId="{1A536DD9-812F-4494-BA61-0F18DC13FDFC}" type="pres">
      <dgm:prSet presAssocID="{83D9FCD4-1BAA-4795-889A-4397F7BD16AA}" presName="Name37" presStyleLbl="parChTrans1D2" presStyleIdx="0" presStyleCnt="5"/>
      <dgm:spPr/>
      <dgm:t>
        <a:bodyPr/>
        <a:lstStyle/>
        <a:p>
          <a:endParaRPr lang="en-GB"/>
        </a:p>
      </dgm:t>
    </dgm:pt>
    <dgm:pt modelId="{4F379FC5-45C7-4A99-B2D5-F0F6C46A2D15}" type="pres">
      <dgm:prSet presAssocID="{C1745780-3984-4382-9F26-D0DA2B5C5571}" presName="hierRoot2" presStyleCnt="0">
        <dgm:presLayoutVars>
          <dgm:hierBranch val="init"/>
        </dgm:presLayoutVars>
      </dgm:prSet>
      <dgm:spPr/>
    </dgm:pt>
    <dgm:pt modelId="{C031DA18-7E35-48D6-A4EE-4221B980AF6F}" type="pres">
      <dgm:prSet presAssocID="{C1745780-3984-4382-9F26-D0DA2B5C5571}" presName="rootComposite" presStyleCnt="0"/>
      <dgm:spPr/>
    </dgm:pt>
    <dgm:pt modelId="{79633CAF-E1D8-48CA-98E4-5CEF54A059B3}" type="pres">
      <dgm:prSet presAssocID="{C1745780-3984-4382-9F26-D0DA2B5C5571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18EF1D2-4AE2-4F8B-BBD4-097846C07CB7}" type="pres">
      <dgm:prSet presAssocID="{C1745780-3984-4382-9F26-D0DA2B5C5571}" presName="rootPict" presStyleLbl="alignImgPlace1" presStyleIdx="1" presStyleCnt="16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en-GB"/>
        </a:p>
      </dgm:t>
    </dgm:pt>
    <dgm:pt modelId="{3687A4D2-1BE6-4256-AF37-11A9BD4D9D51}" type="pres">
      <dgm:prSet presAssocID="{C1745780-3984-4382-9F26-D0DA2B5C5571}" presName="rootConnector" presStyleLbl="node2" presStyleIdx="0" presStyleCnt="5"/>
      <dgm:spPr/>
      <dgm:t>
        <a:bodyPr/>
        <a:lstStyle/>
        <a:p>
          <a:endParaRPr lang="en-GB"/>
        </a:p>
      </dgm:t>
    </dgm:pt>
    <dgm:pt modelId="{02B972D4-00C1-4C8E-9C6F-5BCBA05A8C7F}" type="pres">
      <dgm:prSet presAssocID="{C1745780-3984-4382-9F26-D0DA2B5C5571}" presName="hierChild4" presStyleCnt="0"/>
      <dgm:spPr/>
    </dgm:pt>
    <dgm:pt modelId="{F6D2AD06-BCED-429B-860E-0B3B9B15BF21}" type="pres">
      <dgm:prSet presAssocID="{D66513B8-4DB3-42DD-A63F-914AD834EDE5}" presName="Name37" presStyleLbl="parChTrans1D3" presStyleIdx="0" presStyleCnt="10"/>
      <dgm:spPr/>
      <dgm:t>
        <a:bodyPr/>
        <a:lstStyle/>
        <a:p>
          <a:endParaRPr lang="en-GB"/>
        </a:p>
      </dgm:t>
    </dgm:pt>
    <dgm:pt modelId="{0CAF7E8E-74DE-45C6-9F9C-11F47CD8F8BF}" type="pres">
      <dgm:prSet presAssocID="{8DEAB44E-9D41-41DA-9EC3-3326AAEF7FBF}" presName="hierRoot2" presStyleCnt="0">
        <dgm:presLayoutVars>
          <dgm:hierBranch val="init"/>
        </dgm:presLayoutVars>
      </dgm:prSet>
      <dgm:spPr/>
    </dgm:pt>
    <dgm:pt modelId="{D430F72E-7984-44E7-ABC9-490E042E563F}" type="pres">
      <dgm:prSet presAssocID="{8DEAB44E-9D41-41DA-9EC3-3326AAEF7FBF}" presName="rootComposite" presStyleCnt="0"/>
      <dgm:spPr/>
    </dgm:pt>
    <dgm:pt modelId="{FE9C342D-1E9D-4172-8806-6F46558D3279}" type="pres">
      <dgm:prSet presAssocID="{8DEAB44E-9D41-41DA-9EC3-3326AAEF7FBF}" presName="rootText" presStyleLbl="node3" presStyleIdx="0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869D179-8E8C-4A12-9787-F5EDE544AAE9}" type="pres">
      <dgm:prSet presAssocID="{8DEAB44E-9D41-41DA-9EC3-3326AAEF7FBF}" presName="rootPict" presStyleLbl="alignImgPlace1" presStyleIdx="2" presStyleCnt="1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4000" r="-74000"/>
          </a:stretch>
        </a:blipFill>
      </dgm:spPr>
      <dgm:t>
        <a:bodyPr/>
        <a:lstStyle/>
        <a:p>
          <a:endParaRPr lang="en-GB"/>
        </a:p>
      </dgm:t>
    </dgm:pt>
    <dgm:pt modelId="{BFDEF810-34CE-40A2-B373-847B258A5632}" type="pres">
      <dgm:prSet presAssocID="{8DEAB44E-9D41-41DA-9EC3-3326AAEF7FBF}" presName="rootConnector" presStyleLbl="node3" presStyleIdx="0" presStyleCnt="10"/>
      <dgm:spPr/>
      <dgm:t>
        <a:bodyPr/>
        <a:lstStyle/>
        <a:p>
          <a:endParaRPr lang="en-GB"/>
        </a:p>
      </dgm:t>
    </dgm:pt>
    <dgm:pt modelId="{1F855836-15DF-491E-84DF-A593598DD32A}" type="pres">
      <dgm:prSet presAssocID="{8DEAB44E-9D41-41DA-9EC3-3326AAEF7FBF}" presName="hierChild4" presStyleCnt="0"/>
      <dgm:spPr/>
    </dgm:pt>
    <dgm:pt modelId="{9C33C18A-58B9-4CDD-B1D0-9CAD056BA7AB}" type="pres">
      <dgm:prSet presAssocID="{8DEAB44E-9D41-41DA-9EC3-3326AAEF7FBF}" presName="hierChild5" presStyleCnt="0"/>
      <dgm:spPr/>
    </dgm:pt>
    <dgm:pt modelId="{BC09ABB3-61E9-4AFD-96D9-AF1F5E5B3739}" type="pres">
      <dgm:prSet presAssocID="{07F870FE-1734-41E8-A186-02EA58C0F2A9}" presName="Name37" presStyleLbl="parChTrans1D3" presStyleIdx="1" presStyleCnt="10"/>
      <dgm:spPr/>
      <dgm:t>
        <a:bodyPr/>
        <a:lstStyle/>
        <a:p>
          <a:endParaRPr lang="en-GB"/>
        </a:p>
      </dgm:t>
    </dgm:pt>
    <dgm:pt modelId="{2B05E967-8971-4290-8E72-505B9A35D4D9}" type="pres">
      <dgm:prSet presAssocID="{0BDA7B4D-14DB-46C3-B221-D5E043C7F032}" presName="hierRoot2" presStyleCnt="0">
        <dgm:presLayoutVars>
          <dgm:hierBranch val="init"/>
        </dgm:presLayoutVars>
      </dgm:prSet>
      <dgm:spPr/>
    </dgm:pt>
    <dgm:pt modelId="{7D551CCC-7517-4F66-A86B-13D65A2BAD67}" type="pres">
      <dgm:prSet presAssocID="{0BDA7B4D-14DB-46C3-B221-D5E043C7F032}" presName="rootComposite" presStyleCnt="0"/>
      <dgm:spPr/>
    </dgm:pt>
    <dgm:pt modelId="{BFEB23B8-A3B2-44FC-85F1-B3C44275D572}" type="pres">
      <dgm:prSet presAssocID="{0BDA7B4D-14DB-46C3-B221-D5E043C7F032}" presName="rootText" presStyleLbl="node3" presStyleIdx="1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FBC5B46-CFEA-4835-8BEA-BE8A9292BEBA}" type="pres">
      <dgm:prSet presAssocID="{0BDA7B4D-14DB-46C3-B221-D5E043C7F032}" presName="rootPict" presStyleLbl="alignImgPlace1" presStyleIdx="3" presStyleCnt="1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</dgm:spPr>
      <dgm:t>
        <a:bodyPr/>
        <a:lstStyle/>
        <a:p>
          <a:endParaRPr lang="en-GB"/>
        </a:p>
      </dgm:t>
    </dgm:pt>
    <dgm:pt modelId="{8598F102-AD65-4845-A1DA-F2B84D714763}" type="pres">
      <dgm:prSet presAssocID="{0BDA7B4D-14DB-46C3-B221-D5E043C7F032}" presName="rootConnector" presStyleLbl="node3" presStyleIdx="1" presStyleCnt="10"/>
      <dgm:spPr/>
      <dgm:t>
        <a:bodyPr/>
        <a:lstStyle/>
        <a:p>
          <a:endParaRPr lang="en-GB"/>
        </a:p>
      </dgm:t>
    </dgm:pt>
    <dgm:pt modelId="{E9C05D07-D955-438F-A393-F6541EA623BC}" type="pres">
      <dgm:prSet presAssocID="{0BDA7B4D-14DB-46C3-B221-D5E043C7F032}" presName="hierChild4" presStyleCnt="0"/>
      <dgm:spPr/>
    </dgm:pt>
    <dgm:pt modelId="{A6D2F535-B0E7-4654-83BB-45AD2902A5BF}" type="pres">
      <dgm:prSet presAssocID="{0BDA7B4D-14DB-46C3-B221-D5E043C7F032}" presName="hierChild5" presStyleCnt="0"/>
      <dgm:spPr/>
    </dgm:pt>
    <dgm:pt modelId="{815924C8-3530-4B8A-B298-6B79263DABAF}" type="pres">
      <dgm:prSet presAssocID="{C1745780-3984-4382-9F26-D0DA2B5C5571}" presName="hierChild5" presStyleCnt="0"/>
      <dgm:spPr/>
    </dgm:pt>
    <dgm:pt modelId="{D7B35DC4-89F4-4BE9-8C2B-78ACFFA7E108}" type="pres">
      <dgm:prSet presAssocID="{05417E15-C877-44C2-AE3A-0F1174C725DE}" presName="Name37" presStyleLbl="parChTrans1D2" presStyleIdx="1" presStyleCnt="5"/>
      <dgm:spPr/>
      <dgm:t>
        <a:bodyPr/>
        <a:lstStyle/>
        <a:p>
          <a:endParaRPr lang="en-GB"/>
        </a:p>
      </dgm:t>
    </dgm:pt>
    <dgm:pt modelId="{A10A9083-2C61-40F2-B68D-7595CFEB4CEE}" type="pres">
      <dgm:prSet presAssocID="{F21ED9D4-7A9D-497D-9DA9-9F820F3FC6E0}" presName="hierRoot2" presStyleCnt="0">
        <dgm:presLayoutVars>
          <dgm:hierBranch val="init"/>
        </dgm:presLayoutVars>
      </dgm:prSet>
      <dgm:spPr/>
    </dgm:pt>
    <dgm:pt modelId="{D19A4775-FBBB-4D23-91A3-F4190973DA83}" type="pres">
      <dgm:prSet presAssocID="{F21ED9D4-7A9D-497D-9DA9-9F820F3FC6E0}" presName="rootComposite" presStyleCnt="0"/>
      <dgm:spPr/>
    </dgm:pt>
    <dgm:pt modelId="{080C48B7-F404-4C55-BD0E-2E2AC94FB131}" type="pres">
      <dgm:prSet presAssocID="{F21ED9D4-7A9D-497D-9DA9-9F820F3FC6E0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69FF9AA-3221-4A9D-A83A-775D6D34C489}" type="pres">
      <dgm:prSet presAssocID="{F21ED9D4-7A9D-497D-9DA9-9F820F3FC6E0}" presName="rootPict" presStyleLbl="alignImgPlace1" presStyleIdx="4" presStyleCnt="1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</dgm:spPr>
      <dgm:t>
        <a:bodyPr/>
        <a:lstStyle/>
        <a:p>
          <a:endParaRPr lang="en-GB"/>
        </a:p>
      </dgm:t>
    </dgm:pt>
    <dgm:pt modelId="{7DAACC71-6F47-43A2-B3EF-2E718EE1068F}" type="pres">
      <dgm:prSet presAssocID="{F21ED9D4-7A9D-497D-9DA9-9F820F3FC6E0}" presName="rootConnector" presStyleLbl="node2" presStyleIdx="1" presStyleCnt="5"/>
      <dgm:spPr/>
      <dgm:t>
        <a:bodyPr/>
        <a:lstStyle/>
        <a:p>
          <a:endParaRPr lang="en-GB"/>
        </a:p>
      </dgm:t>
    </dgm:pt>
    <dgm:pt modelId="{C4818F33-D87B-420E-8C59-E617906C1CD8}" type="pres">
      <dgm:prSet presAssocID="{F21ED9D4-7A9D-497D-9DA9-9F820F3FC6E0}" presName="hierChild4" presStyleCnt="0"/>
      <dgm:spPr/>
    </dgm:pt>
    <dgm:pt modelId="{42134374-E760-45F6-9135-736BF31179B9}" type="pres">
      <dgm:prSet presAssocID="{EC6DD24B-F306-4D55-8C6E-3BECE74D6F0B}" presName="Name37" presStyleLbl="parChTrans1D3" presStyleIdx="2" presStyleCnt="10"/>
      <dgm:spPr/>
      <dgm:t>
        <a:bodyPr/>
        <a:lstStyle/>
        <a:p>
          <a:endParaRPr lang="en-GB"/>
        </a:p>
      </dgm:t>
    </dgm:pt>
    <dgm:pt modelId="{FF74E7B0-27F0-4666-8FD6-6A8F03229131}" type="pres">
      <dgm:prSet presAssocID="{1B06F07E-6FD3-43D9-984A-C699F42AC3F9}" presName="hierRoot2" presStyleCnt="0">
        <dgm:presLayoutVars>
          <dgm:hierBranch val="init"/>
        </dgm:presLayoutVars>
      </dgm:prSet>
      <dgm:spPr/>
    </dgm:pt>
    <dgm:pt modelId="{91915D62-FC2A-4F5E-8825-49F6BADE31DE}" type="pres">
      <dgm:prSet presAssocID="{1B06F07E-6FD3-43D9-984A-C699F42AC3F9}" presName="rootComposite" presStyleCnt="0"/>
      <dgm:spPr/>
    </dgm:pt>
    <dgm:pt modelId="{D8417626-AB5C-4336-97C9-14D3EF3E469F}" type="pres">
      <dgm:prSet presAssocID="{1B06F07E-6FD3-43D9-984A-C699F42AC3F9}" presName="rootText" presStyleLbl="node3" presStyleIdx="2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EB6FDEE-CB79-4502-BB50-D5698F7B61A8}" type="pres">
      <dgm:prSet presAssocID="{1B06F07E-6FD3-43D9-984A-C699F42AC3F9}" presName="rootPict" presStyleLbl="alignImgPlace1" presStyleIdx="5" presStyleCnt="1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</dgm:spPr>
      <dgm:t>
        <a:bodyPr/>
        <a:lstStyle/>
        <a:p>
          <a:endParaRPr lang="en-GB"/>
        </a:p>
      </dgm:t>
    </dgm:pt>
    <dgm:pt modelId="{C9DF656D-4E9D-4808-905E-D1257FF61DE2}" type="pres">
      <dgm:prSet presAssocID="{1B06F07E-6FD3-43D9-984A-C699F42AC3F9}" presName="rootConnector" presStyleLbl="node3" presStyleIdx="2" presStyleCnt="10"/>
      <dgm:spPr/>
      <dgm:t>
        <a:bodyPr/>
        <a:lstStyle/>
        <a:p>
          <a:endParaRPr lang="en-GB"/>
        </a:p>
      </dgm:t>
    </dgm:pt>
    <dgm:pt modelId="{27B11CB9-226D-4FF0-96E6-15E4A34E228D}" type="pres">
      <dgm:prSet presAssocID="{1B06F07E-6FD3-43D9-984A-C699F42AC3F9}" presName="hierChild4" presStyleCnt="0"/>
      <dgm:spPr/>
    </dgm:pt>
    <dgm:pt modelId="{57696000-EE28-4460-B077-13065176842B}" type="pres">
      <dgm:prSet presAssocID="{1B06F07E-6FD3-43D9-984A-C699F42AC3F9}" presName="hierChild5" presStyleCnt="0"/>
      <dgm:spPr/>
    </dgm:pt>
    <dgm:pt modelId="{E90F8813-B2E0-44F7-9E3A-29B4EF2A810D}" type="pres">
      <dgm:prSet presAssocID="{C408E1DB-18C8-4A17-A27C-C315194463ED}" presName="Name37" presStyleLbl="parChTrans1D3" presStyleIdx="3" presStyleCnt="10"/>
      <dgm:spPr/>
      <dgm:t>
        <a:bodyPr/>
        <a:lstStyle/>
        <a:p>
          <a:endParaRPr lang="en-GB"/>
        </a:p>
      </dgm:t>
    </dgm:pt>
    <dgm:pt modelId="{7BB02D9A-0D73-4AF6-98C5-EF1830328E1F}" type="pres">
      <dgm:prSet presAssocID="{1D329AC2-D7FF-4EED-BFC2-65B3D85DB501}" presName="hierRoot2" presStyleCnt="0">
        <dgm:presLayoutVars>
          <dgm:hierBranch val="init"/>
        </dgm:presLayoutVars>
      </dgm:prSet>
      <dgm:spPr/>
    </dgm:pt>
    <dgm:pt modelId="{F545E634-8CF8-41CC-A850-3A492C0DDC9D}" type="pres">
      <dgm:prSet presAssocID="{1D329AC2-D7FF-4EED-BFC2-65B3D85DB501}" presName="rootComposite" presStyleCnt="0"/>
      <dgm:spPr/>
    </dgm:pt>
    <dgm:pt modelId="{3FBB327A-B333-4067-B726-C47CE9AB7119}" type="pres">
      <dgm:prSet presAssocID="{1D329AC2-D7FF-4EED-BFC2-65B3D85DB501}" presName="rootText" presStyleLbl="node3" presStyleIdx="3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7090217-907B-4560-BAF9-7C104616AC7B}" type="pres">
      <dgm:prSet presAssocID="{1D329AC2-D7FF-4EED-BFC2-65B3D85DB501}" presName="rootPict" presStyleLbl="alignImgPlace1" presStyleIdx="6" presStyleCnt="1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</dgm:spPr>
      <dgm:t>
        <a:bodyPr/>
        <a:lstStyle/>
        <a:p>
          <a:endParaRPr lang="en-GB"/>
        </a:p>
      </dgm:t>
    </dgm:pt>
    <dgm:pt modelId="{AB4FA87F-48D4-4032-B025-D0225B5AEED4}" type="pres">
      <dgm:prSet presAssocID="{1D329AC2-D7FF-4EED-BFC2-65B3D85DB501}" presName="rootConnector" presStyleLbl="node3" presStyleIdx="3" presStyleCnt="10"/>
      <dgm:spPr/>
      <dgm:t>
        <a:bodyPr/>
        <a:lstStyle/>
        <a:p>
          <a:endParaRPr lang="en-GB"/>
        </a:p>
      </dgm:t>
    </dgm:pt>
    <dgm:pt modelId="{82F3101A-0B1D-4E37-8F4E-23FCAC477F10}" type="pres">
      <dgm:prSet presAssocID="{1D329AC2-D7FF-4EED-BFC2-65B3D85DB501}" presName="hierChild4" presStyleCnt="0"/>
      <dgm:spPr/>
    </dgm:pt>
    <dgm:pt modelId="{3CBE8883-6D14-4BAA-8266-1298BBA16E3D}" type="pres">
      <dgm:prSet presAssocID="{1D329AC2-D7FF-4EED-BFC2-65B3D85DB501}" presName="hierChild5" presStyleCnt="0"/>
      <dgm:spPr/>
    </dgm:pt>
    <dgm:pt modelId="{ACE4C83F-8E82-40F4-B1CA-1E828F6B3072}" type="pres">
      <dgm:prSet presAssocID="{F21ED9D4-7A9D-497D-9DA9-9F820F3FC6E0}" presName="hierChild5" presStyleCnt="0"/>
      <dgm:spPr/>
    </dgm:pt>
    <dgm:pt modelId="{7EC69BE0-013B-4A88-A7A0-A1A7CC3DB314}" type="pres">
      <dgm:prSet presAssocID="{DEF85F2A-C702-4C77-9329-EF8591C59C4B}" presName="Name37" presStyleLbl="parChTrans1D2" presStyleIdx="2" presStyleCnt="5"/>
      <dgm:spPr/>
      <dgm:t>
        <a:bodyPr/>
        <a:lstStyle/>
        <a:p>
          <a:endParaRPr lang="en-GB"/>
        </a:p>
      </dgm:t>
    </dgm:pt>
    <dgm:pt modelId="{C826D8A3-D24F-4A0D-A606-66262BBF4D4A}" type="pres">
      <dgm:prSet presAssocID="{928A491D-5FD4-4F53-8E90-77FE338BD067}" presName="hierRoot2" presStyleCnt="0">
        <dgm:presLayoutVars>
          <dgm:hierBranch val="init"/>
        </dgm:presLayoutVars>
      </dgm:prSet>
      <dgm:spPr/>
    </dgm:pt>
    <dgm:pt modelId="{9E8D287B-A2C4-4091-AA29-2F6E629D5164}" type="pres">
      <dgm:prSet presAssocID="{928A491D-5FD4-4F53-8E90-77FE338BD067}" presName="rootComposite" presStyleCnt="0"/>
      <dgm:spPr/>
    </dgm:pt>
    <dgm:pt modelId="{7F2ABC71-4503-48F1-8796-B7DE82D307C2}" type="pres">
      <dgm:prSet presAssocID="{928A491D-5FD4-4F53-8E90-77FE338BD067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7A1DA85-023F-4376-A832-FFF2E0C1AEDE}" type="pres">
      <dgm:prSet presAssocID="{928A491D-5FD4-4F53-8E90-77FE338BD067}" presName="rootPict" presStyleLbl="alignImgPlace1" presStyleIdx="7" presStyleCnt="16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1000" r="-51000"/>
          </a:stretch>
        </a:blipFill>
      </dgm:spPr>
      <dgm:t>
        <a:bodyPr/>
        <a:lstStyle/>
        <a:p>
          <a:endParaRPr lang="en-GB"/>
        </a:p>
      </dgm:t>
    </dgm:pt>
    <dgm:pt modelId="{1AAA183A-73BA-4B4A-A69D-BF3CAAE1EA14}" type="pres">
      <dgm:prSet presAssocID="{928A491D-5FD4-4F53-8E90-77FE338BD067}" presName="rootConnector" presStyleLbl="node2" presStyleIdx="2" presStyleCnt="5"/>
      <dgm:spPr/>
      <dgm:t>
        <a:bodyPr/>
        <a:lstStyle/>
        <a:p>
          <a:endParaRPr lang="en-GB"/>
        </a:p>
      </dgm:t>
    </dgm:pt>
    <dgm:pt modelId="{F44E3E28-E6D0-4FF0-80ED-DF6FDF44DFA8}" type="pres">
      <dgm:prSet presAssocID="{928A491D-5FD4-4F53-8E90-77FE338BD067}" presName="hierChild4" presStyleCnt="0"/>
      <dgm:spPr/>
    </dgm:pt>
    <dgm:pt modelId="{9B3CCBCF-C670-4BFE-BE89-B654A76158F8}" type="pres">
      <dgm:prSet presAssocID="{8BFF9E76-7BD7-4DEE-913E-7984C3F6B707}" presName="Name37" presStyleLbl="parChTrans1D3" presStyleIdx="4" presStyleCnt="10"/>
      <dgm:spPr/>
      <dgm:t>
        <a:bodyPr/>
        <a:lstStyle/>
        <a:p>
          <a:endParaRPr lang="en-GB"/>
        </a:p>
      </dgm:t>
    </dgm:pt>
    <dgm:pt modelId="{F4F4A731-475F-464B-B11A-C898C8CA94BF}" type="pres">
      <dgm:prSet presAssocID="{3D35D319-F761-4D41-86EC-F8DA1B92ED1F}" presName="hierRoot2" presStyleCnt="0">
        <dgm:presLayoutVars>
          <dgm:hierBranch val="init"/>
        </dgm:presLayoutVars>
      </dgm:prSet>
      <dgm:spPr/>
    </dgm:pt>
    <dgm:pt modelId="{382FF07A-D966-431D-9137-B12EB769F13F}" type="pres">
      <dgm:prSet presAssocID="{3D35D319-F761-4D41-86EC-F8DA1B92ED1F}" presName="rootComposite" presStyleCnt="0"/>
      <dgm:spPr/>
    </dgm:pt>
    <dgm:pt modelId="{6651222B-8551-4290-96E5-2E8263859D29}" type="pres">
      <dgm:prSet presAssocID="{3D35D319-F761-4D41-86EC-F8DA1B92ED1F}" presName="rootText" presStyleLbl="node3" presStyleIdx="4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8F7006D-06CC-4AE8-A5E3-973FAF488BA3}" type="pres">
      <dgm:prSet presAssocID="{3D35D319-F761-4D41-86EC-F8DA1B92ED1F}" presName="rootPict" presStyleLbl="alignImgPlace1" presStyleIdx="8" presStyleCnt="1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  <dgm:t>
        <a:bodyPr/>
        <a:lstStyle/>
        <a:p>
          <a:endParaRPr lang="en-GB"/>
        </a:p>
      </dgm:t>
    </dgm:pt>
    <dgm:pt modelId="{CFCE051B-992E-4A7F-BA9A-3A6044B4C7B0}" type="pres">
      <dgm:prSet presAssocID="{3D35D319-F761-4D41-86EC-F8DA1B92ED1F}" presName="rootConnector" presStyleLbl="node3" presStyleIdx="4" presStyleCnt="10"/>
      <dgm:spPr/>
      <dgm:t>
        <a:bodyPr/>
        <a:lstStyle/>
        <a:p>
          <a:endParaRPr lang="en-GB"/>
        </a:p>
      </dgm:t>
    </dgm:pt>
    <dgm:pt modelId="{86DA8CE3-F319-425F-AB99-6AB86AD2AE16}" type="pres">
      <dgm:prSet presAssocID="{3D35D319-F761-4D41-86EC-F8DA1B92ED1F}" presName="hierChild4" presStyleCnt="0"/>
      <dgm:spPr/>
    </dgm:pt>
    <dgm:pt modelId="{29A8BE0E-1C94-4766-91DF-E25E485661F5}" type="pres">
      <dgm:prSet presAssocID="{3D35D319-F761-4D41-86EC-F8DA1B92ED1F}" presName="hierChild5" presStyleCnt="0"/>
      <dgm:spPr/>
    </dgm:pt>
    <dgm:pt modelId="{44417C64-5C2F-47F9-86C6-9DD537E55BE8}" type="pres">
      <dgm:prSet presAssocID="{928A491D-5FD4-4F53-8E90-77FE338BD067}" presName="hierChild5" presStyleCnt="0"/>
      <dgm:spPr/>
    </dgm:pt>
    <dgm:pt modelId="{F732ED0D-6A92-4247-BCE3-DCBC67C4780F}" type="pres">
      <dgm:prSet presAssocID="{20C9B748-8457-4D3C-82EA-813CB8D42C4A}" presName="Name37" presStyleLbl="parChTrans1D2" presStyleIdx="3" presStyleCnt="5"/>
      <dgm:spPr/>
      <dgm:t>
        <a:bodyPr/>
        <a:lstStyle/>
        <a:p>
          <a:endParaRPr lang="en-GB"/>
        </a:p>
      </dgm:t>
    </dgm:pt>
    <dgm:pt modelId="{476C9F80-7C4C-4139-A866-9C2CF452F947}" type="pres">
      <dgm:prSet presAssocID="{3B4CC787-752E-41AA-B499-ECD2044FA97D}" presName="hierRoot2" presStyleCnt="0">
        <dgm:presLayoutVars>
          <dgm:hierBranch val="init"/>
        </dgm:presLayoutVars>
      </dgm:prSet>
      <dgm:spPr/>
    </dgm:pt>
    <dgm:pt modelId="{43CCA59F-0EAC-456C-9924-16372453CD34}" type="pres">
      <dgm:prSet presAssocID="{3B4CC787-752E-41AA-B499-ECD2044FA97D}" presName="rootComposite" presStyleCnt="0"/>
      <dgm:spPr/>
    </dgm:pt>
    <dgm:pt modelId="{BE1184DB-1C74-4FEC-BE98-B9C1DAEFC3D8}" type="pres">
      <dgm:prSet presAssocID="{3B4CC787-752E-41AA-B499-ECD2044FA97D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4674C41-FE3D-4499-9295-C3744F7F7EDF}" type="pres">
      <dgm:prSet presAssocID="{3B4CC787-752E-41AA-B499-ECD2044FA97D}" presName="rootPict" presStyleLbl="alignImgPlace1" presStyleIdx="9" presStyleCnt="16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9000" r="-109000"/>
          </a:stretch>
        </a:blipFill>
      </dgm:spPr>
      <dgm:t>
        <a:bodyPr/>
        <a:lstStyle/>
        <a:p>
          <a:endParaRPr lang="en-GB"/>
        </a:p>
      </dgm:t>
    </dgm:pt>
    <dgm:pt modelId="{2E68F2EC-33EE-483B-B2A9-AA2E710F35AC}" type="pres">
      <dgm:prSet presAssocID="{3B4CC787-752E-41AA-B499-ECD2044FA97D}" presName="rootConnector" presStyleLbl="node2" presStyleIdx="3" presStyleCnt="5"/>
      <dgm:spPr/>
      <dgm:t>
        <a:bodyPr/>
        <a:lstStyle/>
        <a:p>
          <a:endParaRPr lang="en-GB"/>
        </a:p>
      </dgm:t>
    </dgm:pt>
    <dgm:pt modelId="{2B584DC8-9EFF-435A-8CFB-2BEC9FE0D835}" type="pres">
      <dgm:prSet presAssocID="{3B4CC787-752E-41AA-B499-ECD2044FA97D}" presName="hierChild4" presStyleCnt="0"/>
      <dgm:spPr/>
    </dgm:pt>
    <dgm:pt modelId="{3D73466B-AB5B-46C4-80F0-C8BD02FD8BFC}" type="pres">
      <dgm:prSet presAssocID="{D908D35C-1C73-4CF8-BF42-26F1D4A85B22}" presName="Name37" presStyleLbl="parChTrans1D3" presStyleIdx="5" presStyleCnt="10"/>
      <dgm:spPr/>
      <dgm:t>
        <a:bodyPr/>
        <a:lstStyle/>
        <a:p>
          <a:endParaRPr lang="en-GB"/>
        </a:p>
      </dgm:t>
    </dgm:pt>
    <dgm:pt modelId="{99DDD51D-6E35-498F-88AA-0F2DD7160382}" type="pres">
      <dgm:prSet presAssocID="{CBBD5A02-1B09-472B-8CE6-93B3AE35B5CD}" presName="hierRoot2" presStyleCnt="0">
        <dgm:presLayoutVars>
          <dgm:hierBranch val="init"/>
        </dgm:presLayoutVars>
      </dgm:prSet>
      <dgm:spPr/>
    </dgm:pt>
    <dgm:pt modelId="{ABF778B2-6025-46B9-93C3-63546A47CE11}" type="pres">
      <dgm:prSet presAssocID="{CBBD5A02-1B09-472B-8CE6-93B3AE35B5CD}" presName="rootComposite" presStyleCnt="0"/>
      <dgm:spPr/>
    </dgm:pt>
    <dgm:pt modelId="{C2E51325-7ED3-4829-8B70-1DDBD2A8FB50}" type="pres">
      <dgm:prSet presAssocID="{CBBD5A02-1B09-472B-8CE6-93B3AE35B5CD}" presName="rootText" presStyleLbl="node3" presStyleIdx="5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7EACED8-6441-4C13-9499-367119AE5AA0}" type="pres">
      <dgm:prSet presAssocID="{CBBD5A02-1B09-472B-8CE6-93B3AE35B5CD}" presName="rootPict" presStyleLbl="alignImgPlace1" presStyleIdx="10" presStyleCnt="16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  <dgm:t>
        <a:bodyPr/>
        <a:lstStyle/>
        <a:p>
          <a:endParaRPr lang="en-GB"/>
        </a:p>
      </dgm:t>
    </dgm:pt>
    <dgm:pt modelId="{195221EF-CCC8-46D1-8C65-7DAF8C7933ED}" type="pres">
      <dgm:prSet presAssocID="{CBBD5A02-1B09-472B-8CE6-93B3AE35B5CD}" presName="rootConnector" presStyleLbl="node3" presStyleIdx="5" presStyleCnt="10"/>
      <dgm:spPr/>
      <dgm:t>
        <a:bodyPr/>
        <a:lstStyle/>
        <a:p>
          <a:endParaRPr lang="en-GB"/>
        </a:p>
      </dgm:t>
    </dgm:pt>
    <dgm:pt modelId="{F4EDB2CC-BB1B-4ED3-B688-7C85146BB103}" type="pres">
      <dgm:prSet presAssocID="{CBBD5A02-1B09-472B-8CE6-93B3AE35B5CD}" presName="hierChild4" presStyleCnt="0"/>
      <dgm:spPr/>
    </dgm:pt>
    <dgm:pt modelId="{28EDDEF5-7AF1-44D2-B6AD-47C25FA7A414}" type="pres">
      <dgm:prSet presAssocID="{CBBD5A02-1B09-472B-8CE6-93B3AE35B5CD}" presName="hierChild5" presStyleCnt="0"/>
      <dgm:spPr/>
    </dgm:pt>
    <dgm:pt modelId="{3457F1DD-61D4-4FE3-931A-24565B67B48C}" type="pres">
      <dgm:prSet presAssocID="{6903B7F9-198D-459B-A67A-DA962B5CF98C}" presName="Name37" presStyleLbl="parChTrans1D3" presStyleIdx="6" presStyleCnt="10"/>
      <dgm:spPr/>
      <dgm:t>
        <a:bodyPr/>
        <a:lstStyle/>
        <a:p>
          <a:endParaRPr lang="en-GB"/>
        </a:p>
      </dgm:t>
    </dgm:pt>
    <dgm:pt modelId="{DFF02543-EDB0-4ACF-A1C9-42E6313DC029}" type="pres">
      <dgm:prSet presAssocID="{A27852CB-431B-47D9-A98D-FF7C848E54C0}" presName="hierRoot2" presStyleCnt="0">
        <dgm:presLayoutVars>
          <dgm:hierBranch val="init"/>
        </dgm:presLayoutVars>
      </dgm:prSet>
      <dgm:spPr/>
    </dgm:pt>
    <dgm:pt modelId="{B652A800-1AF3-47B4-B970-2EF11E9B2A8E}" type="pres">
      <dgm:prSet presAssocID="{A27852CB-431B-47D9-A98D-FF7C848E54C0}" presName="rootComposite" presStyleCnt="0"/>
      <dgm:spPr/>
    </dgm:pt>
    <dgm:pt modelId="{1B918672-426E-4809-9857-F85A51648693}" type="pres">
      <dgm:prSet presAssocID="{A27852CB-431B-47D9-A98D-FF7C848E54C0}" presName="rootText" presStyleLbl="node3" presStyleIdx="6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5EFEB96-C330-4ACA-A900-7D245D48D792}" type="pres">
      <dgm:prSet presAssocID="{A27852CB-431B-47D9-A98D-FF7C848E54C0}" presName="rootPict" presStyleLbl="alignImgPlace1" presStyleIdx="11" presStyleCnt="16"/>
      <dgm:spPr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  <dgm:t>
        <a:bodyPr/>
        <a:lstStyle/>
        <a:p>
          <a:endParaRPr lang="en-GB"/>
        </a:p>
      </dgm:t>
    </dgm:pt>
    <dgm:pt modelId="{BAEAF491-EB4A-4E1B-B30B-B93CEF2ADDA3}" type="pres">
      <dgm:prSet presAssocID="{A27852CB-431B-47D9-A98D-FF7C848E54C0}" presName="rootConnector" presStyleLbl="node3" presStyleIdx="6" presStyleCnt="10"/>
      <dgm:spPr/>
      <dgm:t>
        <a:bodyPr/>
        <a:lstStyle/>
        <a:p>
          <a:endParaRPr lang="en-GB"/>
        </a:p>
      </dgm:t>
    </dgm:pt>
    <dgm:pt modelId="{88AD8E62-C568-4934-922F-019B3E36D422}" type="pres">
      <dgm:prSet presAssocID="{A27852CB-431B-47D9-A98D-FF7C848E54C0}" presName="hierChild4" presStyleCnt="0"/>
      <dgm:spPr/>
    </dgm:pt>
    <dgm:pt modelId="{21E574A1-CC97-4227-ACDF-0BB4B626A751}" type="pres">
      <dgm:prSet presAssocID="{A27852CB-431B-47D9-A98D-FF7C848E54C0}" presName="hierChild5" presStyleCnt="0"/>
      <dgm:spPr/>
    </dgm:pt>
    <dgm:pt modelId="{CA4F9A18-4F4A-4F70-8FE5-83E7922DC0F8}" type="pres">
      <dgm:prSet presAssocID="{3B4CC787-752E-41AA-B499-ECD2044FA97D}" presName="hierChild5" presStyleCnt="0"/>
      <dgm:spPr/>
    </dgm:pt>
    <dgm:pt modelId="{283372A6-8A2A-435A-822A-82A34FF0FD9B}" type="pres">
      <dgm:prSet presAssocID="{4A3F85A7-831E-4B49-9B8E-F8F7ABE6294C}" presName="Name37" presStyleLbl="parChTrans1D2" presStyleIdx="4" presStyleCnt="5"/>
      <dgm:spPr/>
      <dgm:t>
        <a:bodyPr/>
        <a:lstStyle/>
        <a:p>
          <a:endParaRPr lang="en-GB"/>
        </a:p>
      </dgm:t>
    </dgm:pt>
    <dgm:pt modelId="{9CE43002-64A9-4423-9F48-5CA1DD091E60}" type="pres">
      <dgm:prSet presAssocID="{8FBD076E-AF45-4FD8-BFAD-BD0EFE04D7E3}" presName="hierRoot2" presStyleCnt="0">
        <dgm:presLayoutVars>
          <dgm:hierBranch val="init"/>
        </dgm:presLayoutVars>
      </dgm:prSet>
      <dgm:spPr/>
    </dgm:pt>
    <dgm:pt modelId="{4690BDC5-EB97-4080-8386-65AC5ED41B92}" type="pres">
      <dgm:prSet presAssocID="{8FBD076E-AF45-4FD8-BFAD-BD0EFE04D7E3}" presName="rootComposite" presStyleCnt="0"/>
      <dgm:spPr/>
    </dgm:pt>
    <dgm:pt modelId="{D3314B29-3E92-4035-B06D-C14743277B1F}" type="pres">
      <dgm:prSet presAssocID="{8FBD076E-AF45-4FD8-BFAD-BD0EFE04D7E3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75B5F65-8459-49AE-B295-18A3FFF547A9}" type="pres">
      <dgm:prSet presAssocID="{8FBD076E-AF45-4FD8-BFAD-BD0EFE04D7E3}" presName="rootPict" presStyleLbl="alignImgPlace1" presStyleIdx="12" presStyleCnt="16"/>
      <dgm:spPr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  <dgm:t>
        <a:bodyPr/>
        <a:lstStyle/>
        <a:p>
          <a:endParaRPr lang="en-GB"/>
        </a:p>
      </dgm:t>
    </dgm:pt>
    <dgm:pt modelId="{537B692F-632F-4B1C-9AC3-02863D8BEA14}" type="pres">
      <dgm:prSet presAssocID="{8FBD076E-AF45-4FD8-BFAD-BD0EFE04D7E3}" presName="rootConnector" presStyleLbl="node2" presStyleIdx="4" presStyleCnt="5"/>
      <dgm:spPr/>
      <dgm:t>
        <a:bodyPr/>
        <a:lstStyle/>
        <a:p>
          <a:endParaRPr lang="en-GB"/>
        </a:p>
      </dgm:t>
    </dgm:pt>
    <dgm:pt modelId="{4BF471E4-9464-4A20-8AA6-D895734B9CDA}" type="pres">
      <dgm:prSet presAssocID="{8FBD076E-AF45-4FD8-BFAD-BD0EFE04D7E3}" presName="hierChild4" presStyleCnt="0"/>
      <dgm:spPr/>
    </dgm:pt>
    <dgm:pt modelId="{65ECE1B2-A2B2-4030-858F-603DCB3641A2}" type="pres">
      <dgm:prSet presAssocID="{B788F26D-47DD-492C-9366-E6E1E13A8F4F}" presName="Name37" presStyleLbl="parChTrans1D3" presStyleIdx="7" presStyleCnt="10"/>
      <dgm:spPr/>
      <dgm:t>
        <a:bodyPr/>
        <a:lstStyle/>
        <a:p>
          <a:endParaRPr lang="en-GB"/>
        </a:p>
      </dgm:t>
    </dgm:pt>
    <dgm:pt modelId="{1118F91A-CA81-47D3-B243-CA7029A6E3FB}" type="pres">
      <dgm:prSet presAssocID="{04F5823B-4422-426A-B032-233D33675C94}" presName="hierRoot2" presStyleCnt="0">
        <dgm:presLayoutVars>
          <dgm:hierBranch val="init"/>
        </dgm:presLayoutVars>
      </dgm:prSet>
      <dgm:spPr/>
    </dgm:pt>
    <dgm:pt modelId="{7D0A6DCC-87E7-4675-80FC-56BAEBDE6DFA}" type="pres">
      <dgm:prSet presAssocID="{04F5823B-4422-426A-B032-233D33675C94}" presName="rootComposite" presStyleCnt="0"/>
      <dgm:spPr/>
    </dgm:pt>
    <dgm:pt modelId="{86D49F76-E13B-40CB-BCDE-A6B4E8BE080C}" type="pres">
      <dgm:prSet presAssocID="{04F5823B-4422-426A-B032-233D33675C94}" presName="rootText" presStyleLbl="node3" presStyleIdx="7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71F9437-E626-4118-BD97-E82C08243431}" type="pres">
      <dgm:prSet presAssocID="{04F5823B-4422-426A-B032-233D33675C94}" presName="rootPict" presStyleLbl="alignImgPlace1" presStyleIdx="13" presStyleCnt="16"/>
      <dgm:spPr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  <dgm:t>
        <a:bodyPr/>
        <a:lstStyle/>
        <a:p>
          <a:endParaRPr lang="en-GB"/>
        </a:p>
      </dgm:t>
    </dgm:pt>
    <dgm:pt modelId="{4FA43DD7-3C37-4B03-A43F-C651AD500968}" type="pres">
      <dgm:prSet presAssocID="{04F5823B-4422-426A-B032-233D33675C94}" presName="rootConnector" presStyleLbl="node3" presStyleIdx="7" presStyleCnt="10"/>
      <dgm:spPr/>
      <dgm:t>
        <a:bodyPr/>
        <a:lstStyle/>
        <a:p>
          <a:endParaRPr lang="en-GB"/>
        </a:p>
      </dgm:t>
    </dgm:pt>
    <dgm:pt modelId="{025089E3-6A25-432F-B49A-FDA3F4F2A4DD}" type="pres">
      <dgm:prSet presAssocID="{04F5823B-4422-426A-B032-233D33675C94}" presName="hierChild4" presStyleCnt="0"/>
      <dgm:spPr/>
    </dgm:pt>
    <dgm:pt modelId="{7B965792-130B-4B00-BBB6-365627FA21F3}" type="pres">
      <dgm:prSet presAssocID="{04F5823B-4422-426A-B032-233D33675C94}" presName="hierChild5" presStyleCnt="0"/>
      <dgm:spPr/>
    </dgm:pt>
    <dgm:pt modelId="{BB5CDB0F-F1CB-433E-B9C4-65624DF29105}" type="pres">
      <dgm:prSet presAssocID="{2E0C920A-B276-44EB-87A0-DAB722805180}" presName="Name37" presStyleLbl="parChTrans1D3" presStyleIdx="8" presStyleCnt="10"/>
      <dgm:spPr/>
      <dgm:t>
        <a:bodyPr/>
        <a:lstStyle/>
        <a:p>
          <a:endParaRPr lang="en-GB"/>
        </a:p>
      </dgm:t>
    </dgm:pt>
    <dgm:pt modelId="{EC0A9D7F-4579-4C55-8412-4C830D77258B}" type="pres">
      <dgm:prSet presAssocID="{433CE9E7-8EE1-4151-A389-95FEED1C4F8A}" presName="hierRoot2" presStyleCnt="0">
        <dgm:presLayoutVars>
          <dgm:hierBranch val="init"/>
        </dgm:presLayoutVars>
      </dgm:prSet>
      <dgm:spPr/>
    </dgm:pt>
    <dgm:pt modelId="{61727C17-0124-40A4-8F03-FBD6D2894C40}" type="pres">
      <dgm:prSet presAssocID="{433CE9E7-8EE1-4151-A389-95FEED1C4F8A}" presName="rootComposite" presStyleCnt="0"/>
      <dgm:spPr/>
    </dgm:pt>
    <dgm:pt modelId="{66E53CAC-F12D-40B4-9DFB-D0A798AD3CD0}" type="pres">
      <dgm:prSet presAssocID="{433CE9E7-8EE1-4151-A389-95FEED1C4F8A}" presName="rootText" presStyleLbl="node3" presStyleIdx="8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EA06683-567A-48E0-885B-3D9FA62C8939}" type="pres">
      <dgm:prSet presAssocID="{433CE9E7-8EE1-4151-A389-95FEED1C4F8A}" presName="rootPict" presStyleLbl="alignImgPlace1" presStyleIdx="14" presStyleCnt="16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7000" r="-57000"/>
          </a:stretch>
        </a:blipFill>
      </dgm:spPr>
      <dgm:t>
        <a:bodyPr/>
        <a:lstStyle/>
        <a:p>
          <a:endParaRPr lang="en-GB"/>
        </a:p>
      </dgm:t>
    </dgm:pt>
    <dgm:pt modelId="{CB223CB2-A7C2-48D1-9199-1DDEA6B3FD84}" type="pres">
      <dgm:prSet presAssocID="{433CE9E7-8EE1-4151-A389-95FEED1C4F8A}" presName="rootConnector" presStyleLbl="node3" presStyleIdx="8" presStyleCnt="10"/>
      <dgm:spPr/>
      <dgm:t>
        <a:bodyPr/>
        <a:lstStyle/>
        <a:p>
          <a:endParaRPr lang="en-GB"/>
        </a:p>
      </dgm:t>
    </dgm:pt>
    <dgm:pt modelId="{A57768AD-BB4B-4890-95E5-E157F1F99C29}" type="pres">
      <dgm:prSet presAssocID="{433CE9E7-8EE1-4151-A389-95FEED1C4F8A}" presName="hierChild4" presStyleCnt="0"/>
      <dgm:spPr/>
    </dgm:pt>
    <dgm:pt modelId="{1033ADC6-D911-4974-B82A-69AEEC75C9B0}" type="pres">
      <dgm:prSet presAssocID="{433CE9E7-8EE1-4151-A389-95FEED1C4F8A}" presName="hierChild5" presStyleCnt="0"/>
      <dgm:spPr/>
    </dgm:pt>
    <dgm:pt modelId="{DC0CE20F-3A59-4013-96B7-649C4B849856}" type="pres">
      <dgm:prSet presAssocID="{DD1CE2FC-397B-45D8-860B-E18710121CDD}" presName="Name37" presStyleLbl="parChTrans1D3" presStyleIdx="9" presStyleCnt="10"/>
      <dgm:spPr/>
      <dgm:t>
        <a:bodyPr/>
        <a:lstStyle/>
        <a:p>
          <a:endParaRPr lang="en-GB"/>
        </a:p>
      </dgm:t>
    </dgm:pt>
    <dgm:pt modelId="{225CA0D2-B83B-4A77-9EB4-9260E6D3F115}" type="pres">
      <dgm:prSet presAssocID="{DF1E534D-14C3-4B44-A6B1-194AB4AE606D}" presName="hierRoot2" presStyleCnt="0">
        <dgm:presLayoutVars>
          <dgm:hierBranch val="init"/>
        </dgm:presLayoutVars>
      </dgm:prSet>
      <dgm:spPr/>
    </dgm:pt>
    <dgm:pt modelId="{FE643C88-7854-4138-9C41-8B57BA15076C}" type="pres">
      <dgm:prSet presAssocID="{DF1E534D-14C3-4B44-A6B1-194AB4AE606D}" presName="rootComposite" presStyleCnt="0"/>
      <dgm:spPr/>
    </dgm:pt>
    <dgm:pt modelId="{27371887-8C65-492E-94A2-B0A90ECED93A}" type="pres">
      <dgm:prSet presAssocID="{DF1E534D-14C3-4B44-A6B1-194AB4AE606D}" presName="rootText" presStyleLbl="node3" presStyleIdx="9" presStyleCnt="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8CFC6E41-B863-477B-A0B7-D83F0613C4C6}" type="pres">
      <dgm:prSet presAssocID="{DF1E534D-14C3-4B44-A6B1-194AB4AE606D}" presName="rootPict" presStyleLbl="alignImgPlace1" presStyleIdx="15" presStyleCnt="16"/>
      <dgm:spPr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2000" r="-62000"/>
          </a:stretch>
        </a:blipFill>
      </dgm:spPr>
      <dgm:t>
        <a:bodyPr/>
        <a:lstStyle/>
        <a:p>
          <a:endParaRPr lang="en-GB"/>
        </a:p>
      </dgm:t>
    </dgm:pt>
    <dgm:pt modelId="{E8E85F12-788A-4612-9B8E-26A37942B9E6}" type="pres">
      <dgm:prSet presAssocID="{DF1E534D-14C3-4B44-A6B1-194AB4AE606D}" presName="rootConnector" presStyleLbl="node3" presStyleIdx="9" presStyleCnt="10"/>
      <dgm:spPr/>
      <dgm:t>
        <a:bodyPr/>
        <a:lstStyle/>
        <a:p>
          <a:endParaRPr lang="en-GB"/>
        </a:p>
      </dgm:t>
    </dgm:pt>
    <dgm:pt modelId="{214A9ED6-6F4C-434A-9567-27F318B03D43}" type="pres">
      <dgm:prSet presAssocID="{DF1E534D-14C3-4B44-A6B1-194AB4AE606D}" presName="hierChild4" presStyleCnt="0"/>
      <dgm:spPr/>
    </dgm:pt>
    <dgm:pt modelId="{917EA5DB-1573-4552-B84C-E3FD4F923560}" type="pres">
      <dgm:prSet presAssocID="{DF1E534D-14C3-4B44-A6B1-194AB4AE606D}" presName="hierChild5" presStyleCnt="0"/>
      <dgm:spPr/>
    </dgm:pt>
    <dgm:pt modelId="{F3FDBACE-25EB-45BE-B2FD-48C318026ACE}" type="pres">
      <dgm:prSet presAssocID="{8FBD076E-AF45-4FD8-BFAD-BD0EFE04D7E3}" presName="hierChild5" presStyleCnt="0"/>
      <dgm:spPr/>
    </dgm:pt>
    <dgm:pt modelId="{D8AD17E5-7CE0-407D-BE09-565DA12169D9}" type="pres">
      <dgm:prSet presAssocID="{72A4410A-72EC-40B3-9C58-01FCED5275F9}" presName="hierChild3" presStyleCnt="0"/>
      <dgm:spPr/>
    </dgm:pt>
  </dgm:ptLst>
  <dgm:cxnLst>
    <dgm:cxn modelId="{5E4B1308-57E3-4134-A2DB-E68E07F0243C}" type="presOf" srcId="{433CE9E7-8EE1-4151-A389-95FEED1C4F8A}" destId="{66E53CAC-F12D-40B4-9DFB-D0A798AD3CD0}" srcOrd="0" destOrd="0" presId="urn:microsoft.com/office/officeart/2005/8/layout/pictureOrgChart+Icon"/>
    <dgm:cxn modelId="{BCA21940-AE40-4E08-9353-2038EEF1D7A1}" srcId="{F21ED9D4-7A9D-497D-9DA9-9F820F3FC6E0}" destId="{1B06F07E-6FD3-43D9-984A-C699F42AC3F9}" srcOrd="0" destOrd="0" parTransId="{EC6DD24B-F306-4D55-8C6E-3BECE74D6F0B}" sibTransId="{FD26837B-4202-4469-9923-DC41EFFE9305}"/>
    <dgm:cxn modelId="{139AC70A-3DBF-414B-8A32-A74448C0676C}" type="presOf" srcId="{8FBD076E-AF45-4FD8-BFAD-BD0EFE04D7E3}" destId="{D3314B29-3E92-4035-B06D-C14743277B1F}" srcOrd="0" destOrd="0" presId="urn:microsoft.com/office/officeart/2005/8/layout/pictureOrgChart+Icon"/>
    <dgm:cxn modelId="{7245F66D-1B6A-498A-8370-149951DBF0A5}" type="presOf" srcId="{DF1E534D-14C3-4B44-A6B1-194AB4AE606D}" destId="{27371887-8C65-492E-94A2-B0A90ECED93A}" srcOrd="0" destOrd="0" presId="urn:microsoft.com/office/officeart/2005/8/layout/pictureOrgChart+Icon"/>
    <dgm:cxn modelId="{4ED5B0B2-CB52-46E0-B303-FFA39BE11F71}" type="presOf" srcId="{F21ED9D4-7A9D-497D-9DA9-9F820F3FC6E0}" destId="{080C48B7-F404-4C55-BD0E-2E2AC94FB131}" srcOrd="0" destOrd="0" presId="urn:microsoft.com/office/officeart/2005/8/layout/pictureOrgChart+Icon"/>
    <dgm:cxn modelId="{DEE6B515-1B9B-4E02-A09C-71C5110CE3A1}" srcId="{72A4410A-72EC-40B3-9C58-01FCED5275F9}" destId="{C1745780-3984-4382-9F26-D0DA2B5C5571}" srcOrd="0" destOrd="0" parTransId="{83D9FCD4-1BAA-4795-889A-4397F7BD16AA}" sibTransId="{80204584-495E-4E84-8C39-2A1E57623672}"/>
    <dgm:cxn modelId="{1EE75E52-E95E-4D6D-BEC6-31AA6F25900D}" type="presOf" srcId="{3D35D319-F761-4D41-86EC-F8DA1B92ED1F}" destId="{CFCE051B-992E-4A7F-BA9A-3A6044B4C7B0}" srcOrd="1" destOrd="0" presId="urn:microsoft.com/office/officeart/2005/8/layout/pictureOrgChart+Icon"/>
    <dgm:cxn modelId="{E548C4FE-E852-4D5B-9093-D8397181CAAE}" type="presOf" srcId="{C408E1DB-18C8-4A17-A27C-C315194463ED}" destId="{E90F8813-B2E0-44F7-9E3A-29B4EF2A810D}" srcOrd="0" destOrd="0" presId="urn:microsoft.com/office/officeart/2005/8/layout/pictureOrgChart+Icon"/>
    <dgm:cxn modelId="{404B9C54-C22B-46DF-BE62-0FA64DFBE278}" type="presOf" srcId="{DEF85F2A-C702-4C77-9329-EF8591C59C4B}" destId="{7EC69BE0-013B-4A88-A7A0-A1A7CC3DB314}" srcOrd="0" destOrd="0" presId="urn:microsoft.com/office/officeart/2005/8/layout/pictureOrgChart+Icon"/>
    <dgm:cxn modelId="{9AB285DF-7FD6-4B0E-B3C0-88346B9AA90A}" type="presOf" srcId="{4A3F85A7-831E-4B49-9B8E-F8F7ABE6294C}" destId="{283372A6-8A2A-435A-822A-82A34FF0FD9B}" srcOrd="0" destOrd="0" presId="urn:microsoft.com/office/officeart/2005/8/layout/pictureOrgChart+Icon"/>
    <dgm:cxn modelId="{5F413CF3-0D8E-4C9C-869D-4910B69D4163}" type="presOf" srcId="{0BDA7B4D-14DB-46C3-B221-D5E043C7F032}" destId="{BFEB23B8-A3B2-44FC-85F1-B3C44275D572}" srcOrd="0" destOrd="0" presId="urn:microsoft.com/office/officeart/2005/8/layout/pictureOrgChart+Icon"/>
    <dgm:cxn modelId="{335640CE-24AB-4983-830F-363C4B61AC0F}" type="presOf" srcId="{6903B7F9-198D-459B-A67A-DA962B5CF98C}" destId="{3457F1DD-61D4-4FE3-931A-24565B67B48C}" srcOrd="0" destOrd="0" presId="urn:microsoft.com/office/officeart/2005/8/layout/pictureOrgChart+Icon"/>
    <dgm:cxn modelId="{FACBA375-E132-4CD6-856B-54F630D1C1CA}" type="presOf" srcId="{20C9B748-8457-4D3C-82EA-813CB8D42C4A}" destId="{F732ED0D-6A92-4247-BCE3-DCBC67C4780F}" srcOrd="0" destOrd="0" presId="urn:microsoft.com/office/officeart/2005/8/layout/pictureOrgChart+Icon"/>
    <dgm:cxn modelId="{0DE87EDA-7552-4569-AC73-2CAE73ACDBAD}" srcId="{C1745780-3984-4382-9F26-D0DA2B5C5571}" destId="{0BDA7B4D-14DB-46C3-B221-D5E043C7F032}" srcOrd="1" destOrd="0" parTransId="{07F870FE-1734-41E8-A186-02EA58C0F2A9}" sibTransId="{BB8DC722-6A5C-4093-8745-F6F1D5A33AEF}"/>
    <dgm:cxn modelId="{92F59183-7D3C-4EF5-92F9-D9C81E12FD9F}" type="presOf" srcId="{1B06F07E-6FD3-43D9-984A-C699F42AC3F9}" destId="{C9DF656D-4E9D-4808-905E-D1257FF61DE2}" srcOrd="1" destOrd="0" presId="urn:microsoft.com/office/officeart/2005/8/layout/pictureOrgChart+Icon"/>
    <dgm:cxn modelId="{FF7F7524-69C5-404C-BC1A-60F22F7A43A8}" type="presOf" srcId="{8BFF9E76-7BD7-4DEE-913E-7984C3F6B707}" destId="{9B3CCBCF-C670-4BFE-BE89-B654A76158F8}" srcOrd="0" destOrd="0" presId="urn:microsoft.com/office/officeart/2005/8/layout/pictureOrgChart+Icon"/>
    <dgm:cxn modelId="{8E702034-0873-4AFE-A5E2-E847596FF3C3}" type="presOf" srcId="{C1745780-3984-4382-9F26-D0DA2B5C5571}" destId="{3687A4D2-1BE6-4256-AF37-11A9BD4D9D51}" srcOrd="1" destOrd="0" presId="urn:microsoft.com/office/officeart/2005/8/layout/pictureOrgChart+Icon"/>
    <dgm:cxn modelId="{94C58434-1425-41B8-81B9-0D0F8DE520B0}" type="presOf" srcId="{72A4410A-72EC-40B3-9C58-01FCED5275F9}" destId="{AED8D582-AC66-44E7-92D0-6E080C44748F}" srcOrd="0" destOrd="0" presId="urn:microsoft.com/office/officeart/2005/8/layout/pictureOrgChart+Icon"/>
    <dgm:cxn modelId="{2DD5EBCD-26E3-4D1F-813F-5B3199CE26D4}" srcId="{8FBD076E-AF45-4FD8-BFAD-BD0EFE04D7E3}" destId="{04F5823B-4422-426A-B032-233D33675C94}" srcOrd="0" destOrd="0" parTransId="{B788F26D-47DD-492C-9366-E6E1E13A8F4F}" sibTransId="{1F96A818-6B46-45C9-ABFC-B96ACD1E7F82}"/>
    <dgm:cxn modelId="{44F561D2-DC24-437A-A46E-A1A86172B646}" type="presOf" srcId="{2E0C920A-B276-44EB-87A0-DAB722805180}" destId="{BB5CDB0F-F1CB-433E-B9C4-65624DF29105}" srcOrd="0" destOrd="0" presId="urn:microsoft.com/office/officeart/2005/8/layout/pictureOrgChart+Icon"/>
    <dgm:cxn modelId="{FC191064-1FAB-4F76-A254-68DC2C952E65}" type="presOf" srcId="{928A491D-5FD4-4F53-8E90-77FE338BD067}" destId="{7F2ABC71-4503-48F1-8796-B7DE82D307C2}" srcOrd="0" destOrd="0" presId="urn:microsoft.com/office/officeart/2005/8/layout/pictureOrgChart+Icon"/>
    <dgm:cxn modelId="{33D63809-27E6-4176-A67E-4DD504A956DC}" type="presOf" srcId="{83D9FCD4-1BAA-4795-889A-4397F7BD16AA}" destId="{1A536DD9-812F-4494-BA61-0F18DC13FDFC}" srcOrd="0" destOrd="0" presId="urn:microsoft.com/office/officeart/2005/8/layout/pictureOrgChart+Icon"/>
    <dgm:cxn modelId="{84480BE6-5430-450B-80AD-3C61D4A2CFE4}" type="presOf" srcId="{0BDA7B4D-14DB-46C3-B221-D5E043C7F032}" destId="{8598F102-AD65-4845-A1DA-F2B84D714763}" srcOrd="1" destOrd="0" presId="urn:microsoft.com/office/officeart/2005/8/layout/pictureOrgChart+Icon"/>
    <dgm:cxn modelId="{DD7B66C1-DCAD-4257-84F1-5481DE124E11}" srcId="{3B4CC787-752E-41AA-B499-ECD2044FA97D}" destId="{CBBD5A02-1B09-472B-8CE6-93B3AE35B5CD}" srcOrd="0" destOrd="0" parTransId="{D908D35C-1C73-4CF8-BF42-26F1D4A85B22}" sibTransId="{3F819829-C79F-4FC2-B4B7-AF8CAAAD6DB9}"/>
    <dgm:cxn modelId="{FCC39A02-9888-479E-9310-FF142B05CA35}" srcId="{8FBD076E-AF45-4FD8-BFAD-BD0EFE04D7E3}" destId="{DF1E534D-14C3-4B44-A6B1-194AB4AE606D}" srcOrd="2" destOrd="0" parTransId="{DD1CE2FC-397B-45D8-860B-E18710121CDD}" sibTransId="{9FD3B7D6-7FC1-4778-8FB2-5C3F69A97F23}"/>
    <dgm:cxn modelId="{D205BBA9-D81D-4A2C-B165-A74DE54D3F6E}" type="presOf" srcId="{433CE9E7-8EE1-4151-A389-95FEED1C4F8A}" destId="{CB223CB2-A7C2-48D1-9199-1DDEA6B3FD84}" srcOrd="1" destOrd="0" presId="urn:microsoft.com/office/officeart/2005/8/layout/pictureOrgChart+Icon"/>
    <dgm:cxn modelId="{6560A1D1-4A93-454B-A6CF-802A917B4836}" type="presOf" srcId="{04F5823B-4422-426A-B032-233D33675C94}" destId="{86D49F76-E13B-40CB-BCDE-A6B4E8BE080C}" srcOrd="0" destOrd="0" presId="urn:microsoft.com/office/officeart/2005/8/layout/pictureOrgChart+Icon"/>
    <dgm:cxn modelId="{3DA7922B-204B-484F-819F-96885F96B748}" type="presOf" srcId="{3B4CC787-752E-41AA-B499-ECD2044FA97D}" destId="{2E68F2EC-33EE-483B-B2A9-AA2E710F35AC}" srcOrd="1" destOrd="0" presId="urn:microsoft.com/office/officeart/2005/8/layout/pictureOrgChart+Icon"/>
    <dgm:cxn modelId="{7A03FCB2-DD9C-4767-9D6F-71C5A4712DE8}" type="presOf" srcId="{1B06F07E-6FD3-43D9-984A-C699F42AC3F9}" destId="{D8417626-AB5C-4336-97C9-14D3EF3E469F}" srcOrd="0" destOrd="0" presId="urn:microsoft.com/office/officeart/2005/8/layout/pictureOrgChart+Icon"/>
    <dgm:cxn modelId="{98A15E6A-797C-4650-8F1B-0DD719BF27B7}" srcId="{72A4410A-72EC-40B3-9C58-01FCED5275F9}" destId="{3B4CC787-752E-41AA-B499-ECD2044FA97D}" srcOrd="3" destOrd="0" parTransId="{20C9B748-8457-4D3C-82EA-813CB8D42C4A}" sibTransId="{1D402083-8CD9-4254-80A6-E5887479F7EE}"/>
    <dgm:cxn modelId="{EDA7F8B5-FE65-4BA4-97A5-2A517406D182}" type="presOf" srcId="{07F870FE-1734-41E8-A186-02EA58C0F2A9}" destId="{BC09ABB3-61E9-4AFD-96D9-AF1F5E5B3739}" srcOrd="0" destOrd="0" presId="urn:microsoft.com/office/officeart/2005/8/layout/pictureOrgChart+Icon"/>
    <dgm:cxn modelId="{D80E35C0-CF29-4F08-A33D-DCB762AA1A44}" type="presOf" srcId="{8DEAB44E-9D41-41DA-9EC3-3326AAEF7FBF}" destId="{FE9C342D-1E9D-4172-8806-6F46558D3279}" srcOrd="0" destOrd="0" presId="urn:microsoft.com/office/officeart/2005/8/layout/pictureOrgChart+Icon"/>
    <dgm:cxn modelId="{3407FB80-9C55-4E25-89F8-19855B56F274}" srcId="{928A491D-5FD4-4F53-8E90-77FE338BD067}" destId="{3D35D319-F761-4D41-86EC-F8DA1B92ED1F}" srcOrd="0" destOrd="0" parTransId="{8BFF9E76-7BD7-4DEE-913E-7984C3F6B707}" sibTransId="{7D216594-581C-453B-8800-38CB438A6A28}"/>
    <dgm:cxn modelId="{3450B433-4BA4-48B2-A3DA-9B68D1BF3C38}" srcId="{72A4410A-72EC-40B3-9C58-01FCED5275F9}" destId="{928A491D-5FD4-4F53-8E90-77FE338BD067}" srcOrd="2" destOrd="0" parTransId="{DEF85F2A-C702-4C77-9329-EF8591C59C4B}" sibTransId="{6070AC6B-F4B8-4D34-BF68-7F9E6B907EDA}"/>
    <dgm:cxn modelId="{DA6456DD-7770-4813-82E6-50541F217F8D}" type="presOf" srcId="{DF1E534D-14C3-4B44-A6B1-194AB4AE606D}" destId="{E8E85F12-788A-4612-9B8E-26A37942B9E6}" srcOrd="1" destOrd="0" presId="urn:microsoft.com/office/officeart/2005/8/layout/pictureOrgChart+Icon"/>
    <dgm:cxn modelId="{E5F67D47-5EEF-4DC6-8D9C-96DBFAF574EE}" type="presOf" srcId="{3D35D319-F761-4D41-86EC-F8DA1B92ED1F}" destId="{6651222B-8551-4290-96E5-2E8263859D29}" srcOrd="0" destOrd="0" presId="urn:microsoft.com/office/officeart/2005/8/layout/pictureOrgChart+Icon"/>
    <dgm:cxn modelId="{26EB3F65-4F57-4CB9-BF04-068F619E5BE7}" type="presOf" srcId="{3D2EEF01-F0A3-477E-A2B8-7ED534BE9210}" destId="{EB0D2330-A56F-4C9D-8911-FE888310384C}" srcOrd="0" destOrd="0" presId="urn:microsoft.com/office/officeart/2005/8/layout/pictureOrgChart+Icon"/>
    <dgm:cxn modelId="{A4F99525-6CC9-48D2-8805-EDFC3AFB3A4D}" type="presOf" srcId="{A27852CB-431B-47D9-A98D-FF7C848E54C0}" destId="{BAEAF491-EB4A-4E1B-B30B-B93CEF2ADDA3}" srcOrd="1" destOrd="0" presId="urn:microsoft.com/office/officeart/2005/8/layout/pictureOrgChart+Icon"/>
    <dgm:cxn modelId="{9A96CC2F-0935-494E-A2AC-D6442D42D482}" type="presOf" srcId="{DD1CE2FC-397B-45D8-860B-E18710121CDD}" destId="{DC0CE20F-3A59-4013-96B7-649C4B849856}" srcOrd="0" destOrd="0" presId="urn:microsoft.com/office/officeart/2005/8/layout/pictureOrgChart+Icon"/>
    <dgm:cxn modelId="{AA1B800A-B6E4-40FB-8BAE-178399D19513}" type="presOf" srcId="{D908D35C-1C73-4CF8-BF42-26F1D4A85B22}" destId="{3D73466B-AB5B-46C4-80F0-C8BD02FD8BFC}" srcOrd="0" destOrd="0" presId="urn:microsoft.com/office/officeart/2005/8/layout/pictureOrgChart+Icon"/>
    <dgm:cxn modelId="{157AA7A9-D2ED-41FA-8572-E427E9532DA0}" type="presOf" srcId="{CBBD5A02-1B09-472B-8CE6-93B3AE35B5CD}" destId="{C2E51325-7ED3-4829-8B70-1DDBD2A8FB50}" srcOrd="0" destOrd="0" presId="urn:microsoft.com/office/officeart/2005/8/layout/pictureOrgChart+Icon"/>
    <dgm:cxn modelId="{F39B0CE8-37AC-40DF-8EBF-0E415B92F3BC}" srcId="{C1745780-3984-4382-9F26-D0DA2B5C5571}" destId="{8DEAB44E-9D41-41DA-9EC3-3326AAEF7FBF}" srcOrd="0" destOrd="0" parTransId="{D66513B8-4DB3-42DD-A63F-914AD834EDE5}" sibTransId="{34928A05-DE14-40D0-9A61-E6647A503FC5}"/>
    <dgm:cxn modelId="{46DBDF73-168E-4223-9F86-36DCE80FC083}" srcId="{3D2EEF01-F0A3-477E-A2B8-7ED534BE9210}" destId="{72A4410A-72EC-40B3-9C58-01FCED5275F9}" srcOrd="0" destOrd="0" parTransId="{768C1C7F-0A24-4FA2-8317-31FE4AD84506}" sibTransId="{ED73725D-754F-4C6D-8E54-252B90ABDF7E}"/>
    <dgm:cxn modelId="{6C09695D-F4B5-43E1-9C05-59075B9B03A1}" type="presOf" srcId="{CBBD5A02-1B09-472B-8CE6-93B3AE35B5CD}" destId="{195221EF-CCC8-46D1-8C65-7DAF8C7933ED}" srcOrd="1" destOrd="0" presId="urn:microsoft.com/office/officeart/2005/8/layout/pictureOrgChart+Icon"/>
    <dgm:cxn modelId="{BA451010-5B4D-47E8-8172-4E52135DC728}" srcId="{8FBD076E-AF45-4FD8-BFAD-BD0EFE04D7E3}" destId="{433CE9E7-8EE1-4151-A389-95FEED1C4F8A}" srcOrd="1" destOrd="0" parTransId="{2E0C920A-B276-44EB-87A0-DAB722805180}" sibTransId="{603290F3-1A0A-4F10-BD8A-158A8CEE77F3}"/>
    <dgm:cxn modelId="{834A8C90-B77E-4129-A3ED-9C7A446E19FE}" type="presOf" srcId="{C1745780-3984-4382-9F26-D0DA2B5C5571}" destId="{79633CAF-E1D8-48CA-98E4-5CEF54A059B3}" srcOrd="0" destOrd="0" presId="urn:microsoft.com/office/officeart/2005/8/layout/pictureOrgChart+Icon"/>
    <dgm:cxn modelId="{D1CA897D-B72B-45C9-83DD-A6836682916C}" type="presOf" srcId="{8FBD076E-AF45-4FD8-BFAD-BD0EFE04D7E3}" destId="{537B692F-632F-4B1C-9AC3-02863D8BEA14}" srcOrd="1" destOrd="0" presId="urn:microsoft.com/office/officeart/2005/8/layout/pictureOrgChart+Icon"/>
    <dgm:cxn modelId="{77F242FD-404E-4B8B-A1CF-EC2EBFDB5B4D}" type="presOf" srcId="{B788F26D-47DD-492C-9366-E6E1E13A8F4F}" destId="{65ECE1B2-A2B2-4030-858F-603DCB3641A2}" srcOrd="0" destOrd="0" presId="urn:microsoft.com/office/officeart/2005/8/layout/pictureOrgChart+Icon"/>
    <dgm:cxn modelId="{3C2198C6-D862-42E1-8B7A-9E8B6C8B08CC}" type="presOf" srcId="{1D329AC2-D7FF-4EED-BFC2-65B3D85DB501}" destId="{AB4FA87F-48D4-4032-B025-D0225B5AEED4}" srcOrd="1" destOrd="0" presId="urn:microsoft.com/office/officeart/2005/8/layout/pictureOrgChart+Icon"/>
    <dgm:cxn modelId="{B509AD24-A44B-449E-B14F-D6A64F4EC6A3}" srcId="{72A4410A-72EC-40B3-9C58-01FCED5275F9}" destId="{8FBD076E-AF45-4FD8-BFAD-BD0EFE04D7E3}" srcOrd="4" destOrd="0" parTransId="{4A3F85A7-831E-4B49-9B8E-F8F7ABE6294C}" sibTransId="{8B9E7520-B7BB-479F-BAD8-8CFC71A2B30D}"/>
    <dgm:cxn modelId="{EB6F1B92-2339-4CA5-9B58-3C4BBC5FE583}" srcId="{72A4410A-72EC-40B3-9C58-01FCED5275F9}" destId="{F21ED9D4-7A9D-497D-9DA9-9F820F3FC6E0}" srcOrd="1" destOrd="0" parTransId="{05417E15-C877-44C2-AE3A-0F1174C725DE}" sibTransId="{6ECC953C-A3DA-47DF-A109-EE205062DF50}"/>
    <dgm:cxn modelId="{1EF7D19B-1FA4-4E64-9EFC-4414325BF84D}" srcId="{3B4CC787-752E-41AA-B499-ECD2044FA97D}" destId="{A27852CB-431B-47D9-A98D-FF7C848E54C0}" srcOrd="1" destOrd="0" parTransId="{6903B7F9-198D-459B-A67A-DA962B5CF98C}" sibTransId="{0EACF26A-42C4-4C3C-93C3-734C1F232CC1}"/>
    <dgm:cxn modelId="{B96FD642-CD77-4B46-B254-F183A7FFFFCA}" type="presOf" srcId="{72A4410A-72EC-40B3-9C58-01FCED5275F9}" destId="{B0AD5479-6E1D-406C-866C-5C675D3B14BA}" srcOrd="1" destOrd="0" presId="urn:microsoft.com/office/officeart/2005/8/layout/pictureOrgChart+Icon"/>
    <dgm:cxn modelId="{0536EAC1-4CEC-4533-8C32-C53872BC8A01}" type="presOf" srcId="{928A491D-5FD4-4F53-8E90-77FE338BD067}" destId="{1AAA183A-73BA-4B4A-A69D-BF3CAAE1EA14}" srcOrd="1" destOrd="0" presId="urn:microsoft.com/office/officeart/2005/8/layout/pictureOrgChart+Icon"/>
    <dgm:cxn modelId="{2842AA7E-3877-451F-80E8-0631F71F3E2D}" type="presOf" srcId="{8DEAB44E-9D41-41DA-9EC3-3326AAEF7FBF}" destId="{BFDEF810-34CE-40A2-B373-847B258A5632}" srcOrd="1" destOrd="0" presId="urn:microsoft.com/office/officeart/2005/8/layout/pictureOrgChart+Icon"/>
    <dgm:cxn modelId="{BEB7A0D1-8D8A-4628-9E43-637A70BE8613}" srcId="{F21ED9D4-7A9D-497D-9DA9-9F820F3FC6E0}" destId="{1D329AC2-D7FF-4EED-BFC2-65B3D85DB501}" srcOrd="1" destOrd="0" parTransId="{C408E1DB-18C8-4A17-A27C-C315194463ED}" sibTransId="{F9CD547E-4C7D-466E-96DD-369C7874CDCF}"/>
    <dgm:cxn modelId="{B4DACCB8-7290-416E-9B4C-ED37BCDD1984}" type="presOf" srcId="{D66513B8-4DB3-42DD-A63F-914AD834EDE5}" destId="{F6D2AD06-BCED-429B-860E-0B3B9B15BF21}" srcOrd="0" destOrd="0" presId="urn:microsoft.com/office/officeart/2005/8/layout/pictureOrgChart+Icon"/>
    <dgm:cxn modelId="{E5BF41BC-EE09-4251-9B23-59C5B8E2C603}" type="presOf" srcId="{A27852CB-431B-47D9-A98D-FF7C848E54C0}" destId="{1B918672-426E-4809-9857-F85A51648693}" srcOrd="0" destOrd="0" presId="urn:microsoft.com/office/officeart/2005/8/layout/pictureOrgChart+Icon"/>
    <dgm:cxn modelId="{F7DB868C-3B5B-423E-B32E-A80EE5ACE4AE}" type="presOf" srcId="{04F5823B-4422-426A-B032-233D33675C94}" destId="{4FA43DD7-3C37-4B03-A43F-C651AD500968}" srcOrd="1" destOrd="0" presId="urn:microsoft.com/office/officeart/2005/8/layout/pictureOrgChart+Icon"/>
    <dgm:cxn modelId="{F219FD80-5461-46E6-B96F-C060C9933FBC}" type="presOf" srcId="{3B4CC787-752E-41AA-B499-ECD2044FA97D}" destId="{BE1184DB-1C74-4FEC-BE98-B9C1DAEFC3D8}" srcOrd="0" destOrd="0" presId="urn:microsoft.com/office/officeart/2005/8/layout/pictureOrgChart+Icon"/>
    <dgm:cxn modelId="{8F918194-B893-4C74-B89B-8C1CAE8A00B8}" type="presOf" srcId="{1D329AC2-D7FF-4EED-BFC2-65B3D85DB501}" destId="{3FBB327A-B333-4067-B726-C47CE9AB7119}" srcOrd="0" destOrd="0" presId="urn:microsoft.com/office/officeart/2005/8/layout/pictureOrgChart+Icon"/>
    <dgm:cxn modelId="{EE3B3269-673F-435B-B6C3-D77FEEAEFD13}" type="presOf" srcId="{EC6DD24B-F306-4D55-8C6E-3BECE74D6F0B}" destId="{42134374-E760-45F6-9135-736BF31179B9}" srcOrd="0" destOrd="0" presId="urn:microsoft.com/office/officeart/2005/8/layout/pictureOrgChart+Icon"/>
    <dgm:cxn modelId="{3BA127B9-B7E1-460B-AE0C-4A8BC9C0981E}" type="presOf" srcId="{F21ED9D4-7A9D-497D-9DA9-9F820F3FC6E0}" destId="{7DAACC71-6F47-43A2-B3EF-2E718EE1068F}" srcOrd="1" destOrd="0" presId="urn:microsoft.com/office/officeart/2005/8/layout/pictureOrgChart+Icon"/>
    <dgm:cxn modelId="{44285B3B-3B9A-4765-A5F1-2A0AF1698E90}" type="presOf" srcId="{05417E15-C877-44C2-AE3A-0F1174C725DE}" destId="{D7B35DC4-89F4-4BE9-8C2B-78ACFFA7E108}" srcOrd="0" destOrd="0" presId="urn:microsoft.com/office/officeart/2005/8/layout/pictureOrgChart+Icon"/>
    <dgm:cxn modelId="{5839273B-4FD7-4556-9593-DE90DA80CF4F}" type="presParOf" srcId="{EB0D2330-A56F-4C9D-8911-FE888310384C}" destId="{85B07BBE-761E-4BE3-ADF1-2B348F358B48}" srcOrd="0" destOrd="0" presId="urn:microsoft.com/office/officeart/2005/8/layout/pictureOrgChart+Icon"/>
    <dgm:cxn modelId="{E74A7008-EF16-40E8-AB7F-EB9239AE556C}" type="presParOf" srcId="{85B07BBE-761E-4BE3-ADF1-2B348F358B48}" destId="{231AD9DA-FD1A-417A-A2DE-B3123A4AB9C6}" srcOrd="0" destOrd="0" presId="urn:microsoft.com/office/officeart/2005/8/layout/pictureOrgChart+Icon"/>
    <dgm:cxn modelId="{1BF1342C-F74F-4DE6-82B5-CFA4219809D1}" type="presParOf" srcId="{231AD9DA-FD1A-417A-A2DE-B3123A4AB9C6}" destId="{AED8D582-AC66-44E7-92D0-6E080C44748F}" srcOrd="0" destOrd="0" presId="urn:microsoft.com/office/officeart/2005/8/layout/pictureOrgChart+Icon"/>
    <dgm:cxn modelId="{B66FA9EE-9465-4BE7-AD36-8FF20E3CCFB1}" type="presParOf" srcId="{231AD9DA-FD1A-417A-A2DE-B3123A4AB9C6}" destId="{FDE5FFCA-620B-468F-BAC8-5D91B198810B}" srcOrd="1" destOrd="0" presId="urn:microsoft.com/office/officeart/2005/8/layout/pictureOrgChart+Icon"/>
    <dgm:cxn modelId="{59930801-AE25-453D-B0F5-D55E1D255170}" type="presParOf" srcId="{231AD9DA-FD1A-417A-A2DE-B3123A4AB9C6}" destId="{B0AD5479-6E1D-406C-866C-5C675D3B14BA}" srcOrd="2" destOrd="0" presId="urn:microsoft.com/office/officeart/2005/8/layout/pictureOrgChart+Icon"/>
    <dgm:cxn modelId="{FA92E5E6-2823-4551-A4A1-E861471DC7F2}" type="presParOf" srcId="{85B07BBE-761E-4BE3-ADF1-2B348F358B48}" destId="{513A1396-ACC6-4090-906C-E065C0B639AC}" srcOrd="1" destOrd="0" presId="urn:microsoft.com/office/officeart/2005/8/layout/pictureOrgChart+Icon"/>
    <dgm:cxn modelId="{F710848C-4C98-49D5-9556-1342849F119F}" type="presParOf" srcId="{513A1396-ACC6-4090-906C-E065C0B639AC}" destId="{1A536DD9-812F-4494-BA61-0F18DC13FDFC}" srcOrd="0" destOrd="0" presId="urn:microsoft.com/office/officeart/2005/8/layout/pictureOrgChart+Icon"/>
    <dgm:cxn modelId="{D241EE31-9F62-4353-8CAA-0E2615CD4A8A}" type="presParOf" srcId="{513A1396-ACC6-4090-906C-E065C0B639AC}" destId="{4F379FC5-45C7-4A99-B2D5-F0F6C46A2D15}" srcOrd="1" destOrd="0" presId="urn:microsoft.com/office/officeart/2005/8/layout/pictureOrgChart+Icon"/>
    <dgm:cxn modelId="{68A02F5D-E5D1-415A-9155-8109AB0092EF}" type="presParOf" srcId="{4F379FC5-45C7-4A99-B2D5-F0F6C46A2D15}" destId="{C031DA18-7E35-48D6-A4EE-4221B980AF6F}" srcOrd="0" destOrd="0" presId="urn:microsoft.com/office/officeart/2005/8/layout/pictureOrgChart+Icon"/>
    <dgm:cxn modelId="{A0332789-D0D4-4CC7-809D-4C064F91182C}" type="presParOf" srcId="{C031DA18-7E35-48D6-A4EE-4221B980AF6F}" destId="{79633CAF-E1D8-48CA-98E4-5CEF54A059B3}" srcOrd="0" destOrd="0" presId="urn:microsoft.com/office/officeart/2005/8/layout/pictureOrgChart+Icon"/>
    <dgm:cxn modelId="{96A3EF98-E444-4D6D-8744-C3D113D0C3EA}" type="presParOf" srcId="{C031DA18-7E35-48D6-A4EE-4221B980AF6F}" destId="{D18EF1D2-4AE2-4F8B-BBD4-097846C07CB7}" srcOrd="1" destOrd="0" presId="urn:microsoft.com/office/officeart/2005/8/layout/pictureOrgChart+Icon"/>
    <dgm:cxn modelId="{822DA2BA-FF8B-43C5-95A4-C266B1B054D7}" type="presParOf" srcId="{C031DA18-7E35-48D6-A4EE-4221B980AF6F}" destId="{3687A4D2-1BE6-4256-AF37-11A9BD4D9D51}" srcOrd="2" destOrd="0" presId="urn:microsoft.com/office/officeart/2005/8/layout/pictureOrgChart+Icon"/>
    <dgm:cxn modelId="{5DFE9005-A428-4E3A-A683-86C56D5CBB87}" type="presParOf" srcId="{4F379FC5-45C7-4A99-B2D5-F0F6C46A2D15}" destId="{02B972D4-00C1-4C8E-9C6F-5BCBA05A8C7F}" srcOrd="1" destOrd="0" presId="urn:microsoft.com/office/officeart/2005/8/layout/pictureOrgChart+Icon"/>
    <dgm:cxn modelId="{AD8FC5EE-923F-4DF5-9DEB-716366D27FAF}" type="presParOf" srcId="{02B972D4-00C1-4C8E-9C6F-5BCBA05A8C7F}" destId="{F6D2AD06-BCED-429B-860E-0B3B9B15BF21}" srcOrd="0" destOrd="0" presId="urn:microsoft.com/office/officeart/2005/8/layout/pictureOrgChart+Icon"/>
    <dgm:cxn modelId="{32C2C980-E407-4677-B9FF-1C561E7DA698}" type="presParOf" srcId="{02B972D4-00C1-4C8E-9C6F-5BCBA05A8C7F}" destId="{0CAF7E8E-74DE-45C6-9F9C-11F47CD8F8BF}" srcOrd="1" destOrd="0" presId="urn:microsoft.com/office/officeart/2005/8/layout/pictureOrgChart+Icon"/>
    <dgm:cxn modelId="{12FF3813-C59D-4147-9DA3-B74D764E9CCD}" type="presParOf" srcId="{0CAF7E8E-74DE-45C6-9F9C-11F47CD8F8BF}" destId="{D430F72E-7984-44E7-ABC9-490E042E563F}" srcOrd="0" destOrd="0" presId="urn:microsoft.com/office/officeart/2005/8/layout/pictureOrgChart+Icon"/>
    <dgm:cxn modelId="{D1046736-BCE0-450D-A889-0C02621EC4F7}" type="presParOf" srcId="{D430F72E-7984-44E7-ABC9-490E042E563F}" destId="{FE9C342D-1E9D-4172-8806-6F46558D3279}" srcOrd="0" destOrd="0" presId="urn:microsoft.com/office/officeart/2005/8/layout/pictureOrgChart+Icon"/>
    <dgm:cxn modelId="{13D78D58-D674-4EA8-AEC0-BD229B7C042C}" type="presParOf" srcId="{D430F72E-7984-44E7-ABC9-490E042E563F}" destId="{4869D179-8E8C-4A12-9787-F5EDE544AAE9}" srcOrd="1" destOrd="0" presId="urn:microsoft.com/office/officeart/2005/8/layout/pictureOrgChart+Icon"/>
    <dgm:cxn modelId="{44E43690-0EAD-4938-A948-21A22C4E100A}" type="presParOf" srcId="{D430F72E-7984-44E7-ABC9-490E042E563F}" destId="{BFDEF810-34CE-40A2-B373-847B258A5632}" srcOrd="2" destOrd="0" presId="urn:microsoft.com/office/officeart/2005/8/layout/pictureOrgChart+Icon"/>
    <dgm:cxn modelId="{EC0E46DB-5A31-473E-989A-1515729FACEE}" type="presParOf" srcId="{0CAF7E8E-74DE-45C6-9F9C-11F47CD8F8BF}" destId="{1F855836-15DF-491E-84DF-A593598DD32A}" srcOrd="1" destOrd="0" presId="urn:microsoft.com/office/officeart/2005/8/layout/pictureOrgChart+Icon"/>
    <dgm:cxn modelId="{829B2497-F0A1-4BFA-BFA5-777C4684D01D}" type="presParOf" srcId="{0CAF7E8E-74DE-45C6-9F9C-11F47CD8F8BF}" destId="{9C33C18A-58B9-4CDD-B1D0-9CAD056BA7AB}" srcOrd="2" destOrd="0" presId="urn:microsoft.com/office/officeart/2005/8/layout/pictureOrgChart+Icon"/>
    <dgm:cxn modelId="{AADE0836-A07B-4456-BC63-22B735E6FDE2}" type="presParOf" srcId="{02B972D4-00C1-4C8E-9C6F-5BCBA05A8C7F}" destId="{BC09ABB3-61E9-4AFD-96D9-AF1F5E5B3739}" srcOrd="2" destOrd="0" presId="urn:microsoft.com/office/officeart/2005/8/layout/pictureOrgChart+Icon"/>
    <dgm:cxn modelId="{D8A19035-0E42-413B-B4BA-D8BF2C287D5A}" type="presParOf" srcId="{02B972D4-00C1-4C8E-9C6F-5BCBA05A8C7F}" destId="{2B05E967-8971-4290-8E72-505B9A35D4D9}" srcOrd="3" destOrd="0" presId="urn:microsoft.com/office/officeart/2005/8/layout/pictureOrgChart+Icon"/>
    <dgm:cxn modelId="{11E0C4A4-7F4F-4399-8E7D-0F8936738000}" type="presParOf" srcId="{2B05E967-8971-4290-8E72-505B9A35D4D9}" destId="{7D551CCC-7517-4F66-A86B-13D65A2BAD67}" srcOrd="0" destOrd="0" presId="urn:microsoft.com/office/officeart/2005/8/layout/pictureOrgChart+Icon"/>
    <dgm:cxn modelId="{E3117784-1C05-44B5-A27B-EEF7269BBA02}" type="presParOf" srcId="{7D551CCC-7517-4F66-A86B-13D65A2BAD67}" destId="{BFEB23B8-A3B2-44FC-85F1-B3C44275D572}" srcOrd="0" destOrd="0" presId="urn:microsoft.com/office/officeart/2005/8/layout/pictureOrgChart+Icon"/>
    <dgm:cxn modelId="{5B97839A-010B-4C89-899C-4199E6D0CB67}" type="presParOf" srcId="{7D551CCC-7517-4F66-A86B-13D65A2BAD67}" destId="{FFBC5B46-CFEA-4835-8BEA-BE8A9292BEBA}" srcOrd="1" destOrd="0" presId="urn:microsoft.com/office/officeart/2005/8/layout/pictureOrgChart+Icon"/>
    <dgm:cxn modelId="{E1CED648-9AB9-4B21-94E4-A49A60BCC078}" type="presParOf" srcId="{7D551CCC-7517-4F66-A86B-13D65A2BAD67}" destId="{8598F102-AD65-4845-A1DA-F2B84D714763}" srcOrd="2" destOrd="0" presId="urn:microsoft.com/office/officeart/2005/8/layout/pictureOrgChart+Icon"/>
    <dgm:cxn modelId="{407572CE-F6FB-49FA-BEF8-43CADBA135A6}" type="presParOf" srcId="{2B05E967-8971-4290-8E72-505B9A35D4D9}" destId="{E9C05D07-D955-438F-A393-F6541EA623BC}" srcOrd="1" destOrd="0" presId="urn:microsoft.com/office/officeart/2005/8/layout/pictureOrgChart+Icon"/>
    <dgm:cxn modelId="{517DBA3A-26CD-47A0-A1BF-F483F8F7A247}" type="presParOf" srcId="{2B05E967-8971-4290-8E72-505B9A35D4D9}" destId="{A6D2F535-B0E7-4654-83BB-45AD2902A5BF}" srcOrd="2" destOrd="0" presId="urn:microsoft.com/office/officeart/2005/8/layout/pictureOrgChart+Icon"/>
    <dgm:cxn modelId="{7A296331-11B4-46DF-8E1A-BAD7780B1A69}" type="presParOf" srcId="{4F379FC5-45C7-4A99-B2D5-F0F6C46A2D15}" destId="{815924C8-3530-4B8A-B298-6B79263DABAF}" srcOrd="2" destOrd="0" presId="urn:microsoft.com/office/officeart/2005/8/layout/pictureOrgChart+Icon"/>
    <dgm:cxn modelId="{F82B62E1-671F-4581-89B3-790E8AA99A8B}" type="presParOf" srcId="{513A1396-ACC6-4090-906C-E065C0B639AC}" destId="{D7B35DC4-89F4-4BE9-8C2B-78ACFFA7E108}" srcOrd="2" destOrd="0" presId="urn:microsoft.com/office/officeart/2005/8/layout/pictureOrgChart+Icon"/>
    <dgm:cxn modelId="{AD137C05-93F1-48FA-AC6F-63BE5086FD08}" type="presParOf" srcId="{513A1396-ACC6-4090-906C-E065C0B639AC}" destId="{A10A9083-2C61-40F2-B68D-7595CFEB4CEE}" srcOrd="3" destOrd="0" presId="urn:microsoft.com/office/officeart/2005/8/layout/pictureOrgChart+Icon"/>
    <dgm:cxn modelId="{97A6A8F0-E07E-45C7-AF6C-DDFD31D08649}" type="presParOf" srcId="{A10A9083-2C61-40F2-B68D-7595CFEB4CEE}" destId="{D19A4775-FBBB-4D23-91A3-F4190973DA83}" srcOrd="0" destOrd="0" presId="urn:microsoft.com/office/officeart/2005/8/layout/pictureOrgChart+Icon"/>
    <dgm:cxn modelId="{AD0AF3AB-A3FC-41B2-B8F9-744D05735D98}" type="presParOf" srcId="{D19A4775-FBBB-4D23-91A3-F4190973DA83}" destId="{080C48B7-F404-4C55-BD0E-2E2AC94FB131}" srcOrd="0" destOrd="0" presId="urn:microsoft.com/office/officeart/2005/8/layout/pictureOrgChart+Icon"/>
    <dgm:cxn modelId="{FFC51A1B-3E38-4E75-BB38-1C3486ED5976}" type="presParOf" srcId="{D19A4775-FBBB-4D23-91A3-F4190973DA83}" destId="{C69FF9AA-3221-4A9D-A83A-775D6D34C489}" srcOrd="1" destOrd="0" presId="urn:microsoft.com/office/officeart/2005/8/layout/pictureOrgChart+Icon"/>
    <dgm:cxn modelId="{C2D8CF42-3131-4303-A2CE-3D3428E64FAF}" type="presParOf" srcId="{D19A4775-FBBB-4D23-91A3-F4190973DA83}" destId="{7DAACC71-6F47-43A2-B3EF-2E718EE1068F}" srcOrd="2" destOrd="0" presId="urn:microsoft.com/office/officeart/2005/8/layout/pictureOrgChart+Icon"/>
    <dgm:cxn modelId="{DA428857-2F0E-48FE-B5B7-DB6951B36B9C}" type="presParOf" srcId="{A10A9083-2C61-40F2-B68D-7595CFEB4CEE}" destId="{C4818F33-D87B-420E-8C59-E617906C1CD8}" srcOrd="1" destOrd="0" presId="urn:microsoft.com/office/officeart/2005/8/layout/pictureOrgChart+Icon"/>
    <dgm:cxn modelId="{12F781D9-FCE0-4701-84D6-1E7B09ABD2FE}" type="presParOf" srcId="{C4818F33-D87B-420E-8C59-E617906C1CD8}" destId="{42134374-E760-45F6-9135-736BF31179B9}" srcOrd="0" destOrd="0" presId="urn:microsoft.com/office/officeart/2005/8/layout/pictureOrgChart+Icon"/>
    <dgm:cxn modelId="{6A0FF9D1-4281-41FB-B5AB-8FD56F4FE7B5}" type="presParOf" srcId="{C4818F33-D87B-420E-8C59-E617906C1CD8}" destId="{FF74E7B0-27F0-4666-8FD6-6A8F03229131}" srcOrd="1" destOrd="0" presId="urn:microsoft.com/office/officeart/2005/8/layout/pictureOrgChart+Icon"/>
    <dgm:cxn modelId="{9FEBFAEA-99DC-47C9-852D-DF1666983199}" type="presParOf" srcId="{FF74E7B0-27F0-4666-8FD6-6A8F03229131}" destId="{91915D62-FC2A-4F5E-8825-49F6BADE31DE}" srcOrd="0" destOrd="0" presId="urn:microsoft.com/office/officeart/2005/8/layout/pictureOrgChart+Icon"/>
    <dgm:cxn modelId="{ABAAE1E8-D811-4586-A20C-58873EDD6216}" type="presParOf" srcId="{91915D62-FC2A-4F5E-8825-49F6BADE31DE}" destId="{D8417626-AB5C-4336-97C9-14D3EF3E469F}" srcOrd="0" destOrd="0" presId="urn:microsoft.com/office/officeart/2005/8/layout/pictureOrgChart+Icon"/>
    <dgm:cxn modelId="{D1080435-8BAC-4206-BE20-26F3B87B1ED3}" type="presParOf" srcId="{91915D62-FC2A-4F5E-8825-49F6BADE31DE}" destId="{2EB6FDEE-CB79-4502-BB50-D5698F7B61A8}" srcOrd="1" destOrd="0" presId="urn:microsoft.com/office/officeart/2005/8/layout/pictureOrgChart+Icon"/>
    <dgm:cxn modelId="{8B56FF9F-1F64-4A41-A7C4-95517A9697A4}" type="presParOf" srcId="{91915D62-FC2A-4F5E-8825-49F6BADE31DE}" destId="{C9DF656D-4E9D-4808-905E-D1257FF61DE2}" srcOrd="2" destOrd="0" presId="urn:microsoft.com/office/officeart/2005/8/layout/pictureOrgChart+Icon"/>
    <dgm:cxn modelId="{1965BFDC-1838-4C17-ADA7-EF083DE83C6A}" type="presParOf" srcId="{FF74E7B0-27F0-4666-8FD6-6A8F03229131}" destId="{27B11CB9-226D-4FF0-96E6-15E4A34E228D}" srcOrd="1" destOrd="0" presId="urn:microsoft.com/office/officeart/2005/8/layout/pictureOrgChart+Icon"/>
    <dgm:cxn modelId="{2783AB9F-7873-47D2-A885-10C5D1E5B756}" type="presParOf" srcId="{FF74E7B0-27F0-4666-8FD6-6A8F03229131}" destId="{57696000-EE28-4460-B077-13065176842B}" srcOrd="2" destOrd="0" presId="urn:microsoft.com/office/officeart/2005/8/layout/pictureOrgChart+Icon"/>
    <dgm:cxn modelId="{E6FA0C75-F36F-46CF-B787-D89A73531E12}" type="presParOf" srcId="{C4818F33-D87B-420E-8C59-E617906C1CD8}" destId="{E90F8813-B2E0-44F7-9E3A-29B4EF2A810D}" srcOrd="2" destOrd="0" presId="urn:microsoft.com/office/officeart/2005/8/layout/pictureOrgChart+Icon"/>
    <dgm:cxn modelId="{FE9E67F9-5D30-4668-BBED-7B883A6A64BA}" type="presParOf" srcId="{C4818F33-D87B-420E-8C59-E617906C1CD8}" destId="{7BB02D9A-0D73-4AF6-98C5-EF1830328E1F}" srcOrd="3" destOrd="0" presId="urn:microsoft.com/office/officeart/2005/8/layout/pictureOrgChart+Icon"/>
    <dgm:cxn modelId="{10304D3D-29A0-470E-AB03-4C64495A0F4F}" type="presParOf" srcId="{7BB02D9A-0D73-4AF6-98C5-EF1830328E1F}" destId="{F545E634-8CF8-41CC-A850-3A492C0DDC9D}" srcOrd="0" destOrd="0" presId="urn:microsoft.com/office/officeart/2005/8/layout/pictureOrgChart+Icon"/>
    <dgm:cxn modelId="{2CF8F885-2F3E-4BB7-B881-E986652745C3}" type="presParOf" srcId="{F545E634-8CF8-41CC-A850-3A492C0DDC9D}" destId="{3FBB327A-B333-4067-B726-C47CE9AB7119}" srcOrd="0" destOrd="0" presId="urn:microsoft.com/office/officeart/2005/8/layout/pictureOrgChart+Icon"/>
    <dgm:cxn modelId="{470BEC90-9EB9-493C-A68D-45EE575B1DF9}" type="presParOf" srcId="{F545E634-8CF8-41CC-A850-3A492C0DDC9D}" destId="{57090217-907B-4560-BAF9-7C104616AC7B}" srcOrd="1" destOrd="0" presId="urn:microsoft.com/office/officeart/2005/8/layout/pictureOrgChart+Icon"/>
    <dgm:cxn modelId="{C6BF9DE6-A99F-4473-86D2-43866E45A2AB}" type="presParOf" srcId="{F545E634-8CF8-41CC-A850-3A492C0DDC9D}" destId="{AB4FA87F-48D4-4032-B025-D0225B5AEED4}" srcOrd="2" destOrd="0" presId="urn:microsoft.com/office/officeart/2005/8/layout/pictureOrgChart+Icon"/>
    <dgm:cxn modelId="{0ECB72EB-50CD-4A59-AC75-AC568B17A19A}" type="presParOf" srcId="{7BB02D9A-0D73-4AF6-98C5-EF1830328E1F}" destId="{82F3101A-0B1D-4E37-8F4E-23FCAC477F10}" srcOrd="1" destOrd="0" presId="urn:microsoft.com/office/officeart/2005/8/layout/pictureOrgChart+Icon"/>
    <dgm:cxn modelId="{16EC2751-BA50-4E41-AA02-5F38862311D7}" type="presParOf" srcId="{7BB02D9A-0D73-4AF6-98C5-EF1830328E1F}" destId="{3CBE8883-6D14-4BAA-8266-1298BBA16E3D}" srcOrd="2" destOrd="0" presId="urn:microsoft.com/office/officeart/2005/8/layout/pictureOrgChart+Icon"/>
    <dgm:cxn modelId="{0F284093-70B8-4258-A9EB-433AE05AC220}" type="presParOf" srcId="{A10A9083-2C61-40F2-B68D-7595CFEB4CEE}" destId="{ACE4C83F-8E82-40F4-B1CA-1E828F6B3072}" srcOrd="2" destOrd="0" presId="urn:microsoft.com/office/officeart/2005/8/layout/pictureOrgChart+Icon"/>
    <dgm:cxn modelId="{5C3D61AB-3D37-4A27-85A7-4696152A7EFE}" type="presParOf" srcId="{513A1396-ACC6-4090-906C-E065C0B639AC}" destId="{7EC69BE0-013B-4A88-A7A0-A1A7CC3DB314}" srcOrd="4" destOrd="0" presId="urn:microsoft.com/office/officeart/2005/8/layout/pictureOrgChart+Icon"/>
    <dgm:cxn modelId="{B084E138-443F-4C5B-ABB5-4A12E5A98A1B}" type="presParOf" srcId="{513A1396-ACC6-4090-906C-E065C0B639AC}" destId="{C826D8A3-D24F-4A0D-A606-66262BBF4D4A}" srcOrd="5" destOrd="0" presId="urn:microsoft.com/office/officeart/2005/8/layout/pictureOrgChart+Icon"/>
    <dgm:cxn modelId="{B8D75271-3E3D-41F9-8DC4-B9105FDBFF60}" type="presParOf" srcId="{C826D8A3-D24F-4A0D-A606-66262BBF4D4A}" destId="{9E8D287B-A2C4-4091-AA29-2F6E629D5164}" srcOrd="0" destOrd="0" presId="urn:microsoft.com/office/officeart/2005/8/layout/pictureOrgChart+Icon"/>
    <dgm:cxn modelId="{3E5A77E5-504F-4F0E-9167-156064C139A8}" type="presParOf" srcId="{9E8D287B-A2C4-4091-AA29-2F6E629D5164}" destId="{7F2ABC71-4503-48F1-8796-B7DE82D307C2}" srcOrd="0" destOrd="0" presId="urn:microsoft.com/office/officeart/2005/8/layout/pictureOrgChart+Icon"/>
    <dgm:cxn modelId="{68DBAA27-46E5-495C-AC0A-1BECE9BE7F4B}" type="presParOf" srcId="{9E8D287B-A2C4-4091-AA29-2F6E629D5164}" destId="{27A1DA85-023F-4376-A832-FFF2E0C1AEDE}" srcOrd="1" destOrd="0" presId="urn:microsoft.com/office/officeart/2005/8/layout/pictureOrgChart+Icon"/>
    <dgm:cxn modelId="{B63CAD36-995F-4AD8-AAF8-554C73119FEA}" type="presParOf" srcId="{9E8D287B-A2C4-4091-AA29-2F6E629D5164}" destId="{1AAA183A-73BA-4B4A-A69D-BF3CAAE1EA14}" srcOrd="2" destOrd="0" presId="urn:microsoft.com/office/officeart/2005/8/layout/pictureOrgChart+Icon"/>
    <dgm:cxn modelId="{7223146D-6D6B-4025-AB7B-648EBDE6900D}" type="presParOf" srcId="{C826D8A3-D24F-4A0D-A606-66262BBF4D4A}" destId="{F44E3E28-E6D0-4FF0-80ED-DF6FDF44DFA8}" srcOrd="1" destOrd="0" presId="urn:microsoft.com/office/officeart/2005/8/layout/pictureOrgChart+Icon"/>
    <dgm:cxn modelId="{3ECE4497-EE85-45A5-8F88-550DD545E2D2}" type="presParOf" srcId="{F44E3E28-E6D0-4FF0-80ED-DF6FDF44DFA8}" destId="{9B3CCBCF-C670-4BFE-BE89-B654A76158F8}" srcOrd="0" destOrd="0" presId="urn:microsoft.com/office/officeart/2005/8/layout/pictureOrgChart+Icon"/>
    <dgm:cxn modelId="{A5C57BF4-AA6D-4D90-A341-364AFC1A6352}" type="presParOf" srcId="{F44E3E28-E6D0-4FF0-80ED-DF6FDF44DFA8}" destId="{F4F4A731-475F-464B-B11A-C898C8CA94BF}" srcOrd="1" destOrd="0" presId="urn:microsoft.com/office/officeart/2005/8/layout/pictureOrgChart+Icon"/>
    <dgm:cxn modelId="{66FB4472-27BA-4279-8E5A-3998B417F034}" type="presParOf" srcId="{F4F4A731-475F-464B-B11A-C898C8CA94BF}" destId="{382FF07A-D966-431D-9137-B12EB769F13F}" srcOrd="0" destOrd="0" presId="urn:microsoft.com/office/officeart/2005/8/layout/pictureOrgChart+Icon"/>
    <dgm:cxn modelId="{4AB2AC6C-BBCB-4343-B67B-9BA2525DBEB5}" type="presParOf" srcId="{382FF07A-D966-431D-9137-B12EB769F13F}" destId="{6651222B-8551-4290-96E5-2E8263859D29}" srcOrd="0" destOrd="0" presId="urn:microsoft.com/office/officeart/2005/8/layout/pictureOrgChart+Icon"/>
    <dgm:cxn modelId="{2C62E6A8-6048-402A-A3A3-E630DA08EFE1}" type="presParOf" srcId="{382FF07A-D966-431D-9137-B12EB769F13F}" destId="{D8F7006D-06CC-4AE8-A5E3-973FAF488BA3}" srcOrd="1" destOrd="0" presId="urn:microsoft.com/office/officeart/2005/8/layout/pictureOrgChart+Icon"/>
    <dgm:cxn modelId="{C324DAA5-5437-452D-B91E-A6222EC911A3}" type="presParOf" srcId="{382FF07A-D966-431D-9137-B12EB769F13F}" destId="{CFCE051B-992E-4A7F-BA9A-3A6044B4C7B0}" srcOrd="2" destOrd="0" presId="urn:microsoft.com/office/officeart/2005/8/layout/pictureOrgChart+Icon"/>
    <dgm:cxn modelId="{951CD232-121E-4350-9CF1-6F79EE7C5322}" type="presParOf" srcId="{F4F4A731-475F-464B-B11A-C898C8CA94BF}" destId="{86DA8CE3-F319-425F-AB99-6AB86AD2AE16}" srcOrd="1" destOrd="0" presId="urn:microsoft.com/office/officeart/2005/8/layout/pictureOrgChart+Icon"/>
    <dgm:cxn modelId="{B563072F-6189-482F-8CBD-6454720A99A6}" type="presParOf" srcId="{F4F4A731-475F-464B-B11A-C898C8CA94BF}" destId="{29A8BE0E-1C94-4766-91DF-E25E485661F5}" srcOrd="2" destOrd="0" presId="urn:microsoft.com/office/officeart/2005/8/layout/pictureOrgChart+Icon"/>
    <dgm:cxn modelId="{A4DB757D-0CDC-413B-B8E4-BB31A3E80380}" type="presParOf" srcId="{C826D8A3-D24F-4A0D-A606-66262BBF4D4A}" destId="{44417C64-5C2F-47F9-86C6-9DD537E55BE8}" srcOrd="2" destOrd="0" presId="urn:microsoft.com/office/officeart/2005/8/layout/pictureOrgChart+Icon"/>
    <dgm:cxn modelId="{8EF857E9-609A-4429-A730-D6CB37E3C821}" type="presParOf" srcId="{513A1396-ACC6-4090-906C-E065C0B639AC}" destId="{F732ED0D-6A92-4247-BCE3-DCBC67C4780F}" srcOrd="6" destOrd="0" presId="urn:microsoft.com/office/officeart/2005/8/layout/pictureOrgChart+Icon"/>
    <dgm:cxn modelId="{32CE7993-2364-43CE-B7AA-39E210CC5AF4}" type="presParOf" srcId="{513A1396-ACC6-4090-906C-E065C0B639AC}" destId="{476C9F80-7C4C-4139-A866-9C2CF452F947}" srcOrd="7" destOrd="0" presId="urn:microsoft.com/office/officeart/2005/8/layout/pictureOrgChart+Icon"/>
    <dgm:cxn modelId="{B6A24F1E-9C2F-4EFD-8653-C057C60D786C}" type="presParOf" srcId="{476C9F80-7C4C-4139-A866-9C2CF452F947}" destId="{43CCA59F-0EAC-456C-9924-16372453CD34}" srcOrd="0" destOrd="0" presId="urn:microsoft.com/office/officeart/2005/8/layout/pictureOrgChart+Icon"/>
    <dgm:cxn modelId="{38A4EFEB-F57F-42EB-AE62-1FD873DFFE58}" type="presParOf" srcId="{43CCA59F-0EAC-456C-9924-16372453CD34}" destId="{BE1184DB-1C74-4FEC-BE98-B9C1DAEFC3D8}" srcOrd="0" destOrd="0" presId="urn:microsoft.com/office/officeart/2005/8/layout/pictureOrgChart+Icon"/>
    <dgm:cxn modelId="{C8BF2955-AEA2-4C9D-8E4E-9464D597BEF7}" type="presParOf" srcId="{43CCA59F-0EAC-456C-9924-16372453CD34}" destId="{44674C41-FE3D-4499-9295-C3744F7F7EDF}" srcOrd="1" destOrd="0" presId="urn:microsoft.com/office/officeart/2005/8/layout/pictureOrgChart+Icon"/>
    <dgm:cxn modelId="{02451F75-B12F-4EFD-86F2-9DDC56F5282A}" type="presParOf" srcId="{43CCA59F-0EAC-456C-9924-16372453CD34}" destId="{2E68F2EC-33EE-483B-B2A9-AA2E710F35AC}" srcOrd="2" destOrd="0" presId="urn:microsoft.com/office/officeart/2005/8/layout/pictureOrgChart+Icon"/>
    <dgm:cxn modelId="{DF49FF04-4F25-4F57-BEA0-207A0ECC9F8E}" type="presParOf" srcId="{476C9F80-7C4C-4139-A866-9C2CF452F947}" destId="{2B584DC8-9EFF-435A-8CFB-2BEC9FE0D835}" srcOrd="1" destOrd="0" presId="urn:microsoft.com/office/officeart/2005/8/layout/pictureOrgChart+Icon"/>
    <dgm:cxn modelId="{2022D512-A0AA-44C7-9AC6-2830B57E8348}" type="presParOf" srcId="{2B584DC8-9EFF-435A-8CFB-2BEC9FE0D835}" destId="{3D73466B-AB5B-46C4-80F0-C8BD02FD8BFC}" srcOrd="0" destOrd="0" presId="urn:microsoft.com/office/officeart/2005/8/layout/pictureOrgChart+Icon"/>
    <dgm:cxn modelId="{4E35A666-71A2-45BE-A6A5-BEECAB5114F0}" type="presParOf" srcId="{2B584DC8-9EFF-435A-8CFB-2BEC9FE0D835}" destId="{99DDD51D-6E35-498F-88AA-0F2DD7160382}" srcOrd="1" destOrd="0" presId="urn:microsoft.com/office/officeart/2005/8/layout/pictureOrgChart+Icon"/>
    <dgm:cxn modelId="{3DC5C9D9-7D15-4F70-9983-688A38D9BB8D}" type="presParOf" srcId="{99DDD51D-6E35-498F-88AA-0F2DD7160382}" destId="{ABF778B2-6025-46B9-93C3-63546A47CE11}" srcOrd="0" destOrd="0" presId="urn:microsoft.com/office/officeart/2005/8/layout/pictureOrgChart+Icon"/>
    <dgm:cxn modelId="{A47B8A22-C193-4ABA-9C23-8F2ADE6D6C6D}" type="presParOf" srcId="{ABF778B2-6025-46B9-93C3-63546A47CE11}" destId="{C2E51325-7ED3-4829-8B70-1DDBD2A8FB50}" srcOrd="0" destOrd="0" presId="urn:microsoft.com/office/officeart/2005/8/layout/pictureOrgChart+Icon"/>
    <dgm:cxn modelId="{AF9E8C8D-B449-4A6F-BE30-2C96EA391D6C}" type="presParOf" srcId="{ABF778B2-6025-46B9-93C3-63546A47CE11}" destId="{D7EACED8-6441-4C13-9499-367119AE5AA0}" srcOrd="1" destOrd="0" presId="urn:microsoft.com/office/officeart/2005/8/layout/pictureOrgChart+Icon"/>
    <dgm:cxn modelId="{4135BA84-5D9D-4ECE-A2DD-987D578EA279}" type="presParOf" srcId="{ABF778B2-6025-46B9-93C3-63546A47CE11}" destId="{195221EF-CCC8-46D1-8C65-7DAF8C7933ED}" srcOrd="2" destOrd="0" presId="urn:microsoft.com/office/officeart/2005/8/layout/pictureOrgChart+Icon"/>
    <dgm:cxn modelId="{30B0C91F-9CC2-40AF-8B39-A8A3701A0ED7}" type="presParOf" srcId="{99DDD51D-6E35-498F-88AA-0F2DD7160382}" destId="{F4EDB2CC-BB1B-4ED3-B688-7C85146BB103}" srcOrd="1" destOrd="0" presId="urn:microsoft.com/office/officeart/2005/8/layout/pictureOrgChart+Icon"/>
    <dgm:cxn modelId="{F26FDE66-7AC9-475C-B2BA-E47E9E0333CD}" type="presParOf" srcId="{99DDD51D-6E35-498F-88AA-0F2DD7160382}" destId="{28EDDEF5-7AF1-44D2-B6AD-47C25FA7A414}" srcOrd="2" destOrd="0" presId="urn:microsoft.com/office/officeart/2005/8/layout/pictureOrgChart+Icon"/>
    <dgm:cxn modelId="{E3F4E9FA-B04F-4AB0-B938-4C4082827E26}" type="presParOf" srcId="{2B584DC8-9EFF-435A-8CFB-2BEC9FE0D835}" destId="{3457F1DD-61D4-4FE3-931A-24565B67B48C}" srcOrd="2" destOrd="0" presId="urn:microsoft.com/office/officeart/2005/8/layout/pictureOrgChart+Icon"/>
    <dgm:cxn modelId="{4388C32D-2E35-4366-B5FF-FEC31E3CD510}" type="presParOf" srcId="{2B584DC8-9EFF-435A-8CFB-2BEC9FE0D835}" destId="{DFF02543-EDB0-4ACF-A1C9-42E6313DC029}" srcOrd="3" destOrd="0" presId="urn:microsoft.com/office/officeart/2005/8/layout/pictureOrgChart+Icon"/>
    <dgm:cxn modelId="{99C29F98-7100-48C1-B21A-69DE0C82B309}" type="presParOf" srcId="{DFF02543-EDB0-4ACF-A1C9-42E6313DC029}" destId="{B652A800-1AF3-47B4-B970-2EF11E9B2A8E}" srcOrd="0" destOrd="0" presId="urn:microsoft.com/office/officeart/2005/8/layout/pictureOrgChart+Icon"/>
    <dgm:cxn modelId="{0BB85727-5BFA-463C-B73C-11A8E28DFAA5}" type="presParOf" srcId="{B652A800-1AF3-47B4-B970-2EF11E9B2A8E}" destId="{1B918672-426E-4809-9857-F85A51648693}" srcOrd="0" destOrd="0" presId="urn:microsoft.com/office/officeart/2005/8/layout/pictureOrgChart+Icon"/>
    <dgm:cxn modelId="{521261DB-2843-4AA3-92B4-C748E499CED2}" type="presParOf" srcId="{B652A800-1AF3-47B4-B970-2EF11E9B2A8E}" destId="{F5EFEB96-C330-4ACA-A900-7D245D48D792}" srcOrd="1" destOrd="0" presId="urn:microsoft.com/office/officeart/2005/8/layout/pictureOrgChart+Icon"/>
    <dgm:cxn modelId="{20C02066-F32C-49B5-9316-3914F3D3BF91}" type="presParOf" srcId="{B652A800-1AF3-47B4-B970-2EF11E9B2A8E}" destId="{BAEAF491-EB4A-4E1B-B30B-B93CEF2ADDA3}" srcOrd="2" destOrd="0" presId="urn:microsoft.com/office/officeart/2005/8/layout/pictureOrgChart+Icon"/>
    <dgm:cxn modelId="{FC2C3A64-C8E4-412A-86B8-F499CA619FB2}" type="presParOf" srcId="{DFF02543-EDB0-4ACF-A1C9-42E6313DC029}" destId="{88AD8E62-C568-4934-922F-019B3E36D422}" srcOrd="1" destOrd="0" presId="urn:microsoft.com/office/officeart/2005/8/layout/pictureOrgChart+Icon"/>
    <dgm:cxn modelId="{136FC98E-3C8C-42D8-B980-A0BD4DE954BE}" type="presParOf" srcId="{DFF02543-EDB0-4ACF-A1C9-42E6313DC029}" destId="{21E574A1-CC97-4227-ACDF-0BB4B626A751}" srcOrd="2" destOrd="0" presId="urn:microsoft.com/office/officeart/2005/8/layout/pictureOrgChart+Icon"/>
    <dgm:cxn modelId="{853B20FE-A86D-4095-9A1D-A56213482363}" type="presParOf" srcId="{476C9F80-7C4C-4139-A866-9C2CF452F947}" destId="{CA4F9A18-4F4A-4F70-8FE5-83E7922DC0F8}" srcOrd="2" destOrd="0" presId="urn:microsoft.com/office/officeart/2005/8/layout/pictureOrgChart+Icon"/>
    <dgm:cxn modelId="{3A6EDC39-072B-456C-95E6-FDCACD8A5D1C}" type="presParOf" srcId="{513A1396-ACC6-4090-906C-E065C0B639AC}" destId="{283372A6-8A2A-435A-822A-82A34FF0FD9B}" srcOrd="8" destOrd="0" presId="urn:microsoft.com/office/officeart/2005/8/layout/pictureOrgChart+Icon"/>
    <dgm:cxn modelId="{1BB14121-16A9-455F-8849-50284400B942}" type="presParOf" srcId="{513A1396-ACC6-4090-906C-E065C0B639AC}" destId="{9CE43002-64A9-4423-9F48-5CA1DD091E60}" srcOrd="9" destOrd="0" presId="urn:microsoft.com/office/officeart/2005/8/layout/pictureOrgChart+Icon"/>
    <dgm:cxn modelId="{D9D23020-90E5-4755-B5F1-39E335C622F4}" type="presParOf" srcId="{9CE43002-64A9-4423-9F48-5CA1DD091E60}" destId="{4690BDC5-EB97-4080-8386-65AC5ED41B92}" srcOrd="0" destOrd="0" presId="urn:microsoft.com/office/officeart/2005/8/layout/pictureOrgChart+Icon"/>
    <dgm:cxn modelId="{C4AEE638-1251-463C-B3F2-B215ADE0DDB8}" type="presParOf" srcId="{4690BDC5-EB97-4080-8386-65AC5ED41B92}" destId="{D3314B29-3E92-4035-B06D-C14743277B1F}" srcOrd="0" destOrd="0" presId="urn:microsoft.com/office/officeart/2005/8/layout/pictureOrgChart+Icon"/>
    <dgm:cxn modelId="{D18815D8-37E4-4314-A8E6-61B13624ADFD}" type="presParOf" srcId="{4690BDC5-EB97-4080-8386-65AC5ED41B92}" destId="{475B5F65-8459-49AE-B295-18A3FFF547A9}" srcOrd="1" destOrd="0" presId="urn:microsoft.com/office/officeart/2005/8/layout/pictureOrgChart+Icon"/>
    <dgm:cxn modelId="{5228AAB6-A05C-4CD1-AF1E-CD0CB8A97144}" type="presParOf" srcId="{4690BDC5-EB97-4080-8386-65AC5ED41B92}" destId="{537B692F-632F-4B1C-9AC3-02863D8BEA14}" srcOrd="2" destOrd="0" presId="urn:microsoft.com/office/officeart/2005/8/layout/pictureOrgChart+Icon"/>
    <dgm:cxn modelId="{9CC6B2E5-17D1-47E8-B263-E4E433B00E02}" type="presParOf" srcId="{9CE43002-64A9-4423-9F48-5CA1DD091E60}" destId="{4BF471E4-9464-4A20-8AA6-D895734B9CDA}" srcOrd="1" destOrd="0" presId="urn:microsoft.com/office/officeart/2005/8/layout/pictureOrgChart+Icon"/>
    <dgm:cxn modelId="{634F18B0-0898-45CA-9F35-D874D68E5D52}" type="presParOf" srcId="{4BF471E4-9464-4A20-8AA6-D895734B9CDA}" destId="{65ECE1B2-A2B2-4030-858F-603DCB3641A2}" srcOrd="0" destOrd="0" presId="urn:microsoft.com/office/officeart/2005/8/layout/pictureOrgChart+Icon"/>
    <dgm:cxn modelId="{87F736D0-2950-414A-98B2-DC00ED55EF2E}" type="presParOf" srcId="{4BF471E4-9464-4A20-8AA6-D895734B9CDA}" destId="{1118F91A-CA81-47D3-B243-CA7029A6E3FB}" srcOrd="1" destOrd="0" presId="urn:microsoft.com/office/officeart/2005/8/layout/pictureOrgChart+Icon"/>
    <dgm:cxn modelId="{8677E8C4-875B-4981-9B58-E23584113B6F}" type="presParOf" srcId="{1118F91A-CA81-47D3-B243-CA7029A6E3FB}" destId="{7D0A6DCC-87E7-4675-80FC-56BAEBDE6DFA}" srcOrd="0" destOrd="0" presId="urn:microsoft.com/office/officeart/2005/8/layout/pictureOrgChart+Icon"/>
    <dgm:cxn modelId="{EFD2884B-8352-4900-95CE-EFA4746D5EC8}" type="presParOf" srcId="{7D0A6DCC-87E7-4675-80FC-56BAEBDE6DFA}" destId="{86D49F76-E13B-40CB-BCDE-A6B4E8BE080C}" srcOrd="0" destOrd="0" presId="urn:microsoft.com/office/officeart/2005/8/layout/pictureOrgChart+Icon"/>
    <dgm:cxn modelId="{6266594D-3271-4B06-96C5-647265ECDB4F}" type="presParOf" srcId="{7D0A6DCC-87E7-4675-80FC-56BAEBDE6DFA}" destId="{E71F9437-E626-4118-BD97-E82C08243431}" srcOrd="1" destOrd="0" presId="urn:microsoft.com/office/officeart/2005/8/layout/pictureOrgChart+Icon"/>
    <dgm:cxn modelId="{0BE43E32-DD42-4F79-AD40-07F490B22D11}" type="presParOf" srcId="{7D0A6DCC-87E7-4675-80FC-56BAEBDE6DFA}" destId="{4FA43DD7-3C37-4B03-A43F-C651AD500968}" srcOrd="2" destOrd="0" presId="urn:microsoft.com/office/officeart/2005/8/layout/pictureOrgChart+Icon"/>
    <dgm:cxn modelId="{4B62ACA5-D836-43D6-86AE-97051A5CB3CB}" type="presParOf" srcId="{1118F91A-CA81-47D3-B243-CA7029A6E3FB}" destId="{025089E3-6A25-432F-B49A-FDA3F4F2A4DD}" srcOrd="1" destOrd="0" presId="urn:microsoft.com/office/officeart/2005/8/layout/pictureOrgChart+Icon"/>
    <dgm:cxn modelId="{99B3C929-690C-4B01-9285-64AF6F387CC7}" type="presParOf" srcId="{1118F91A-CA81-47D3-B243-CA7029A6E3FB}" destId="{7B965792-130B-4B00-BBB6-365627FA21F3}" srcOrd="2" destOrd="0" presId="urn:microsoft.com/office/officeart/2005/8/layout/pictureOrgChart+Icon"/>
    <dgm:cxn modelId="{13B40E61-4A36-4A16-9E7F-428543AFC513}" type="presParOf" srcId="{4BF471E4-9464-4A20-8AA6-D895734B9CDA}" destId="{BB5CDB0F-F1CB-433E-B9C4-65624DF29105}" srcOrd="2" destOrd="0" presId="urn:microsoft.com/office/officeart/2005/8/layout/pictureOrgChart+Icon"/>
    <dgm:cxn modelId="{E44E8C58-C74D-470A-A7F4-C597B093B921}" type="presParOf" srcId="{4BF471E4-9464-4A20-8AA6-D895734B9CDA}" destId="{EC0A9D7F-4579-4C55-8412-4C830D77258B}" srcOrd="3" destOrd="0" presId="urn:microsoft.com/office/officeart/2005/8/layout/pictureOrgChart+Icon"/>
    <dgm:cxn modelId="{EB54BFDC-EBCF-4E5E-8E9D-7162355936E5}" type="presParOf" srcId="{EC0A9D7F-4579-4C55-8412-4C830D77258B}" destId="{61727C17-0124-40A4-8F03-FBD6D2894C40}" srcOrd="0" destOrd="0" presId="urn:microsoft.com/office/officeart/2005/8/layout/pictureOrgChart+Icon"/>
    <dgm:cxn modelId="{EF232644-2CCD-4466-A490-18201504EB8E}" type="presParOf" srcId="{61727C17-0124-40A4-8F03-FBD6D2894C40}" destId="{66E53CAC-F12D-40B4-9DFB-D0A798AD3CD0}" srcOrd="0" destOrd="0" presId="urn:microsoft.com/office/officeart/2005/8/layout/pictureOrgChart+Icon"/>
    <dgm:cxn modelId="{298125AE-D0D7-44DF-A00E-0FF9692FB464}" type="presParOf" srcId="{61727C17-0124-40A4-8F03-FBD6D2894C40}" destId="{FEA06683-567A-48E0-885B-3D9FA62C8939}" srcOrd="1" destOrd="0" presId="urn:microsoft.com/office/officeart/2005/8/layout/pictureOrgChart+Icon"/>
    <dgm:cxn modelId="{6F422884-8CF3-4F60-8480-E6B0F7FCE792}" type="presParOf" srcId="{61727C17-0124-40A4-8F03-FBD6D2894C40}" destId="{CB223CB2-A7C2-48D1-9199-1DDEA6B3FD84}" srcOrd="2" destOrd="0" presId="urn:microsoft.com/office/officeart/2005/8/layout/pictureOrgChart+Icon"/>
    <dgm:cxn modelId="{3D920FCD-8392-4487-A472-9C7E2B45EFF5}" type="presParOf" srcId="{EC0A9D7F-4579-4C55-8412-4C830D77258B}" destId="{A57768AD-BB4B-4890-95E5-E157F1F99C29}" srcOrd="1" destOrd="0" presId="urn:microsoft.com/office/officeart/2005/8/layout/pictureOrgChart+Icon"/>
    <dgm:cxn modelId="{169B7E10-85F0-4B07-B9BD-5984A2D32C3E}" type="presParOf" srcId="{EC0A9D7F-4579-4C55-8412-4C830D77258B}" destId="{1033ADC6-D911-4974-B82A-69AEEC75C9B0}" srcOrd="2" destOrd="0" presId="urn:microsoft.com/office/officeart/2005/8/layout/pictureOrgChart+Icon"/>
    <dgm:cxn modelId="{5CD66652-D4BE-458F-A834-042FF71180B0}" type="presParOf" srcId="{4BF471E4-9464-4A20-8AA6-D895734B9CDA}" destId="{DC0CE20F-3A59-4013-96B7-649C4B849856}" srcOrd="4" destOrd="0" presId="urn:microsoft.com/office/officeart/2005/8/layout/pictureOrgChart+Icon"/>
    <dgm:cxn modelId="{2AC11C5E-167B-4E45-BBC4-FAC6FADF5BB6}" type="presParOf" srcId="{4BF471E4-9464-4A20-8AA6-D895734B9CDA}" destId="{225CA0D2-B83B-4A77-9EB4-9260E6D3F115}" srcOrd="5" destOrd="0" presId="urn:microsoft.com/office/officeart/2005/8/layout/pictureOrgChart+Icon"/>
    <dgm:cxn modelId="{AC095A26-D401-4183-8277-6B99A0321113}" type="presParOf" srcId="{225CA0D2-B83B-4A77-9EB4-9260E6D3F115}" destId="{FE643C88-7854-4138-9C41-8B57BA15076C}" srcOrd="0" destOrd="0" presId="urn:microsoft.com/office/officeart/2005/8/layout/pictureOrgChart+Icon"/>
    <dgm:cxn modelId="{A65DCA38-A345-455A-9562-A116C1D7056F}" type="presParOf" srcId="{FE643C88-7854-4138-9C41-8B57BA15076C}" destId="{27371887-8C65-492E-94A2-B0A90ECED93A}" srcOrd="0" destOrd="0" presId="urn:microsoft.com/office/officeart/2005/8/layout/pictureOrgChart+Icon"/>
    <dgm:cxn modelId="{86D5E837-E4E9-450F-8D83-15D8E21E8066}" type="presParOf" srcId="{FE643C88-7854-4138-9C41-8B57BA15076C}" destId="{8CFC6E41-B863-477B-A0B7-D83F0613C4C6}" srcOrd="1" destOrd="0" presId="urn:microsoft.com/office/officeart/2005/8/layout/pictureOrgChart+Icon"/>
    <dgm:cxn modelId="{7596E51D-3435-46FB-BB4D-97CD681C557D}" type="presParOf" srcId="{FE643C88-7854-4138-9C41-8B57BA15076C}" destId="{E8E85F12-788A-4612-9B8E-26A37942B9E6}" srcOrd="2" destOrd="0" presId="urn:microsoft.com/office/officeart/2005/8/layout/pictureOrgChart+Icon"/>
    <dgm:cxn modelId="{3C83B158-83F6-4EDC-B2B1-A93C30EDF023}" type="presParOf" srcId="{225CA0D2-B83B-4A77-9EB4-9260E6D3F115}" destId="{214A9ED6-6F4C-434A-9567-27F318B03D43}" srcOrd="1" destOrd="0" presId="urn:microsoft.com/office/officeart/2005/8/layout/pictureOrgChart+Icon"/>
    <dgm:cxn modelId="{3B210F9B-55B6-4325-BCDE-EA528F9E255C}" type="presParOf" srcId="{225CA0D2-B83B-4A77-9EB4-9260E6D3F115}" destId="{917EA5DB-1573-4552-B84C-E3FD4F923560}" srcOrd="2" destOrd="0" presId="urn:microsoft.com/office/officeart/2005/8/layout/pictureOrgChart+Icon"/>
    <dgm:cxn modelId="{2B2C4C8B-DE50-4E8E-BDA5-F5C78AFAE3A3}" type="presParOf" srcId="{9CE43002-64A9-4423-9F48-5CA1DD091E60}" destId="{F3FDBACE-25EB-45BE-B2FD-48C318026ACE}" srcOrd="2" destOrd="0" presId="urn:microsoft.com/office/officeart/2005/8/layout/pictureOrgChart+Icon"/>
    <dgm:cxn modelId="{5B508133-9BBD-4B98-9F60-531FC3F6ABDC}" type="presParOf" srcId="{85B07BBE-761E-4BE3-ADF1-2B348F358B48}" destId="{D8AD17E5-7CE0-407D-BE09-565DA12169D9}" srcOrd="2" destOrd="0" presId="urn:microsoft.com/office/officeart/2005/8/layout/pictureOrgChar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41C5D7-0052-46A4-A949-1E5D853C9F79}">
      <dsp:nvSpPr>
        <dsp:cNvPr id="0" name=""/>
        <dsp:cNvSpPr/>
      </dsp:nvSpPr>
      <dsp:spPr>
        <a:xfrm>
          <a:off x="1909" y="0"/>
          <a:ext cx="1873912" cy="4608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Objectives</a:t>
          </a:r>
          <a:endParaRPr lang="en-US" sz="2200" kern="1200" dirty="0"/>
        </a:p>
      </dsp:txBody>
      <dsp:txXfrm>
        <a:off x="1909" y="0"/>
        <a:ext cx="1873912" cy="1382592"/>
      </dsp:txXfrm>
    </dsp:sp>
    <dsp:sp modelId="{1F716EE0-4619-40AE-9082-48B58B17B86D}">
      <dsp:nvSpPr>
        <dsp:cNvPr id="0" name=""/>
        <dsp:cNvSpPr/>
      </dsp:nvSpPr>
      <dsp:spPr>
        <a:xfrm>
          <a:off x="189300" y="1382592"/>
          <a:ext cx="1499130" cy="29956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Calibri" charset="0"/>
              <a:cs typeface="Calibri" charset="0"/>
            </a:rPr>
            <a:t>To ensure that Heineken Contract Management systematically and efficiently manages contract creation, execution and analysis for maximizing operational and financial performance and minimizing risk</a:t>
          </a:r>
          <a:endParaRPr lang="en-US" sz="1200" kern="1200" dirty="0"/>
        </a:p>
      </dsp:txBody>
      <dsp:txXfrm>
        <a:off x="233208" y="1426500"/>
        <a:ext cx="1411314" cy="2907800"/>
      </dsp:txXfrm>
    </dsp:sp>
    <dsp:sp modelId="{AEE1C631-63B3-44EC-9401-C8A08456D8BB}">
      <dsp:nvSpPr>
        <dsp:cNvPr id="0" name=""/>
        <dsp:cNvSpPr/>
      </dsp:nvSpPr>
      <dsp:spPr>
        <a:xfrm>
          <a:off x="2016365" y="0"/>
          <a:ext cx="1873912" cy="4608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Goals</a:t>
          </a:r>
          <a:endParaRPr lang="en-US" sz="2200" kern="1200" dirty="0"/>
        </a:p>
      </dsp:txBody>
      <dsp:txXfrm>
        <a:off x="2016365" y="0"/>
        <a:ext cx="1873912" cy="1382592"/>
      </dsp:txXfrm>
    </dsp:sp>
    <dsp:sp modelId="{C818986B-FEE0-4952-9107-590F5E25FEAF}">
      <dsp:nvSpPr>
        <dsp:cNvPr id="0" name=""/>
        <dsp:cNvSpPr/>
      </dsp:nvSpPr>
      <dsp:spPr>
        <a:xfrm>
          <a:off x="2203756" y="1383463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Awareness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700" kern="1200" dirty="0" smtClean="0"/>
            <a:t>Standardize processes 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700" kern="1200" dirty="0" smtClean="0"/>
            <a:t>Implement Contract Mgmt. System</a:t>
          </a:r>
        </a:p>
      </dsp:txBody>
      <dsp:txXfrm>
        <a:off x="2219372" y="1399079"/>
        <a:ext cx="1467898" cy="501923"/>
      </dsp:txXfrm>
    </dsp:sp>
    <dsp:sp modelId="{F26A3875-CFA7-46D1-8EAD-E1F5E8F68E26}">
      <dsp:nvSpPr>
        <dsp:cNvPr id="0" name=""/>
        <dsp:cNvSpPr/>
      </dsp:nvSpPr>
      <dsp:spPr>
        <a:xfrm>
          <a:off x="2203756" y="1998643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Reactive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700" kern="1200" dirty="0" smtClean="0"/>
            <a:t>Optimize Suppliers based on Kralijc</a:t>
          </a:r>
          <a:endParaRPr lang="en-US" sz="700" kern="1200" dirty="0"/>
        </a:p>
      </dsp:txBody>
      <dsp:txXfrm>
        <a:off x="2219372" y="2014259"/>
        <a:ext cx="1467898" cy="501923"/>
      </dsp:txXfrm>
    </dsp:sp>
    <dsp:sp modelId="{04CF7066-5759-42D7-B034-48FE4F12E003}">
      <dsp:nvSpPr>
        <dsp:cNvPr id="0" name=""/>
        <dsp:cNvSpPr/>
      </dsp:nvSpPr>
      <dsp:spPr>
        <a:xfrm>
          <a:off x="2203756" y="2613822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Proactive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700" kern="1200" dirty="0" smtClean="0"/>
            <a:t>Dashboards, alerts and compliance and reduction of risks</a:t>
          </a:r>
        </a:p>
      </dsp:txBody>
      <dsp:txXfrm>
        <a:off x="2219372" y="2629438"/>
        <a:ext cx="1467898" cy="501923"/>
      </dsp:txXfrm>
    </dsp:sp>
    <dsp:sp modelId="{123AD7AD-1A8F-4A92-BA38-AFAF804647B6}">
      <dsp:nvSpPr>
        <dsp:cNvPr id="0" name=""/>
        <dsp:cNvSpPr/>
      </dsp:nvSpPr>
      <dsp:spPr>
        <a:xfrm>
          <a:off x="2203756" y="3229001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Managed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700" kern="1200" dirty="0" smtClean="0"/>
            <a:t>Center led contract management</a:t>
          </a:r>
        </a:p>
      </dsp:txBody>
      <dsp:txXfrm>
        <a:off x="2219372" y="3244617"/>
        <a:ext cx="1467898" cy="501923"/>
      </dsp:txXfrm>
    </dsp:sp>
    <dsp:sp modelId="{FDCA0D90-24BD-452E-88B5-F864084FDAF9}">
      <dsp:nvSpPr>
        <dsp:cNvPr id="0" name=""/>
        <dsp:cNvSpPr/>
      </dsp:nvSpPr>
      <dsp:spPr>
        <a:xfrm>
          <a:off x="2203756" y="3844180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Optimized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700" kern="1200" dirty="0" smtClean="0"/>
            <a:t>Quality of Service delivered</a:t>
          </a:r>
        </a:p>
      </dsp:txBody>
      <dsp:txXfrm>
        <a:off x="2219372" y="3859796"/>
        <a:ext cx="1467898" cy="501923"/>
      </dsp:txXfrm>
    </dsp:sp>
    <dsp:sp modelId="{86FDE306-3968-4D1B-A40A-8162D8FE13BC}">
      <dsp:nvSpPr>
        <dsp:cNvPr id="0" name=""/>
        <dsp:cNvSpPr/>
      </dsp:nvSpPr>
      <dsp:spPr>
        <a:xfrm>
          <a:off x="4030821" y="0"/>
          <a:ext cx="1873912" cy="4608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Strategies</a:t>
          </a:r>
          <a:endParaRPr lang="en-US" sz="2200" kern="1200" dirty="0" smtClean="0"/>
        </a:p>
      </dsp:txBody>
      <dsp:txXfrm>
        <a:off x="4030821" y="0"/>
        <a:ext cx="1873912" cy="1382592"/>
      </dsp:txXfrm>
    </dsp:sp>
    <dsp:sp modelId="{28118B1B-A3AC-4074-BCEA-29A1EA492C11}">
      <dsp:nvSpPr>
        <dsp:cNvPr id="0" name=""/>
        <dsp:cNvSpPr/>
      </dsp:nvSpPr>
      <dsp:spPr>
        <a:xfrm>
          <a:off x="4218212" y="1383463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Baseline Heineken Cm operations (perform CM Scan) NL &amp; others</a:t>
          </a:r>
        </a:p>
      </dsp:txBody>
      <dsp:txXfrm>
        <a:off x="4233828" y="1399079"/>
        <a:ext cx="1467898" cy="501923"/>
      </dsp:txXfrm>
    </dsp:sp>
    <dsp:sp modelId="{1809023B-B922-4EEE-BB4D-8CFEC9385EC1}">
      <dsp:nvSpPr>
        <dsp:cNvPr id="0" name=""/>
        <dsp:cNvSpPr/>
      </dsp:nvSpPr>
      <dsp:spPr>
        <a:xfrm>
          <a:off x="4218212" y="1998643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Initiate improvement programs per OpCo </a:t>
          </a:r>
        </a:p>
      </dsp:txBody>
      <dsp:txXfrm>
        <a:off x="4233828" y="2014259"/>
        <a:ext cx="1467898" cy="501923"/>
      </dsp:txXfrm>
    </dsp:sp>
    <dsp:sp modelId="{7DF26306-1C0D-4A72-97C1-66C3DE3B97E2}">
      <dsp:nvSpPr>
        <dsp:cNvPr id="0" name=""/>
        <dsp:cNvSpPr/>
      </dsp:nvSpPr>
      <dsp:spPr>
        <a:xfrm>
          <a:off x="4218212" y="2613822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Adapt global model to incorporate OpCo requirements</a:t>
          </a:r>
        </a:p>
      </dsp:txBody>
      <dsp:txXfrm>
        <a:off x="4233828" y="2629438"/>
        <a:ext cx="1467898" cy="501923"/>
      </dsp:txXfrm>
    </dsp:sp>
    <dsp:sp modelId="{7F6ACA63-80C3-4152-8159-E08EFF0D8245}">
      <dsp:nvSpPr>
        <dsp:cNvPr id="0" name=""/>
        <dsp:cNvSpPr/>
      </dsp:nvSpPr>
      <dsp:spPr>
        <a:xfrm>
          <a:off x="4218212" y="3229001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t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Install global contract management solution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600" kern="1200" dirty="0" smtClean="0"/>
            <a:t>Heineken Global Procurement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600" kern="1200" dirty="0" smtClean="0"/>
            <a:t>Contract management departments</a:t>
          </a:r>
        </a:p>
      </dsp:txBody>
      <dsp:txXfrm>
        <a:off x="4233828" y="3244617"/>
        <a:ext cx="1467898" cy="501923"/>
      </dsp:txXfrm>
    </dsp:sp>
    <dsp:sp modelId="{BF039D55-4FD3-465B-99CB-D71D7DB4181C}">
      <dsp:nvSpPr>
        <dsp:cNvPr id="0" name=""/>
        <dsp:cNvSpPr/>
      </dsp:nvSpPr>
      <dsp:spPr>
        <a:xfrm>
          <a:off x="4218212" y="3844180"/>
          <a:ext cx="1499130" cy="5331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Install continues improvement process</a:t>
          </a:r>
        </a:p>
      </dsp:txBody>
      <dsp:txXfrm>
        <a:off x="4233828" y="3859796"/>
        <a:ext cx="1467898" cy="501923"/>
      </dsp:txXfrm>
    </dsp:sp>
    <dsp:sp modelId="{20B7A72B-1C1B-4538-B5B5-0AB808208568}">
      <dsp:nvSpPr>
        <dsp:cNvPr id="0" name=""/>
        <dsp:cNvSpPr/>
      </dsp:nvSpPr>
      <dsp:spPr>
        <a:xfrm>
          <a:off x="6045277" y="0"/>
          <a:ext cx="1873912" cy="4608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Measures (</a:t>
          </a:r>
          <a:r>
            <a:rPr lang="en-US" sz="2200" kern="1200" dirty="0" smtClean="0"/>
            <a:t>Evaluetor)</a:t>
          </a:r>
        </a:p>
      </dsp:txBody>
      <dsp:txXfrm>
        <a:off x="6045277" y="0"/>
        <a:ext cx="1873912" cy="1382592"/>
      </dsp:txXfrm>
    </dsp:sp>
    <dsp:sp modelId="{5D0E2956-A83E-4E13-B722-E810DD5BD21F}">
      <dsp:nvSpPr>
        <dsp:cNvPr id="0" name=""/>
        <dsp:cNvSpPr/>
      </dsp:nvSpPr>
      <dsp:spPr>
        <a:xfrm>
          <a:off x="6232668" y="1382704"/>
          <a:ext cx="1499130" cy="6713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Contracts: </a:t>
          </a:r>
          <a:r>
            <a:rPr lang="en-US" sz="800" b="1" kern="1200" dirty="0" smtClean="0"/>
            <a:t>Contract Performance Indicators (CPI)</a:t>
          </a:r>
        </a:p>
      </dsp:txBody>
      <dsp:txXfrm>
        <a:off x="6252332" y="1402368"/>
        <a:ext cx="1459802" cy="632052"/>
      </dsp:txXfrm>
    </dsp:sp>
    <dsp:sp modelId="{672CAA54-C6E2-4063-BE68-40E670EA8AB1}">
      <dsp:nvSpPr>
        <dsp:cNvPr id="0" name=""/>
        <dsp:cNvSpPr/>
      </dsp:nvSpPr>
      <dsp:spPr>
        <a:xfrm>
          <a:off x="6232668" y="2157374"/>
          <a:ext cx="1499130" cy="6713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Relationship Management: </a:t>
          </a:r>
          <a:r>
            <a:rPr lang="en-US" sz="800" b="1" kern="1200" dirty="0" smtClean="0"/>
            <a:t>Key Performance Indicators (KPI)</a:t>
          </a:r>
        </a:p>
      </dsp:txBody>
      <dsp:txXfrm>
        <a:off x="6252332" y="2177038"/>
        <a:ext cx="1459802" cy="632052"/>
      </dsp:txXfrm>
    </dsp:sp>
    <dsp:sp modelId="{1791B05F-8D62-423D-9B4D-2284309D9115}">
      <dsp:nvSpPr>
        <dsp:cNvPr id="0" name=""/>
        <dsp:cNvSpPr/>
      </dsp:nvSpPr>
      <dsp:spPr>
        <a:xfrm>
          <a:off x="6232668" y="2932044"/>
          <a:ext cx="1499130" cy="6713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Service Levels: </a:t>
          </a:r>
          <a:r>
            <a:rPr lang="en-US" sz="800" b="1" kern="1200" dirty="0" smtClean="0"/>
            <a:t>Service Performance indicators  (SPI)</a:t>
          </a:r>
        </a:p>
      </dsp:txBody>
      <dsp:txXfrm>
        <a:off x="6252332" y="2951708"/>
        <a:ext cx="1459802" cy="632052"/>
      </dsp:txXfrm>
    </dsp:sp>
    <dsp:sp modelId="{6A9826D7-CAC6-494F-983F-5DBF55DDB030}">
      <dsp:nvSpPr>
        <dsp:cNvPr id="0" name=""/>
        <dsp:cNvSpPr/>
      </dsp:nvSpPr>
      <dsp:spPr>
        <a:xfrm>
          <a:off x="6232668" y="3706714"/>
          <a:ext cx="1499130" cy="6713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Improvement Management: </a:t>
          </a:r>
          <a:r>
            <a:rPr lang="en-US" sz="800" b="1" kern="1200" dirty="0" smtClean="0"/>
            <a:t>Improvement Status Indicators (ISI)</a:t>
          </a:r>
          <a:endParaRPr lang="en-US" sz="800" b="1" kern="1200" dirty="0"/>
        </a:p>
      </dsp:txBody>
      <dsp:txXfrm>
        <a:off x="6252332" y="3726378"/>
        <a:ext cx="1459802" cy="6320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1FC7B-A737-4F7B-B4C1-92E9B4CAE7C2}">
      <dsp:nvSpPr>
        <dsp:cNvPr id="0" name=""/>
        <dsp:cNvSpPr/>
      </dsp:nvSpPr>
      <dsp:spPr>
        <a:xfrm>
          <a:off x="792114" y="-9762"/>
          <a:ext cx="4511770" cy="4054539"/>
        </a:xfrm>
        <a:prstGeom prst="circularArrow">
          <a:avLst>
            <a:gd name="adj1" fmla="val 5544"/>
            <a:gd name="adj2" fmla="val 330680"/>
            <a:gd name="adj3" fmla="val 13865069"/>
            <a:gd name="adj4" fmla="val 17331947"/>
            <a:gd name="adj5" fmla="val 5757"/>
          </a:avLst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E725A-5425-4DB5-BA66-0AFEA9CA4A87}">
      <dsp:nvSpPr>
        <dsp:cNvPr id="0" name=""/>
        <dsp:cNvSpPr/>
      </dsp:nvSpPr>
      <dsp:spPr>
        <a:xfrm>
          <a:off x="2135451" y="112896"/>
          <a:ext cx="1825096" cy="7103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Improvement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Programs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(from Scan)</a:t>
          </a:r>
          <a:endParaRPr lang="en-US" sz="1000" kern="1200" dirty="0"/>
        </a:p>
      </dsp:txBody>
      <dsp:txXfrm>
        <a:off x="2170129" y="147574"/>
        <a:ext cx="1755740" cy="641034"/>
      </dsp:txXfrm>
    </dsp:sp>
    <dsp:sp modelId="{DABB463F-04CC-4FED-8DA2-397D05730DDF}">
      <dsp:nvSpPr>
        <dsp:cNvPr id="0" name=""/>
        <dsp:cNvSpPr/>
      </dsp:nvSpPr>
      <dsp:spPr>
        <a:xfrm>
          <a:off x="4079728" y="1553078"/>
          <a:ext cx="1825096" cy="7103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Strategic Action Plan</a:t>
          </a:r>
          <a:endParaRPr lang="en-US" sz="1600" kern="1200" dirty="0"/>
        </a:p>
      </dsp:txBody>
      <dsp:txXfrm>
        <a:off x="4114406" y="1587756"/>
        <a:ext cx="1755740" cy="641034"/>
      </dsp:txXfrm>
    </dsp:sp>
    <dsp:sp modelId="{3733F244-80C3-4FEB-859E-0F21D4D42A33}">
      <dsp:nvSpPr>
        <dsp:cNvPr id="0" name=""/>
        <dsp:cNvSpPr/>
      </dsp:nvSpPr>
      <dsp:spPr>
        <a:xfrm>
          <a:off x="3503643" y="2983586"/>
          <a:ext cx="1825096" cy="7103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Implementation</a:t>
          </a:r>
          <a:endParaRPr lang="en-US" sz="1600" kern="1200" dirty="0"/>
        </a:p>
      </dsp:txBody>
      <dsp:txXfrm>
        <a:off x="3538321" y="3018264"/>
        <a:ext cx="1755740" cy="641034"/>
      </dsp:txXfrm>
    </dsp:sp>
    <dsp:sp modelId="{664F4229-365E-49E6-9D92-C6108367B67E}">
      <dsp:nvSpPr>
        <dsp:cNvPr id="0" name=""/>
        <dsp:cNvSpPr/>
      </dsp:nvSpPr>
      <dsp:spPr>
        <a:xfrm>
          <a:off x="792112" y="2983598"/>
          <a:ext cx="1825096" cy="7103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Measure</a:t>
          </a:r>
          <a:endParaRPr lang="en-US" sz="1600" kern="1200" dirty="0"/>
        </a:p>
      </dsp:txBody>
      <dsp:txXfrm>
        <a:off x="826790" y="3018276"/>
        <a:ext cx="1755740" cy="641034"/>
      </dsp:txXfrm>
    </dsp:sp>
    <dsp:sp modelId="{C5A1FB99-91A1-47C3-ADC3-BF26D5846ADA}">
      <dsp:nvSpPr>
        <dsp:cNvPr id="0" name=""/>
        <dsp:cNvSpPr/>
      </dsp:nvSpPr>
      <dsp:spPr>
        <a:xfrm>
          <a:off x="216033" y="1553092"/>
          <a:ext cx="1825096" cy="7103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Evaluate Results</a:t>
          </a:r>
          <a:endParaRPr lang="en-US" sz="1600" kern="1200" dirty="0"/>
        </a:p>
      </dsp:txBody>
      <dsp:txXfrm>
        <a:off x="250711" y="1587770"/>
        <a:ext cx="1755740" cy="641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CE20F-3A59-4013-96B7-649C4B849856}">
      <dsp:nvSpPr>
        <dsp:cNvPr id="0" name=""/>
        <dsp:cNvSpPr/>
      </dsp:nvSpPr>
      <dsp:spPr>
        <a:xfrm>
          <a:off x="7100917" y="2111213"/>
          <a:ext cx="215599" cy="27021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2180"/>
              </a:lnTo>
              <a:lnTo>
                <a:pt x="215599" y="270218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5CDB0F-F1CB-433E-B9C4-65624DF29105}">
      <dsp:nvSpPr>
        <dsp:cNvPr id="0" name=""/>
        <dsp:cNvSpPr/>
      </dsp:nvSpPr>
      <dsp:spPr>
        <a:xfrm>
          <a:off x="7100917" y="2111213"/>
          <a:ext cx="215599" cy="16816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1676"/>
              </a:lnTo>
              <a:lnTo>
                <a:pt x="215599" y="168167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ECE1B2-A2B2-4030-858F-603DCB3641A2}">
      <dsp:nvSpPr>
        <dsp:cNvPr id="0" name=""/>
        <dsp:cNvSpPr/>
      </dsp:nvSpPr>
      <dsp:spPr>
        <a:xfrm>
          <a:off x="7100917" y="2111213"/>
          <a:ext cx="215599" cy="661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1171"/>
              </a:lnTo>
              <a:lnTo>
                <a:pt x="215599" y="661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3372A6-8A2A-435A-822A-82A34FF0FD9B}">
      <dsp:nvSpPr>
        <dsp:cNvPr id="0" name=""/>
        <dsp:cNvSpPr/>
      </dsp:nvSpPr>
      <dsp:spPr>
        <a:xfrm>
          <a:off x="4197511" y="1090708"/>
          <a:ext cx="3478338" cy="3018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919"/>
              </a:lnTo>
              <a:lnTo>
                <a:pt x="3478338" y="150919"/>
              </a:lnTo>
              <a:lnTo>
                <a:pt x="3478338" y="3018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57F1DD-61D4-4FE3-931A-24565B67B48C}">
      <dsp:nvSpPr>
        <dsp:cNvPr id="0" name=""/>
        <dsp:cNvSpPr/>
      </dsp:nvSpPr>
      <dsp:spPr>
        <a:xfrm>
          <a:off x="5361748" y="2111213"/>
          <a:ext cx="215599" cy="16816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1676"/>
              </a:lnTo>
              <a:lnTo>
                <a:pt x="215599" y="168167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73466B-AB5B-46C4-80F0-C8BD02FD8BFC}">
      <dsp:nvSpPr>
        <dsp:cNvPr id="0" name=""/>
        <dsp:cNvSpPr/>
      </dsp:nvSpPr>
      <dsp:spPr>
        <a:xfrm>
          <a:off x="5361748" y="2111213"/>
          <a:ext cx="215599" cy="661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1171"/>
              </a:lnTo>
              <a:lnTo>
                <a:pt x="215599" y="661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2ED0D-6A92-4247-BCE3-DCBC67C4780F}">
      <dsp:nvSpPr>
        <dsp:cNvPr id="0" name=""/>
        <dsp:cNvSpPr/>
      </dsp:nvSpPr>
      <dsp:spPr>
        <a:xfrm>
          <a:off x="4197511" y="1090708"/>
          <a:ext cx="1739169" cy="3018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919"/>
              </a:lnTo>
              <a:lnTo>
                <a:pt x="1739169" y="150919"/>
              </a:lnTo>
              <a:lnTo>
                <a:pt x="1739169" y="3018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3CCBCF-C670-4BFE-BE89-B654A76158F8}">
      <dsp:nvSpPr>
        <dsp:cNvPr id="0" name=""/>
        <dsp:cNvSpPr/>
      </dsp:nvSpPr>
      <dsp:spPr>
        <a:xfrm>
          <a:off x="3622579" y="2111213"/>
          <a:ext cx="215599" cy="661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1171"/>
              </a:lnTo>
              <a:lnTo>
                <a:pt x="215599" y="661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C69BE0-013B-4A88-A7A0-A1A7CC3DB314}">
      <dsp:nvSpPr>
        <dsp:cNvPr id="0" name=""/>
        <dsp:cNvSpPr/>
      </dsp:nvSpPr>
      <dsp:spPr>
        <a:xfrm>
          <a:off x="4151791" y="1090708"/>
          <a:ext cx="91440" cy="3018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18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0F8813-B2E0-44F7-9E3A-29B4EF2A810D}">
      <dsp:nvSpPr>
        <dsp:cNvPr id="0" name=""/>
        <dsp:cNvSpPr/>
      </dsp:nvSpPr>
      <dsp:spPr>
        <a:xfrm>
          <a:off x="1883409" y="2111213"/>
          <a:ext cx="215599" cy="16816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1676"/>
              </a:lnTo>
              <a:lnTo>
                <a:pt x="215599" y="168167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134374-E760-45F6-9135-736BF31179B9}">
      <dsp:nvSpPr>
        <dsp:cNvPr id="0" name=""/>
        <dsp:cNvSpPr/>
      </dsp:nvSpPr>
      <dsp:spPr>
        <a:xfrm>
          <a:off x="1883409" y="2111213"/>
          <a:ext cx="215599" cy="661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1171"/>
              </a:lnTo>
              <a:lnTo>
                <a:pt x="215599" y="661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B35DC4-89F4-4BE9-8C2B-78ACFFA7E108}">
      <dsp:nvSpPr>
        <dsp:cNvPr id="0" name=""/>
        <dsp:cNvSpPr/>
      </dsp:nvSpPr>
      <dsp:spPr>
        <a:xfrm>
          <a:off x="2458341" y="1090708"/>
          <a:ext cx="1739169" cy="301839"/>
        </a:xfrm>
        <a:custGeom>
          <a:avLst/>
          <a:gdLst/>
          <a:ahLst/>
          <a:cxnLst/>
          <a:rect l="0" t="0" r="0" b="0"/>
          <a:pathLst>
            <a:path>
              <a:moveTo>
                <a:pt x="1739169" y="0"/>
              </a:moveTo>
              <a:lnTo>
                <a:pt x="1739169" y="150919"/>
              </a:lnTo>
              <a:lnTo>
                <a:pt x="0" y="150919"/>
              </a:lnTo>
              <a:lnTo>
                <a:pt x="0" y="3018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9ABB3-61E9-4AFD-96D9-AF1F5E5B3739}">
      <dsp:nvSpPr>
        <dsp:cNvPr id="0" name=""/>
        <dsp:cNvSpPr/>
      </dsp:nvSpPr>
      <dsp:spPr>
        <a:xfrm>
          <a:off x="144240" y="2111213"/>
          <a:ext cx="215599" cy="16816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1676"/>
              </a:lnTo>
              <a:lnTo>
                <a:pt x="215599" y="168167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D2AD06-BCED-429B-860E-0B3B9B15BF21}">
      <dsp:nvSpPr>
        <dsp:cNvPr id="0" name=""/>
        <dsp:cNvSpPr/>
      </dsp:nvSpPr>
      <dsp:spPr>
        <a:xfrm>
          <a:off x="144240" y="2111213"/>
          <a:ext cx="215599" cy="661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1171"/>
              </a:lnTo>
              <a:lnTo>
                <a:pt x="215599" y="6611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36DD9-812F-4494-BA61-0F18DC13FDFC}">
      <dsp:nvSpPr>
        <dsp:cNvPr id="0" name=""/>
        <dsp:cNvSpPr/>
      </dsp:nvSpPr>
      <dsp:spPr>
        <a:xfrm>
          <a:off x="719172" y="1090708"/>
          <a:ext cx="3478338" cy="301839"/>
        </a:xfrm>
        <a:custGeom>
          <a:avLst/>
          <a:gdLst/>
          <a:ahLst/>
          <a:cxnLst/>
          <a:rect l="0" t="0" r="0" b="0"/>
          <a:pathLst>
            <a:path>
              <a:moveTo>
                <a:pt x="3478338" y="0"/>
              </a:moveTo>
              <a:lnTo>
                <a:pt x="3478338" y="150919"/>
              </a:lnTo>
              <a:lnTo>
                <a:pt x="0" y="150919"/>
              </a:lnTo>
              <a:lnTo>
                <a:pt x="0" y="3018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D8D582-AC66-44E7-92D0-6E080C44748F}">
      <dsp:nvSpPr>
        <dsp:cNvPr id="0" name=""/>
        <dsp:cNvSpPr/>
      </dsp:nvSpPr>
      <dsp:spPr>
        <a:xfrm>
          <a:off x="3478846" y="372043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Evaluetor Dashboard</a:t>
          </a:r>
          <a:endParaRPr lang="en-GB" sz="1000" kern="1200" dirty="0"/>
        </a:p>
      </dsp:txBody>
      <dsp:txXfrm>
        <a:off x="3478846" y="372043"/>
        <a:ext cx="1437330" cy="718665"/>
      </dsp:txXfrm>
    </dsp:sp>
    <dsp:sp modelId="{FDE5FFCA-620B-468F-BAC8-5D91B198810B}">
      <dsp:nvSpPr>
        <dsp:cNvPr id="0" name=""/>
        <dsp:cNvSpPr/>
      </dsp:nvSpPr>
      <dsp:spPr>
        <a:xfrm>
          <a:off x="3550712" y="443910"/>
          <a:ext cx="431199" cy="57493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4000" r="-11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9633CAF-E1D8-48CA-98E4-5CEF54A059B3}">
      <dsp:nvSpPr>
        <dsp:cNvPr id="0" name=""/>
        <dsp:cNvSpPr/>
      </dsp:nvSpPr>
      <dsp:spPr>
        <a:xfrm>
          <a:off x="507" y="1392548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Supplier Team Score</a:t>
          </a:r>
          <a:endParaRPr lang="en-GB" sz="1000" kern="1200" dirty="0"/>
        </a:p>
      </dsp:txBody>
      <dsp:txXfrm>
        <a:off x="507" y="1392548"/>
        <a:ext cx="1437330" cy="718665"/>
      </dsp:txXfrm>
    </dsp:sp>
    <dsp:sp modelId="{D18EF1D2-4AE2-4F8B-BBD4-097846C07CB7}">
      <dsp:nvSpPr>
        <dsp:cNvPr id="0" name=""/>
        <dsp:cNvSpPr/>
      </dsp:nvSpPr>
      <dsp:spPr>
        <a:xfrm>
          <a:off x="72374" y="1464414"/>
          <a:ext cx="431199" cy="574932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E9C342D-1E9D-4172-8806-6F46558D3279}">
      <dsp:nvSpPr>
        <dsp:cNvPr id="0" name=""/>
        <dsp:cNvSpPr/>
      </dsp:nvSpPr>
      <dsp:spPr>
        <a:xfrm>
          <a:off x="359840" y="2413052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Account Staff</a:t>
          </a:r>
          <a:endParaRPr lang="en-GB" sz="1000" kern="1200" dirty="0"/>
        </a:p>
      </dsp:txBody>
      <dsp:txXfrm>
        <a:off x="359840" y="2413052"/>
        <a:ext cx="1437330" cy="718665"/>
      </dsp:txXfrm>
    </dsp:sp>
    <dsp:sp modelId="{4869D179-8E8C-4A12-9787-F5EDE544AAE9}">
      <dsp:nvSpPr>
        <dsp:cNvPr id="0" name=""/>
        <dsp:cNvSpPr/>
      </dsp:nvSpPr>
      <dsp:spPr>
        <a:xfrm>
          <a:off x="431706" y="2484918"/>
          <a:ext cx="431199" cy="574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4000" r="-7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FEB23B8-A3B2-44FC-85F1-B3C44275D572}">
      <dsp:nvSpPr>
        <dsp:cNvPr id="0" name=""/>
        <dsp:cNvSpPr/>
      </dsp:nvSpPr>
      <dsp:spPr>
        <a:xfrm>
          <a:off x="359840" y="3433556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Delivery Staff</a:t>
          </a:r>
          <a:endParaRPr lang="en-GB" sz="1000" kern="1200" dirty="0"/>
        </a:p>
      </dsp:txBody>
      <dsp:txXfrm>
        <a:off x="359840" y="3433556"/>
        <a:ext cx="1437330" cy="718665"/>
      </dsp:txXfrm>
    </dsp:sp>
    <dsp:sp modelId="{FFBC5B46-CFEA-4835-8BEA-BE8A9292BEBA}">
      <dsp:nvSpPr>
        <dsp:cNvPr id="0" name=""/>
        <dsp:cNvSpPr/>
      </dsp:nvSpPr>
      <dsp:spPr>
        <a:xfrm>
          <a:off x="431706" y="3505423"/>
          <a:ext cx="431199" cy="57493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000" b="-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80C48B7-F404-4C55-BD0E-2E2AC94FB131}">
      <dsp:nvSpPr>
        <dsp:cNvPr id="0" name=""/>
        <dsp:cNvSpPr/>
      </dsp:nvSpPr>
      <dsp:spPr>
        <a:xfrm>
          <a:off x="1739676" y="1392548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Client Score</a:t>
          </a:r>
          <a:endParaRPr lang="en-GB" sz="1000" kern="1200" dirty="0"/>
        </a:p>
      </dsp:txBody>
      <dsp:txXfrm>
        <a:off x="1739676" y="1392548"/>
        <a:ext cx="1437330" cy="718665"/>
      </dsp:txXfrm>
    </dsp:sp>
    <dsp:sp modelId="{C69FF9AA-3221-4A9D-A83A-775D6D34C489}">
      <dsp:nvSpPr>
        <dsp:cNvPr id="0" name=""/>
        <dsp:cNvSpPr/>
      </dsp:nvSpPr>
      <dsp:spPr>
        <a:xfrm>
          <a:off x="1811543" y="1464414"/>
          <a:ext cx="431199" cy="574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8417626-AB5C-4336-97C9-14D3EF3E469F}">
      <dsp:nvSpPr>
        <dsp:cNvPr id="0" name=""/>
        <dsp:cNvSpPr/>
      </dsp:nvSpPr>
      <dsp:spPr>
        <a:xfrm>
          <a:off x="2099009" y="2413052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Client Interview</a:t>
          </a:r>
          <a:endParaRPr lang="en-GB" sz="1000" kern="1200" dirty="0"/>
        </a:p>
      </dsp:txBody>
      <dsp:txXfrm>
        <a:off x="2099009" y="2413052"/>
        <a:ext cx="1437330" cy="718665"/>
      </dsp:txXfrm>
    </dsp:sp>
    <dsp:sp modelId="{2EB6FDEE-CB79-4502-BB50-D5698F7B61A8}">
      <dsp:nvSpPr>
        <dsp:cNvPr id="0" name=""/>
        <dsp:cNvSpPr/>
      </dsp:nvSpPr>
      <dsp:spPr>
        <a:xfrm>
          <a:off x="2170875" y="2484918"/>
          <a:ext cx="431199" cy="574932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FBB327A-B333-4067-B726-C47CE9AB7119}">
      <dsp:nvSpPr>
        <dsp:cNvPr id="0" name=""/>
        <dsp:cNvSpPr/>
      </dsp:nvSpPr>
      <dsp:spPr>
        <a:xfrm>
          <a:off x="2099009" y="3433556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Web based Survey</a:t>
          </a:r>
          <a:endParaRPr lang="en-GB" sz="1000" kern="1200" dirty="0"/>
        </a:p>
      </dsp:txBody>
      <dsp:txXfrm>
        <a:off x="2099009" y="3433556"/>
        <a:ext cx="1437330" cy="718665"/>
      </dsp:txXfrm>
    </dsp:sp>
    <dsp:sp modelId="{57090217-907B-4560-BAF9-7C104616AC7B}">
      <dsp:nvSpPr>
        <dsp:cNvPr id="0" name=""/>
        <dsp:cNvSpPr/>
      </dsp:nvSpPr>
      <dsp:spPr>
        <a:xfrm>
          <a:off x="2170875" y="3505423"/>
          <a:ext cx="431199" cy="5749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F2ABC71-4503-48F1-8796-B7DE82D307C2}">
      <dsp:nvSpPr>
        <dsp:cNvPr id="0" name=""/>
        <dsp:cNvSpPr/>
      </dsp:nvSpPr>
      <dsp:spPr>
        <a:xfrm>
          <a:off x="3478846" y="1392548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Improvement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Plan Status</a:t>
          </a:r>
          <a:endParaRPr lang="en-GB" sz="1000" kern="1200" dirty="0"/>
        </a:p>
      </dsp:txBody>
      <dsp:txXfrm>
        <a:off x="3478846" y="1392548"/>
        <a:ext cx="1437330" cy="718665"/>
      </dsp:txXfrm>
    </dsp:sp>
    <dsp:sp modelId="{27A1DA85-023F-4376-A832-FFF2E0C1AEDE}">
      <dsp:nvSpPr>
        <dsp:cNvPr id="0" name=""/>
        <dsp:cNvSpPr/>
      </dsp:nvSpPr>
      <dsp:spPr>
        <a:xfrm>
          <a:off x="3550712" y="1464414"/>
          <a:ext cx="431199" cy="57493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1000" r="-51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651222B-8551-4290-96E5-2E8263859D29}">
      <dsp:nvSpPr>
        <dsp:cNvPr id="0" name=""/>
        <dsp:cNvSpPr/>
      </dsp:nvSpPr>
      <dsp:spPr>
        <a:xfrm>
          <a:off x="3838178" y="2413052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Go to Green status collection</a:t>
          </a:r>
        </a:p>
      </dsp:txBody>
      <dsp:txXfrm>
        <a:off x="3838178" y="2413052"/>
        <a:ext cx="1437330" cy="718665"/>
      </dsp:txXfrm>
    </dsp:sp>
    <dsp:sp modelId="{D8F7006D-06CC-4AE8-A5E3-973FAF488BA3}">
      <dsp:nvSpPr>
        <dsp:cNvPr id="0" name=""/>
        <dsp:cNvSpPr/>
      </dsp:nvSpPr>
      <dsp:spPr>
        <a:xfrm>
          <a:off x="3910045" y="2484918"/>
          <a:ext cx="431199" cy="5749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E1184DB-1C74-4FEC-BE98-B9C1DAEFC3D8}">
      <dsp:nvSpPr>
        <dsp:cNvPr id="0" name=""/>
        <dsp:cNvSpPr/>
      </dsp:nvSpPr>
      <dsp:spPr>
        <a:xfrm>
          <a:off x="5218015" y="1392548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Delivery Performance</a:t>
          </a:r>
          <a:endParaRPr lang="en-GB" sz="1000" kern="1200" dirty="0"/>
        </a:p>
      </dsp:txBody>
      <dsp:txXfrm>
        <a:off x="5218015" y="1392548"/>
        <a:ext cx="1437330" cy="718665"/>
      </dsp:txXfrm>
    </dsp:sp>
    <dsp:sp modelId="{44674C41-FE3D-4499-9295-C3744F7F7EDF}">
      <dsp:nvSpPr>
        <dsp:cNvPr id="0" name=""/>
        <dsp:cNvSpPr/>
      </dsp:nvSpPr>
      <dsp:spPr>
        <a:xfrm>
          <a:off x="5289882" y="1464414"/>
          <a:ext cx="431199" cy="574932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9000" r="-10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2E51325-7ED3-4829-8B70-1DDBD2A8FB50}">
      <dsp:nvSpPr>
        <dsp:cNvPr id="0" name=""/>
        <dsp:cNvSpPr/>
      </dsp:nvSpPr>
      <dsp:spPr>
        <a:xfrm>
          <a:off x="5577348" y="2413052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Services Metric collection (SPI)</a:t>
          </a:r>
          <a:endParaRPr lang="en-GB" sz="1000" kern="1200" dirty="0"/>
        </a:p>
      </dsp:txBody>
      <dsp:txXfrm>
        <a:off x="5577348" y="2413052"/>
        <a:ext cx="1437330" cy="718665"/>
      </dsp:txXfrm>
    </dsp:sp>
    <dsp:sp modelId="{D7EACED8-6441-4C13-9499-367119AE5AA0}">
      <dsp:nvSpPr>
        <dsp:cNvPr id="0" name=""/>
        <dsp:cNvSpPr/>
      </dsp:nvSpPr>
      <dsp:spPr>
        <a:xfrm>
          <a:off x="5649214" y="2484918"/>
          <a:ext cx="431199" cy="574932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B918672-426E-4809-9857-F85A51648693}">
      <dsp:nvSpPr>
        <dsp:cNvPr id="0" name=""/>
        <dsp:cNvSpPr/>
      </dsp:nvSpPr>
      <dsp:spPr>
        <a:xfrm>
          <a:off x="5577348" y="3433556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Project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Metric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Collection</a:t>
          </a:r>
        </a:p>
      </dsp:txBody>
      <dsp:txXfrm>
        <a:off x="5577348" y="3433556"/>
        <a:ext cx="1437330" cy="718665"/>
      </dsp:txXfrm>
    </dsp:sp>
    <dsp:sp modelId="{F5EFEB96-C330-4ACA-A900-7D245D48D792}">
      <dsp:nvSpPr>
        <dsp:cNvPr id="0" name=""/>
        <dsp:cNvSpPr/>
      </dsp:nvSpPr>
      <dsp:spPr>
        <a:xfrm>
          <a:off x="5649214" y="3505423"/>
          <a:ext cx="431199" cy="574932"/>
        </a:xfrm>
        <a:prstGeom prst="rect">
          <a:avLst/>
        </a:prstGeom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3314B29-3E92-4035-B06D-C14743277B1F}">
      <dsp:nvSpPr>
        <dsp:cNvPr id="0" name=""/>
        <dsp:cNvSpPr/>
      </dsp:nvSpPr>
      <dsp:spPr>
        <a:xfrm>
          <a:off x="6957184" y="1392548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Contract performance</a:t>
          </a:r>
          <a:endParaRPr lang="en-GB" sz="1000" kern="1200" dirty="0"/>
        </a:p>
      </dsp:txBody>
      <dsp:txXfrm>
        <a:off x="6957184" y="1392548"/>
        <a:ext cx="1437330" cy="718665"/>
      </dsp:txXfrm>
    </dsp:sp>
    <dsp:sp modelId="{475B5F65-8459-49AE-B295-18A3FFF547A9}">
      <dsp:nvSpPr>
        <dsp:cNvPr id="0" name=""/>
        <dsp:cNvSpPr/>
      </dsp:nvSpPr>
      <dsp:spPr>
        <a:xfrm>
          <a:off x="7029051" y="1464414"/>
          <a:ext cx="431199" cy="574932"/>
        </a:xfrm>
        <a:prstGeom prst="rect">
          <a:avLst/>
        </a:prstGeom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6D49F76-E13B-40CB-BCDE-A6B4E8BE080C}">
      <dsp:nvSpPr>
        <dsp:cNvPr id="0" name=""/>
        <dsp:cNvSpPr/>
      </dsp:nvSpPr>
      <dsp:spPr>
        <a:xfrm>
          <a:off x="7316517" y="2413052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Alerts</a:t>
          </a:r>
          <a:endParaRPr lang="en-GB" sz="1000" kern="1200" dirty="0"/>
        </a:p>
      </dsp:txBody>
      <dsp:txXfrm>
        <a:off x="7316517" y="2413052"/>
        <a:ext cx="1437330" cy="718665"/>
      </dsp:txXfrm>
    </dsp:sp>
    <dsp:sp modelId="{E71F9437-E626-4118-BD97-E82C08243431}">
      <dsp:nvSpPr>
        <dsp:cNvPr id="0" name=""/>
        <dsp:cNvSpPr/>
      </dsp:nvSpPr>
      <dsp:spPr>
        <a:xfrm>
          <a:off x="7388383" y="2484918"/>
          <a:ext cx="431199" cy="574932"/>
        </a:xfrm>
        <a:prstGeom prst="rect">
          <a:avLst/>
        </a:prstGeom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6E53CAC-F12D-40B4-9DFB-D0A798AD3CD0}">
      <dsp:nvSpPr>
        <dsp:cNvPr id="0" name=""/>
        <dsp:cNvSpPr/>
      </dsp:nvSpPr>
      <dsp:spPr>
        <a:xfrm>
          <a:off x="7316517" y="3433556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Contracting (client &amp; supplier)</a:t>
          </a:r>
          <a:endParaRPr lang="en-GB" sz="1000" kern="1200" dirty="0"/>
        </a:p>
      </dsp:txBody>
      <dsp:txXfrm>
        <a:off x="7316517" y="3433556"/>
        <a:ext cx="1437330" cy="718665"/>
      </dsp:txXfrm>
    </dsp:sp>
    <dsp:sp modelId="{FEA06683-567A-48E0-885B-3D9FA62C8939}">
      <dsp:nvSpPr>
        <dsp:cNvPr id="0" name=""/>
        <dsp:cNvSpPr/>
      </dsp:nvSpPr>
      <dsp:spPr>
        <a:xfrm>
          <a:off x="7388383" y="3505423"/>
          <a:ext cx="431199" cy="57493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7000" r="-57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27371887-8C65-492E-94A2-B0A90ECED93A}">
      <dsp:nvSpPr>
        <dsp:cNvPr id="0" name=""/>
        <dsp:cNvSpPr/>
      </dsp:nvSpPr>
      <dsp:spPr>
        <a:xfrm>
          <a:off x="7316517" y="4454061"/>
          <a:ext cx="1437330" cy="7186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2411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Contracts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Upload</a:t>
          </a:r>
          <a:endParaRPr lang="en-GB" sz="1000" kern="1200" dirty="0"/>
        </a:p>
      </dsp:txBody>
      <dsp:txXfrm>
        <a:off x="7316517" y="4454061"/>
        <a:ext cx="1437330" cy="718665"/>
      </dsp:txXfrm>
    </dsp:sp>
    <dsp:sp modelId="{8CFC6E41-B863-477B-A0B7-D83F0613C4C6}">
      <dsp:nvSpPr>
        <dsp:cNvPr id="0" name=""/>
        <dsp:cNvSpPr/>
      </dsp:nvSpPr>
      <dsp:spPr>
        <a:xfrm>
          <a:off x="7388383" y="4525927"/>
          <a:ext cx="431199" cy="574932"/>
        </a:xfrm>
        <a:prstGeom prst="rect">
          <a:avLst/>
        </a:prstGeom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2000" r="-62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ictureOrgChart+Icon">
  <dgm:title val="Picture Organization Chart"/>
  <dgm:desc val="Use to show hierarchical information or reporting relationships in an organization, with corresponding pictures. The assistant shape and the Org Chart hanging layouts are available with this layout."/>
  <dgm:catLst>
    <dgm:cat type="hierarchy" pri="1050"/>
    <dgm:cat type="officeonline" pri="1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Pict1" styleLbl="alignImgPlace1">
              <dgm:alg type="sp"/>
              <dgm:shape xmlns:r="http://schemas.openxmlformats.org/officeDocument/2006/relationships" type="rect" r:blip="" blipPhldr="1">
                <dgm:adjLst/>
              </dgm:shape>
              <dgm:presOf/>
              <dgm:constrLst/>
              <dgm:ruleLst/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3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4307742" cy="3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>
            <a:lvl1pPr defTabSz="933917">
              <a:defRPr sz="1300" dirty="0"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5629280" y="0"/>
            <a:ext cx="4307742" cy="3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>
            <a:lvl1pPr algn="r" defTabSz="933917">
              <a:defRPr sz="1300">
                <a:cs typeface="Arial" charset="0"/>
              </a:defRPr>
            </a:lvl1pPr>
          </a:lstStyle>
          <a:p>
            <a:pPr>
              <a:defRPr/>
            </a:pPr>
            <a:fld id="{304F21E1-B84B-445F-AF94-B8B99478D897}" type="datetimeFigureOut">
              <a:rPr lang="nl-NL"/>
              <a:pPr>
                <a:defRPr/>
              </a:pPr>
              <a:t>13-5-2013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6465808"/>
            <a:ext cx="4307742" cy="34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b" anchorCtr="0" compatLnSpc="1">
            <a:prstTxWarp prst="textNoShape">
              <a:avLst/>
            </a:prstTxWarp>
          </a:bodyPr>
          <a:lstStyle>
            <a:lvl1pPr defTabSz="933917">
              <a:defRPr sz="1300" dirty="0"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629280" y="6465808"/>
            <a:ext cx="4307742" cy="34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b" anchorCtr="0" compatLnSpc="1">
            <a:prstTxWarp prst="textNoShape">
              <a:avLst/>
            </a:prstTxWarp>
          </a:bodyPr>
          <a:lstStyle>
            <a:lvl1pPr algn="r" defTabSz="933917">
              <a:defRPr sz="1300">
                <a:cs typeface="Arial" charset="0"/>
              </a:defRPr>
            </a:lvl1pPr>
          </a:lstStyle>
          <a:p>
            <a:pPr>
              <a:defRPr/>
            </a:pPr>
            <a:fld id="{0EBFF075-9AD7-46B0-8234-056A478056C3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99228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4307742" cy="3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>
            <a:lvl1pPr defTabSz="933917">
              <a:defRPr sz="1300" dirty="0"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629280" y="0"/>
            <a:ext cx="4307742" cy="3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>
            <a:lvl1pPr algn="r" defTabSz="933917">
              <a:defRPr sz="1300">
                <a:cs typeface="Arial" charset="0"/>
              </a:defRPr>
            </a:lvl1pPr>
          </a:lstStyle>
          <a:p>
            <a:pPr>
              <a:defRPr/>
            </a:pPr>
            <a:fld id="{203573E3-390C-4614-B945-792B478042CC}" type="datetimeFigureOut">
              <a:rPr lang="nl-NL"/>
              <a:pPr>
                <a:defRPr/>
              </a:pPr>
              <a:t>13-5-2013</a:t>
            </a:fld>
            <a:endParaRPr lang="nl-N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7075" y="511175"/>
            <a:ext cx="3405188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331" tIns="44166" rIns="88331" bIns="44166" rtlCol="0" anchor="ctr"/>
          <a:lstStyle/>
          <a:p>
            <a:pPr lvl="0"/>
            <a:endParaRPr lang="nl-NL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94633" y="3234535"/>
            <a:ext cx="7950077" cy="30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l-NL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6465808"/>
            <a:ext cx="4307742" cy="34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b" anchorCtr="0" compatLnSpc="1">
            <a:prstTxWarp prst="textNoShape">
              <a:avLst/>
            </a:prstTxWarp>
          </a:bodyPr>
          <a:lstStyle>
            <a:lvl1pPr defTabSz="933917">
              <a:defRPr sz="1300" dirty="0"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629280" y="6465808"/>
            <a:ext cx="4307742" cy="34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b" anchorCtr="0" compatLnSpc="1">
            <a:prstTxWarp prst="textNoShape">
              <a:avLst/>
            </a:prstTxWarp>
          </a:bodyPr>
          <a:lstStyle>
            <a:lvl1pPr algn="r" defTabSz="933917">
              <a:defRPr sz="1300">
                <a:cs typeface="Arial" charset="0"/>
              </a:defRPr>
            </a:lvl1pPr>
          </a:lstStyle>
          <a:p>
            <a:pPr>
              <a:defRPr/>
            </a:pPr>
            <a:fld id="{782D3967-6BDF-470F-A557-83BDF41E48D2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17765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61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3450"/>
            <a:fld id="{33633C6B-5C36-4FB1-8798-DA18AAF95E74}" type="slidenum">
              <a:rPr lang="nl-NL" smtClean="0"/>
              <a:pPr defTabSz="933450"/>
              <a:t>1</a:t>
            </a:fld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080413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61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3450"/>
            <a:fld id="{33633C6B-5C36-4FB1-8798-DA18AAF95E74}" type="slidenum">
              <a:rPr lang="nl-NL" smtClean="0"/>
              <a:pPr defTabSz="933450"/>
              <a:t>3</a:t>
            </a:fld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751866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2D3967-6BDF-470F-A557-83BDF41E48D2}" type="slidenum">
              <a:rPr lang="nl-NL" smtClean="0"/>
              <a:pPr>
                <a:defRPr/>
              </a:pPr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29955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2D3967-6BDF-470F-A557-83BDF41E48D2}" type="slidenum">
              <a:rPr lang="nl-NL" smtClean="0"/>
              <a:pPr>
                <a:defRPr/>
              </a:pPr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80332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818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34819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AFA528F8-DE58-6D41-88EE-90EF3F04BE90}" type="slidenum">
              <a:rPr lang="nl-NL" sz="1300"/>
              <a:pPr eaLnBrk="1" hangingPunct="1"/>
              <a:t>9</a:t>
            </a:fld>
            <a:endParaRPr lang="nl-NL" sz="1300" dirty="0"/>
          </a:p>
        </p:txBody>
      </p:sp>
    </p:spTree>
    <p:extLst>
      <p:ext uri="{BB962C8B-B14F-4D97-AF65-F5344CB8AC3E}">
        <p14:creationId xmlns:p14="http://schemas.microsoft.com/office/powerpoint/2010/main" val="42388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38915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4247EF72-EBEF-8046-8CA0-49048FD5930C}" type="slidenum">
              <a:rPr lang="nl-NL" sz="1300"/>
              <a:pPr eaLnBrk="1" hangingPunct="1"/>
              <a:t>10</a:t>
            </a:fld>
            <a:endParaRPr lang="nl-NL" sz="1300" dirty="0"/>
          </a:p>
        </p:txBody>
      </p:sp>
    </p:spTree>
    <p:extLst>
      <p:ext uri="{BB962C8B-B14F-4D97-AF65-F5344CB8AC3E}">
        <p14:creationId xmlns:p14="http://schemas.microsoft.com/office/powerpoint/2010/main" val="3146253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0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43011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42975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42975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42975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42975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27974164-E68F-4245-9B7F-0FD1B85588E7}" type="slidenum">
              <a:rPr lang="nl-NL" sz="1300"/>
              <a:pPr eaLnBrk="1" hangingPunct="1"/>
              <a:t>11</a:t>
            </a:fld>
            <a:endParaRPr lang="nl-NL" sz="1300" dirty="0"/>
          </a:p>
        </p:txBody>
      </p:sp>
    </p:spTree>
    <p:extLst>
      <p:ext uri="{BB962C8B-B14F-4D97-AF65-F5344CB8AC3E}">
        <p14:creationId xmlns:p14="http://schemas.microsoft.com/office/powerpoint/2010/main" val="3055982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5058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45059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defTabSz="93345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930686E8-A301-6F4A-B993-CE1B33FCF6FA}" type="slidenum">
              <a:rPr lang="nl-NL" sz="1300">
                <a:solidFill>
                  <a:schemeClr val="tx1"/>
                </a:solidFill>
                <a:latin typeface="Calibri" charset="0"/>
              </a:rPr>
              <a:pPr eaLnBrk="1" hangingPunct="1"/>
              <a:t>12</a:t>
            </a:fld>
            <a:endParaRPr lang="nl-NL" sz="1300" dirty="0">
              <a:solidFill>
                <a:schemeClr val="tx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407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2D3967-6BDF-470F-A557-83BDF41E48D2}" type="slidenum">
              <a:rPr lang="nl-NL" smtClean="0"/>
              <a:pPr>
                <a:defRPr/>
              </a:pPr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8972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2D3967-6BDF-470F-A557-83BDF41E48D2}" type="slidenum">
              <a:rPr lang="nl-NL" smtClean="0"/>
              <a:pPr>
                <a:defRPr/>
              </a:pPr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7445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2D3967-6BDF-470F-A557-83BDF41E48D2}" type="slidenum">
              <a:rPr lang="nl-NL" smtClean="0"/>
              <a:pPr>
                <a:defRPr/>
              </a:pPr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8738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2D3967-6BDF-470F-A557-83BDF41E48D2}" type="slidenum">
              <a:rPr lang="nl-NL" smtClean="0"/>
              <a:pPr>
                <a:defRPr/>
              </a:pPr>
              <a:t>18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4067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2D3967-6BDF-470F-A557-83BDF41E48D2}" type="slidenum">
              <a:rPr lang="nl-NL" smtClean="0"/>
              <a:pPr>
                <a:defRPr/>
              </a:pPr>
              <a:t>19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7164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2D3967-6BDF-470F-A557-83BDF41E48D2}" type="slidenum">
              <a:rPr lang="nl-NL" smtClean="0"/>
              <a:pPr>
                <a:defRPr/>
              </a:pPr>
              <a:t>22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58558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872CF6-E749-444A-A69E-80151135593C}" type="slidenum">
              <a:rPr lang="nl-NL" smtClean="0"/>
              <a:pPr>
                <a:defRPr/>
              </a:pPr>
              <a:t>24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442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507" y="90489"/>
            <a:ext cx="8443356" cy="788286"/>
          </a:xfrm>
        </p:spPr>
        <p:txBody>
          <a:bodyPr/>
          <a:lstStyle>
            <a:lvl1pPr>
              <a:defRPr sz="18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GB" noProof="0" smtClean="0"/>
              <a:t>Click to edit Master title style</a:t>
            </a:r>
            <a:endParaRPr lang="en-GB" noProof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7357" y="6406738"/>
            <a:ext cx="449287" cy="451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  <a:cs typeface="Arial" charset="0"/>
              </a:defRPr>
            </a:lvl1pPr>
          </a:lstStyle>
          <a:p>
            <a:pPr>
              <a:defRPr/>
            </a:pPr>
            <a:fld id="{C91C9B1A-F7CA-BD4A-8FA2-BF67501BBBD4}" type="slidenum">
              <a:rPr lang="nl-NL" smtClean="0"/>
              <a:t>‹#›</a:t>
            </a:fld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7418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7507" y="90489"/>
            <a:ext cx="8443356" cy="788286"/>
          </a:xfrm>
        </p:spPr>
        <p:txBody>
          <a:bodyPr/>
          <a:lstStyle>
            <a:lvl1pPr>
              <a:defRPr sz="18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GB" noProof="0" smtClean="0"/>
              <a:t>Click to edit Master title style</a:t>
            </a:r>
            <a:endParaRPr lang="en-GB" noProof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7357" y="6406738"/>
            <a:ext cx="449287" cy="451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  <a:cs typeface="Arial" charset="0"/>
              </a:defRPr>
            </a:lvl1pPr>
          </a:lstStyle>
          <a:p>
            <a:pPr>
              <a:defRPr/>
            </a:pPr>
            <a:fld id="{C91C9B1A-F7CA-BD4A-8FA2-BF67501BBBD4}" type="slidenum">
              <a:rPr lang="nl-NL" smtClean="0"/>
              <a:t>‹#›</a:t>
            </a:fld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7357" y="6406738"/>
            <a:ext cx="449287" cy="451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  <a:cs typeface="Arial" charset="0"/>
              </a:defRPr>
            </a:lvl1pPr>
          </a:lstStyle>
          <a:p>
            <a:pPr>
              <a:defRPr/>
            </a:pPr>
            <a:fld id="{C91C9B1A-F7CA-BD4A-8FA2-BF67501BBBD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9962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-119062"/>
            <a:ext cx="8229600" cy="11430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7357" y="6406738"/>
            <a:ext cx="449287" cy="451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  <a:cs typeface="Arial" charset="0"/>
              </a:defRPr>
            </a:lvl1pPr>
          </a:lstStyle>
          <a:p>
            <a:pPr>
              <a:defRPr/>
            </a:pPr>
            <a:fld id="{C91C9B1A-F7CA-BD4A-8FA2-BF67501BBBD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923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005763" y="6392863"/>
            <a:ext cx="1138237" cy="268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fld id="{48945B05-06D4-5944-A5A4-8DA6058A2BEA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4347357" y="6406738"/>
            <a:ext cx="449287" cy="451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C91C9B1A-F7CA-BD4A-8FA2-BF67501BBBD4}" type="slidenum">
              <a:rPr lang="nl-NL" smtClean="0"/>
              <a:pPr>
                <a:defRPr/>
              </a:pPr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9577265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370" y="6309400"/>
            <a:ext cx="1881008" cy="54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27512" y="115888"/>
            <a:ext cx="8277101" cy="81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Klik om het opmaakprofiel te bewerken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8156"/>
            <a:ext cx="8229600" cy="4998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err="1" smtClean="0"/>
              <a:t>Klik</a:t>
            </a:r>
            <a:r>
              <a:rPr lang="en-GB" noProof="0" dirty="0" smtClean="0"/>
              <a:t> </a:t>
            </a:r>
            <a:r>
              <a:rPr lang="en-GB" noProof="0" dirty="0" err="1" smtClean="0"/>
              <a:t>om</a:t>
            </a:r>
            <a:r>
              <a:rPr lang="en-GB" noProof="0" dirty="0" smtClean="0"/>
              <a:t> de </a:t>
            </a:r>
            <a:r>
              <a:rPr lang="en-GB" noProof="0" dirty="0" err="1" smtClean="0"/>
              <a:t>opmaakprofielen</a:t>
            </a:r>
            <a:r>
              <a:rPr lang="en-GB" noProof="0" dirty="0" smtClean="0"/>
              <a:t> van de </a:t>
            </a:r>
            <a:r>
              <a:rPr lang="en-GB" noProof="0" dirty="0" err="1" smtClean="0"/>
              <a:t>modeltekst</a:t>
            </a:r>
            <a:r>
              <a:rPr lang="en-GB" noProof="0" dirty="0" smtClean="0"/>
              <a:t> </a:t>
            </a:r>
            <a:r>
              <a:rPr lang="en-GB" noProof="0" dirty="0" err="1" smtClean="0"/>
              <a:t>te</a:t>
            </a:r>
            <a:r>
              <a:rPr lang="en-GB" noProof="0" dirty="0" smtClean="0"/>
              <a:t> </a:t>
            </a:r>
            <a:r>
              <a:rPr lang="en-GB" noProof="0" dirty="0" err="1" smtClean="0"/>
              <a:t>bewerken</a:t>
            </a:r>
            <a:endParaRPr lang="en-GB" noProof="0" dirty="0" smtClean="0"/>
          </a:p>
          <a:p>
            <a:pPr lvl="1"/>
            <a:r>
              <a:rPr lang="en-GB" noProof="0" dirty="0" err="1" smtClean="0"/>
              <a:t>Tweede</a:t>
            </a:r>
            <a:r>
              <a:rPr lang="en-GB" noProof="0" dirty="0" smtClean="0"/>
              <a:t> </a:t>
            </a:r>
            <a:r>
              <a:rPr lang="en-GB" noProof="0" dirty="0" err="1" smtClean="0"/>
              <a:t>niveau</a:t>
            </a:r>
            <a:endParaRPr lang="en-GB" noProof="0" dirty="0" smtClean="0"/>
          </a:p>
          <a:p>
            <a:pPr lvl="2"/>
            <a:r>
              <a:rPr lang="en-GB" noProof="0" dirty="0" err="1" smtClean="0"/>
              <a:t>Derde</a:t>
            </a:r>
            <a:r>
              <a:rPr lang="en-GB" noProof="0" dirty="0" smtClean="0"/>
              <a:t> </a:t>
            </a:r>
            <a:r>
              <a:rPr lang="en-GB" noProof="0" dirty="0" err="1" smtClean="0"/>
              <a:t>niveau</a:t>
            </a:r>
            <a:endParaRPr lang="en-GB" noProof="0" dirty="0" smtClean="0"/>
          </a:p>
          <a:p>
            <a:pPr lvl="3"/>
            <a:r>
              <a:rPr lang="en-GB" noProof="0" dirty="0" err="1" smtClean="0"/>
              <a:t>Vierde</a:t>
            </a:r>
            <a:r>
              <a:rPr lang="en-GB" noProof="0" dirty="0" smtClean="0"/>
              <a:t> </a:t>
            </a:r>
            <a:r>
              <a:rPr lang="en-GB" noProof="0" dirty="0" err="1" smtClean="0"/>
              <a:t>niveau</a:t>
            </a:r>
            <a:endParaRPr lang="en-GB" noProof="0" dirty="0" smtClean="0"/>
          </a:p>
          <a:p>
            <a:pPr lvl="4"/>
            <a:r>
              <a:rPr lang="en-GB" noProof="0" dirty="0" err="1" smtClean="0"/>
              <a:t>Vijfde</a:t>
            </a:r>
            <a:r>
              <a:rPr lang="en-GB" noProof="0" dirty="0" smtClean="0"/>
              <a:t> </a:t>
            </a:r>
            <a:r>
              <a:rPr lang="en-GB" noProof="0" dirty="0" err="1" smtClean="0"/>
              <a:t>niveau</a:t>
            </a:r>
            <a:endParaRPr lang="en-GB" noProof="0" dirty="0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7357" y="6406738"/>
            <a:ext cx="449287" cy="451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  <a:cs typeface="Arial" charset="0"/>
              </a:defRPr>
            </a:lvl1pPr>
          </a:lstStyle>
          <a:p>
            <a:pPr>
              <a:defRPr/>
            </a:pPr>
            <a:fld id="{C91C9B1A-F7CA-BD4A-8FA2-BF67501BBBD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3995738" y="3500438"/>
            <a:ext cx="1368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nl-NL" sz="1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-1975" y="987466"/>
            <a:ext cx="9144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 bwMode="auto">
          <a:xfrm>
            <a:off x="-1975" y="6305500"/>
            <a:ext cx="9144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0" y="6391931"/>
            <a:ext cx="1876425" cy="4476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itchFamily="34" charset="0"/>
          <a:ea typeface="+mj-ea"/>
          <a:cs typeface="Calibri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  <a:cs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Steven.Visser@senority.n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hyperlink" Target="http://www.senority.n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10355" y="5106876"/>
            <a:ext cx="2226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Wormer, 13 Mei 2013</a:t>
            </a:r>
            <a:endParaRPr lang="en-GB" sz="1800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9" name="98c68698-1950-4925-8248-6fb1ed674539" descr="0D77B304-F2DF-4D62-AC81-2FBEEC9D5E8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51" y="4375699"/>
            <a:ext cx="1765353" cy="169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PastedGraphic-1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814" y="4066290"/>
            <a:ext cx="2203417" cy="22034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40678" y="1484730"/>
            <a:ext cx="18466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endParaRPr lang="en-GB" sz="18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0" y="-69993"/>
            <a:ext cx="91440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2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endParaRPr lang="en-US" sz="2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2622060" y="1412720"/>
            <a:ext cx="3899879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sz="28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Genpact-Senority</a:t>
            </a:r>
          </a:p>
          <a:p>
            <a:pPr algn="ctr"/>
            <a:endParaRPr lang="nl-NL" sz="2800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endParaRPr lang="nl-NL" sz="2800" dirty="0" smtClean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endParaRPr lang="nl-NL" sz="2800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nl-NL" sz="28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Heineken</a:t>
            </a:r>
            <a:endParaRPr lang="nl-NL" sz="2800" dirty="0" smtClean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endParaRPr lang="nl-NL" sz="2800" dirty="0" smtClean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307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Introductions</a:t>
            </a:r>
          </a:p>
          <a:p>
            <a:r>
              <a:rPr lang="en-US" dirty="0" smtClean="0"/>
              <a:t>Genpact opportunity @ Heineken	Laurens</a:t>
            </a:r>
          </a:p>
          <a:p>
            <a:r>
              <a:rPr lang="en-US" dirty="0" smtClean="0"/>
              <a:t>Senority opportunity @ Heineken	Steve</a:t>
            </a:r>
          </a:p>
          <a:p>
            <a:r>
              <a:rPr lang="en-US" dirty="0" smtClean="0"/>
              <a:t>Introduction Evaluetor			Rolf</a:t>
            </a:r>
          </a:p>
          <a:p>
            <a:r>
              <a:rPr lang="en-US" dirty="0" smtClean="0"/>
              <a:t>Brainstorm on joint proposition</a:t>
            </a:r>
          </a:p>
          <a:p>
            <a:r>
              <a:rPr lang="en-US" dirty="0" smtClean="0"/>
              <a:t>Next steps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09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10355" y="5106876"/>
            <a:ext cx="29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Zoeterwoude, October, 2012</a:t>
            </a:r>
            <a:endParaRPr lang="en-GB" sz="1800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9" name="98c68698-1950-4925-8248-6fb1ed674539" descr="0D77B304-F2DF-4D62-AC81-2FBEEC9D5E8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51" y="4375699"/>
            <a:ext cx="1765353" cy="169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PastedGraphic-1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814" y="4066290"/>
            <a:ext cx="2203417" cy="22034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40678" y="1484730"/>
            <a:ext cx="18466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endParaRPr lang="en-GB" sz="18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0" y="-69993"/>
            <a:ext cx="91440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2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endParaRPr lang="en-US" sz="2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2622060" y="1412720"/>
            <a:ext cx="3899879" cy="27546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sz="2800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Heineken</a:t>
            </a:r>
          </a:p>
          <a:p>
            <a:pPr algn="ctr"/>
            <a:endParaRPr lang="nl-NL" sz="2800" dirty="0" smtClean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1800" dirty="0"/>
              <a:t>Contract Management</a:t>
            </a:r>
          </a:p>
          <a:p>
            <a:pPr algn="ctr"/>
            <a:endParaRPr lang="nl-NL" sz="1800" dirty="0" smtClean="0">
              <a:solidFill>
                <a:schemeClr val="bg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Where We </a:t>
            </a:r>
            <a:r>
              <a:rPr lang="en-US" sz="1800" dirty="0" smtClean="0">
                <a:solidFill>
                  <a:schemeClr val="bg2">
                    <a:lumMod val="75000"/>
                  </a:schemeClr>
                </a:solidFill>
              </a:rPr>
              <a:t>Are</a:t>
            </a:r>
          </a:p>
          <a:p>
            <a:pPr algn="ctr">
              <a:lnSpc>
                <a:spcPct val="150000"/>
              </a:lnSpc>
            </a:pPr>
            <a:r>
              <a:rPr lang="en-US" sz="1800" dirty="0" smtClean="0">
                <a:solidFill>
                  <a:schemeClr val="bg2">
                    <a:lumMod val="75000"/>
                  </a:schemeClr>
                </a:solidFill>
              </a:rPr>
              <a:t>Where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We Need to </a:t>
            </a:r>
            <a:r>
              <a:rPr lang="en-US" sz="1800" dirty="0" smtClean="0">
                <a:solidFill>
                  <a:schemeClr val="bg2">
                    <a:lumMod val="75000"/>
                  </a:schemeClr>
                </a:solidFill>
              </a:rPr>
              <a:t>Go</a:t>
            </a:r>
          </a:p>
          <a:p>
            <a:pPr algn="ctr">
              <a:lnSpc>
                <a:spcPct val="150000"/>
              </a:lnSpc>
            </a:pPr>
            <a:r>
              <a:rPr lang="en-US" sz="1800" dirty="0" smtClean="0">
                <a:solidFill>
                  <a:schemeClr val="bg2">
                    <a:lumMod val="75000"/>
                  </a:schemeClr>
                </a:solidFill>
              </a:rPr>
              <a:t>How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to Get </a:t>
            </a:r>
            <a:r>
              <a:rPr lang="en-US" sz="1800" dirty="0" smtClean="0">
                <a:solidFill>
                  <a:schemeClr val="bg2">
                    <a:lumMod val="75000"/>
                  </a:schemeClr>
                </a:solidFill>
              </a:rPr>
              <a:t>There</a:t>
            </a:r>
            <a:endParaRPr lang="en-US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380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 bwMode="auto">
          <a:xfrm>
            <a:off x="251400" y="1412720"/>
            <a:ext cx="8569190" cy="576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F246EE-A698-40F2-9104-E597CE2CF7A1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9075" y="90488"/>
            <a:ext cx="8924925" cy="817562"/>
          </a:xfrm>
        </p:spPr>
        <p:txBody>
          <a:bodyPr/>
          <a:lstStyle/>
          <a:p>
            <a:r>
              <a:rPr lang="en-GB" sz="2800" dirty="0" smtClean="0"/>
              <a:t>Agenda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45865" y="1341438"/>
            <a:ext cx="7394575" cy="4154487"/>
          </a:xfrm>
        </p:spPr>
        <p:txBody>
          <a:bodyPr/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OGSM overview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Contract Management Scan 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Initiate </a:t>
            </a:r>
            <a:r>
              <a:rPr lang="en-US" sz="2400" dirty="0"/>
              <a:t>improvement programs per </a:t>
            </a:r>
            <a:r>
              <a:rPr lang="en-US" sz="2400" dirty="0" smtClean="0"/>
              <a:t>OpCo</a:t>
            </a:r>
            <a:endParaRPr lang="en-US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Global Contract Management Solution</a:t>
            </a:r>
            <a:endParaRPr lang="en-GB" sz="2400" dirty="0" smtClean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Next steps</a:t>
            </a:r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13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Objectives, Goals, Strategies and Measures (OGSM)</a:t>
            </a:r>
            <a:endParaRPr lang="en-US" sz="280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64388045"/>
              </p:ext>
            </p:extLst>
          </p:nvPr>
        </p:nvGraphicFramePr>
        <p:xfrm>
          <a:off x="395420" y="1196690"/>
          <a:ext cx="7921100" cy="4608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0644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91499630"/>
              </p:ext>
            </p:extLst>
          </p:nvPr>
        </p:nvGraphicFramePr>
        <p:xfrm>
          <a:off x="2796600" y="123726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ight Arrow 20"/>
          <p:cNvSpPr/>
          <p:nvPr/>
        </p:nvSpPr>
        <p:spPr bwMode="auto">
          <a:xfrm>
            <a:off x="348260" y="1340444"/>
            <a:ext cx="4185798" cy="48504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920" y="2563488"/>
            <a:ext cx="1522476" cy="13167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OpCo Contract Management Lifecycle</a:t>
            </a:r>
            <a:endParaRPr lang="en-US" sz="2800" dirty="0"/>
          </a:p>
        </p:txBody>
      </p:sp>
      <p:grpSp>
        <p:nvGrpSpPr>
          <p:cNvPr id="5" name="Group 4"/>
          <p:cNvGrpSpPr/>
          <p:nvPr/>
        </p:nvGrpSpPr>
        <p:grpSpPr>
          <a:xfrm>
            <a:off x="339042" y="1237981"/>
            <a:ext cx="1665448" cy="877290"/>
            <a:chOff x="2114847" y="1515"/>
            <a:chExt cx="1866304" cy="933152"/>
          </a:xfrm>
        </p:grpSpPr>
        <p:sp>
          <p:nvSpPr>
            <p:cNvPr id="6" name="Rounded Rectangle 5"/>
            <p:cNvSpPr/>
            <p:nvPr/>
          </p:nvSpPr>
          <p:spPr>
            <a:xfrm>
              <a:off x="2114847" y="1515"/>
              <a:ext cx="1866304" cy="933152"/>
            </a:xfrm>
            <a:prstGeom prst="roundRect">
              <a:avLst/>
            </a:prstGeom>
          </p:spPr>
          <p:style>
            <a:lnRef idx="2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2160400" y="47068"/>
              <a:ext cx="1775198" cy="8420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/>
                <a:t>OGSM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CMM</a:t>
              </a:r>
              <a:endParaRPr lang="en-US" sz="1600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48510" y="1237981"/>
            <a:ext cx="1774495" cy="844773"/>
            <a:chOff x="3759238" y="1196235"/>
            <a:chExt cx="1866304" cy="933152"/>
          </a:xfrm>
        </p:grpSpPr>
        <p:sp>
          <p:nvSpPr>
            <p:cNvPr id="9" name="Rounded Rectangle 8"/>
            <p:cNvSpPr/>
            <p:nvPr/>
          </p:nvSpPr>
          <p:spPr>
            <a:xfrm>
              <a:off x="3759238" y="1196235"/>
              <a:ext cx="1866304" cy="933152"/>
            </a:xfrm>
            <a:prstGeom prst="roundRect">
              <a:avLst/>
            </a:prstGeom>
          </p:spPr>
          <p:style>
            <a:lnRef idx="2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3804791" y="1241788"/>
              <a:ext cx="1775198" cy="8420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/>
                <a:t>Contract Management Scan NL </a:t>
              </a:r>
              <a:endParaRPr lang="en-US" sz="1600" kern="12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7530" y="5517290"/>
            <a:ext cx="676894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 of the Contract Management lifecycle…</a:t>
            </a:r>
          </a:p>
          <a:p>
            <a:pPr algn="r"/>
            <a:r>
              <a:rPr lang="en-US" sz="18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connects the strategy to the plan for Heineken</a:t>
            </a:r>
            <a:endParaRPr lang="en-US" sz="18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648498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 bwMode="auto">
          <a:xfrm>
            <a:off x="251400" y="2060810"/>
            <a:ext cx="8569190" cy="576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F246EE-A698-40F2-9104-E597CE2CF7A1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9075" y="90488"/>
            <a:ext cx="8924925" cy="817562"/>
          </a:xfrm>
        </p:spPr>
        <p:txBody>
          <a:bodyPr/>
          <a:lstStyle/>
          <a:p>
            <a:r>
              <a:rPr lang="en-GB" sz="2800" dirty="0" smtClean="0"/>
              <a:t>Agenda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3855" y="1341438"/>
            <a:ext cx="7394575" cy="4154487"/>
          </a:xfrm>
        </p:spPr>
        <p:txBody>
          <a:bodyPr/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OGSM overview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Contract Management Scan </a:t>
            </a:r>
            <a:endParaRPr lang="en-GB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Initiate </a:t>
            </a:r>
            <a:r>
              <a:rPr lang="en-US" sz="2400" dirty="0"/>
              <a:t>improvement programs per </a:t>
            </a:r>
            <a:r>
              <a:rPr lang="en-US" sz="2400" dirty="0" smtClean="0"/>
              <a:t>OpCo </a:t>
            </a:r>
            <a:endParaRPr lang="en-US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Global Contract Management Solution</a:t>
            </a:r>
            <a:endParaRPr lang="en-GB" sz="2400" dirty="0" smtClean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Next steps</a:t>
            </a:r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7606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Objectives for Contract Management Netherlands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 smtClean="0"/>
              <a:t>Understand the current position (maturity level) of contract management for both product related and non-product related contracts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Baseline measurement (“nulpunt meting” Dutch wording provided for clarity)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Additionally, understand the current position of Heineken’s competitors as well as other food and beverage company’s (e.g. Nestle, Danone, etc)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Design an action plan to move from the current maturity level to next level and beyond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“What are the required steps”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Create opportunities for cash through improved Ts &amp; Cs compliance, security and control of strategic and bottlenecked suppliers, improvement of integral costs as well as value engineering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Continuous improvement for security of supply, suppliers, compliance and in comparison to competitors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This is the end game for contract management to reach this level, </a:t>
            </a:r>
            <a:r>
              <a:rPr lang="en-US" sz="1400" i="1" dirty="0" smtClean="0"/>
              <a:t>Cooperation</a:t>
            </a:r>
            <a:endParaRPr lang="en-US" sz="1400" i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506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dirty="0" smtClean="0"/>
              <a:t>Contract management Scan</a:t>
            </a:r>
            <a:r>
              <a:rPr lang="nl-NL" sz="2800" baseline="30000" dirty="0" smtClean="0"/>
              <a:t>©</a:t>
            </a:r>
            <a:r>
              <a:rPr lang="nl-NL" sz="2800" dirty="0" smtClean="0"/>
              <a:t/>
            </a:r>
            <a:br>
              <a:rPr lang="nl-NL" sz="2800" dirty="0" smtClean="0"/>
            </a:br>
            <a:r>
              <a:rPr lang="nl-NL" sz="2800" dirty="0" smtClean="0"/>
              <a:t>Baseline for Measurement</a:t>
            </a:r>
            <a:endParaRPr lang="nl-NL" sz="2800" dirty="0"/>
          </a:p>
        </p:txBody>
      </p:sp>
      <p:sp>
        <p:nvSpPr>
          <p:cNvPr id="19458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 smtClean="0"/>
              <a:t>The  Contract management Scan</a:t>
            </a:r>
            <a:r>
              <a:rPr lang="en-US" sz="1600" baseline="30000" dirty="0" smtClean="0"/>
              <a:t>©</a:t>
            </a:r>
            <a:r>
              <a:rPr lang="en-US" sz="1600" dirty="0" smtClean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determines the maturity level for the Contract management function within the Heineken Nederland organization. 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includes all relevant questions to plot the Contract Management function (as-is) and presents  the possibilities for improvement. It also shows the “low hanging fruit”.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expects that the Contract management function, similar as other functions within the organization, needs to develop conform a growth model.</a:t>
            </a:r>
          </a:p>
          <a:p>
            <a:pPr lvl="1">
              <a:lnSpc>
                <a:spcPct val="150000"/>
              </a:lnSpc>
            </a:pPr>
            <a:endParaRPr lang="en-US" sz="14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Therefore: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It delivers results that are measureable</a:t>
            </a:r>
          </a:p>
          <a:p>
            <a:pPr lvl="1">
              <a:lnSpc>
                <a:spcPct val="150000"/>
              </a:lnSpc>
            </a:pPr>
            <a:endParaRPr lang="en-US" sz="1400" dirty="0" smtClean="0"/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which leads to projects with defined goals</a:t>
            </a:r>
          </a:p>
          <a:p>
            <a:pPr lvl="1">
              <a:lnSpc>
                <a:spcPct val="150000"/>
              </a:lnSpc>
            </a:pPr>
            <a:endParaRPr lang="en-US" sz="1400" dirty="0" smtClean="0"/>
          </a:p>
          <a:p>
            <a:pPr lvl="1">
              <a:lnSpc>
                <a:spcPct val="150000"/>
              </a:lnSpc>
            </a:pPr>
            <a:r>
              <a:rPr lang="en-US" sz="1400" dirty="0" smtClean="0"/>
              <a:t>that drive savings and cash to the bottom line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3610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/>
          <p:cNvCxnSpPr>
            <a:stCxn id="3" idx="0"/>
            <a:endCxn id="4" idx="2"/>
          </p:cNvCxnSpPr>
          <p:nvPr/>
        </p:nvCxnSpPr>
        <p:spPr bwMode="auto">
          <a:xfrm flipV="1">
            <a:off x="1234284" y="4004868"/>
            <a:ext cx="1018452" cy="1123371"/>
          </a:xfrm>
          <a:prstGeom prst="straightConnector1">
            <a:avLst/>
          </a:prstGeom>
          <a:noFill/>
          <a:ln w="317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cxnSp>
      <p:cxnSp>
        <p:nvCxnSpPr>
          <p:cNvPr id="12" name="Straight Arrow Connector 11"/>
          <p:cNvCxnSpPr>
            <a:stCxn id="4" idx="0"/>
            <a:endCxn id="5" idx="2"/>
          </p:cNvCxnSpPr>
          <p:nvPr/>
        </p:nvCxnSpPr>
        <p:spPr bwMode="auto">
          <a:xfrm flipV="1">
            <a:off x="2252736" y="2170297"/>
            <a:ext cx="1018452" cy="1123371"/>
          </a:xfrm>
          <a:prstGeom prst="straightConnector1">
            <a:avLst/>
          </a:prstGeom>
          <a:noFill/>
          <a:ln w="317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cxnSp>
      <p:sp>
        <p:nvSpPr>
          <p:cNvPr id="3" name="Rechthoek 2"/>
          <p:cNvSpPr/>
          <p:nvPr/>
        </p:nvSpPr>
        <p:spPr bwMode="auto">
          <a:xfrm>
            <a:off x="179390" y="5128239"/>
            <a:ext cx="2109788" cy="711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Level </a:t>
            </a:r>
            <a:r>
              <a:rPr lang="en-US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2:</a:t>
            </a: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cs typeface="Calibri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Control</a:t>
            </a:r>
          </a:p>
        </p:txBody>
      </p:sp>
      <p:sp>
        <p:nvSpPr>
          <p:cNvPr id="4" name="Rechthoek 3"/>
          <p:cNvSpPr/>
          <p:nvPr/>
        </p:nvSpPr>
        <p:spPr bwMode="auto">
          <a:xfrm>
            <a:off x="1197842" y="3293668"/>
            <a:ext cx="2109788" cy="711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Level </a:t>
            </a:r>
            <a:r>
              <a:rPr lang="en-US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3:</a:t>
            </a: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cs typeface="Calibri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Manage</a:t>
            </a:r>
          </a:p>
        </p:txBody>
      </p:sp>
      <p:sp>
        <p:nvSpPr>
          <p:cNvPr id="5" name="Rechthoek 4"/>
          <p:cNvSpPr/>
          <p:nvPr/>
        </p:nvSpPr>
        <p:spPr bwMode="auto">
          <a:xfrm>
            <a:off x="2216294" y="1459097"/>
            <a:ext cx="2109787" cy="711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Level </a:t>
            </a:r>
            <a:r>
              <a:rPr lang="en-US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4:</a:t>
            </a: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cs typeface="Calibri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Cooperate</a:t>
            </a: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7893" name="Tekstvak 8"/>
          <p:cNvSpPr txBox="1">
            <a:spLocks noChangeArrowheads="1"/>
          </p:cNvSpPr>
          <p:nvPr/>
        </p:nvSpPr>
        <p:spPr bwMode="auto">
          <a:xfrm>
            <a:off x="2555720" y="5128239"/>
            <a:ext cx="5616780" cy="93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indent="-276225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100" b="1" i="1" dirty="0">
                <a:solidFill>
                  <a:schemeClr val="tx1"/>
                </a:solidFill>
                <a:latin typeface="Calibri"/>
                <a:cs typeface="Calibri"/>
              </a:rPr>
              <a:t>Control</a:t>
            </a:r>
          </a:p>
          <a:p>
            <a:pPr marL="352425" lvl="1" indent="-171450" eaLnBrk="1" hangingPunct="1"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Calibri"/>
                <a:cs typeface="Calibri"/>
              </a:rPr>
              <a:t>Central contract registration and storage</a:t>
            </a:r>
          </a:p>
          <a:p>
            <a:pPr marL="352425" lvl="1" indent="-171450" eaLnBrk="1" hangingPunct="1"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Calibri"/>
                <a:cs typeface="Calibri"/>
              </a:rPr>
              <a:t>Contract </a:t>
            </a:r>
            <a:r>
              <a:rPr lang="en-US" sz="11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administration</a:t>
            </a:r>
            <a:r>
              <a:rPr lang="en-US" sz="1100" dirty="0">
                <a:solidFill>
                  <a:schemeClr val="tx1"/>
                </a:solidFill>
                <a:latin typeface="Calibri"/>
                <a:cs typeface="Calibri"/>
              </a:rPr>
              <a:t> is operational and responsibilities are clear. </a:t>
            </a:r>
          </a:p>
          <a:p>
            <a:pPr marL="352425" lvl="1" indent="-171450" eaLnBrk="1" hangingPunct="1"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Calibri"/>
                <a:cs typeface="Calibri"/>
              </a:rPr>
              <a:t>Central registration of financial commitments as part of the general ledger system</a:t>
            </a:r>
          </a:p>
          <a:p>
            <a:pPr marL="352425" lvl="1" indent="-171450" eaLnBrk="1" hangingPunct="1"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Calibri"/>
                <a:cs typeface="Calibri"/>
              </a:rPr>
              <a:t>Suppliers are incidentally consulted.</a:t>
            </a:r>
          </a:p>
        </p:txBody>
      </p:sp>
      <p:sp>
        <p:nvSpPr>
          <p:cNvPr id="37894" name="Tekstvak 9"/>
          <p:cNvSpPr txBox="1">
            <a:spLocks noChangeArrowheads="1"/>
          </p:cNvSpPr>
          <p:nvPr/>
        </p:nvSpPr>
        <p:spPr bwMode="auto">
          <a:xfrm>
            <a:off x="3635870" y="3293668"/>
            <a:ext cx="4824670" cy="1123384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nl-NL"/>
            </a:defPPr>
            <a:lvl1pPr fontAlgn="auto">
              <a:spcBef>
                <a:spcPts val="0"/>
              </a:spcBef>
              <a:spcAft>
                <a:spcPts val="0"/>
              </a:spcAft>
              <a:defRPr sz="1100" b="1" i="1">
                <a:solidFill>
                  <a:schemeClr val="tx1"/>
                </a:solidFill>
                <a:latin typeface="Calibri"/>
                <a:cs typeface="Calibri"/>
              </a:defRPr>
            </a:lvl1pPr>
            <a:lvl2pPr marL="352425" lvl="1" indent="-171450" fontAlgn="auto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 sz="1100">
                <a:solidFill>
                  <a:schemeClr val="tx1"/>
                </a:solidFill>
                <a:latin typeface="Calibri"/>
                <a:cs typeface="Calibri"/>
              </a:defRPr>
            </a:lvl2pPr>
          </a:lstStyle>
          <a:p>
            <a:r>
              <a:rPr lang="en-US" sz="1200" dirty="0"/>
              <a:t>Manage</a:t>
            </a:r>
          </a:p>
          <a:p>
            <a:pPr lvl="1"/>
            <a:r>
              <a:rPr lang="en-US" dirty="0"/>
              <a:t>Service delivery according to agreed service levels</a:t>
            </a:r>
          </a:p>
          <a:p>
            <a:pPr lvl="1"/>
            <a:r>
              <a:rPr lang="en-US" dirty="0"/>
              <a:t> Contract management part and parcel of  the sourcing strategy and procurement processes.</a:t>
            </a:r>
          </a:p>
          <a:p>
            <a:pPr lvl="1"/>
            <a:r>
              <a:rPr lang="en-US" dirty="0"/>
              <a:t>Incident-,Problem- en Risk management processes are operational.</a:t>
            </a:r>
          </a:p>
          <a:p>
            <a:pPr lvl="1"/>
            <a:r>
              <a:rPr lang="en-US" dirty="0"/>
              <a:t>Periodic evaluation of  contracts and suppliers</a:t>
            </a:r>
          </a:p>
        </p:txBody>
      </p:sp>
      <p:sp>
        <p:nvSpPr>
          <p:cNvPr id="11" name="Tekstvak 10"/>
          <p:cNvSpPr txBox="1"/>
          <p:nvPr/>
        </p:nvSpPr>
        <p:spPr bwMode="auto">
          <a:xfrm>
            <a:off x="4644010" y="1459097"/>
            <a:ext cx="43206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Cooperate</a:t>
            </a:r>
          </a:p>
          <a:p>
            <a:pPr marL="352425" lvl="1" indent="-171450" fontAlgn="auto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sz="11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Focus of Contract management on continuous improvement of services and  exploration of new possibilities to cooperate</a:t>
            </a:r>
          </a:p>
          <a:p>
            <a:pPr marL="352425" lvl="1" indent="-171450" fontAlgn="auto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sz="1100" dirty="0" smtClean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Sourcing </a:t>
            </a:r>
            <a:r>
              <a:rPr lang="en-US" sz="11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strategy aims at long term cooperation with suppliers </a:t>
            </a:r>
          </a:p>
          <a:p>
            <a:pPr marL="352425" lvl="1" indent="-171450" fontAlgn="auto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sz="11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Governance structure guarantees  optimal and durable cooperation. </a:t>
            </a:r>
          </a:p>
          <a:p>
            <a:pPr marL="352425" lvl="1" indent="-171450" fontAlgn="auto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sz="11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Excellent  working relations between  key players  on client and supplier side on every management level </a:t>
            </a:r>
          </a:p>
          <a:p>
            <a:pPr marL="352425" lvl="1" indent="-171450" fontAlgn="auto"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sz="11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Supplier management is governed by the corporate strategy</a:t>
            </a:r>
            <a:endParaRPr lang="en-US" sz="3200" dirty="0">
              <a:solidFill>
                <a:schemeClr val="tx1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37897" name="Title 1"/>
          <p:cNvSpPr>
            <a:spLocks noGrp="1"/>
          </p:cNvSpPr>
          <p:nvPr>
            <p:ph type="title"/>
          </p:nvPr>
        </p:nvSpPr>
        <p:spPr>
          <a:xfrm>
            <a:off x="35370" y="90489"/>
            <a:ext cx="9145270" cy="788286"/>
          </a:xfrm>
        </p:spPr>
        <p:txBody>
          <a:bodyPr/>
          <a:lstStyle/>
          <a:p>
            <a:r>
              <a:rPr lang="en-US" sz="2800" dirty="0" smtClean="0"/>
              <a:t>A Capability Maturity Model for Good Contract Management </a:t>
            </a:r>
            <a:br>
              <a:rPr lang="en-US" sz="2800" dirty="0" smtClean="0"/>
            </a:br>
            <a:r>
              <a:rPr lang="en-US" sz="2000" dirty="0" smtClean="0"/>
              <a:t>Aligned with Heineken’s Plans</a:t>
            </a:r>
            <a:endParaRPr lang="en-GB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7357" y="6434218"/>
            <a:ext cx="449287" cy="451262"/>
          </a:xfrm>
        </p:spPr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24683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ijdelijke aanduiding voor inhoud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439570"/>
              </p:ext>
            </p:extLst>
          </p:nvPr>
        </p:nvGraphicFramePr>
        <p:xfrm>
          <a:off x="1547580" y="2492870"/>
          <a:ext cx="5904820" cy="3384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985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2800" dirty="0" smtClean="0"/>
              <a:t>The Questionnaire Drives Results</a:t>
            </a:r>
            <a:endParaRPr lang="nl-NL" sz="2800" dirty="0"/>
          </a:p>
        </p:txBody>
      </p:sp>
      <p:sp>
        <p:nvSpPr>
          <p:cNvPr id="15367" name="Tekstvak 7"/>
          <p:cNvSpPr txBox="1">
            <a:spLocks noChangeArrowheads="1"/>
          </p:cNvSpPr>
          <p:nvPr/>
        </p:nvSpPr>
        <p:spPr bwMode="auto">
          <a:xfrm>
            <a:off x="2215213" y="5949950"/>
            <a:ext cx="47135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 smtClean="0">
                <a:solidFill>
                  <a:schemeClr val="tx1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Measurement Areas </a:t>
            </a:r>
            <a:r>
              <a:rPr lang="en-US" sz="1400" dirty="0">
                <a:solidFill>
                  <a:schemeClr val="tx1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for </a:t>
            </a:r>
            <a:r>
              <a:rPr lang="en-US" sz="1400" dirty="0" smtClean="0">
                <a:solidFill>
                  <a:schemeClr val="tx1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Good </a:t>
            </a:r>
            <a:r>
              <a:rPr lang="en-US" sz="1400" dirty="0">
                <a:solidFill>
                  <a:schemeClr val="tx1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C</a:t>
            </a:r>
            <a:r>
              <a:rPr lang="en-US" sz="1400" dirty="0" smtClean="0">
                <a:solidFill>
                  <a:schemeClr val="tx1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ontract </a:t>
            </a:r>
            <a:r>
              <a:rPr lang="en-US" sz="1400" dirty="0">
                <a:solidFill>
                  <a:schemeClr val="tx1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M</a:t>
            </a:r>
            <a:r>
              <a:rPr lang="en-US" sz="1400" dirty="0" smtClean="0">
                <a:solidFill>
                  <a:schemeClr val="tx1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anagement</a:t>
            </a:r>
            <a:endParaRPr lang="en-US" sz="1400" dirty="0">
              <a:solidFill>
                <a:schemeClr val="tx1"/>
              </a:solidFill>
              <a:latin typeface="Lucida Sans Unicode" pitchFamily="34" charset="0"/>
              <a:ea typeface="Lucida Sans Unicode" pitchFamily="34" charset="0"/>
              <a:cs typeface="Lucida Sans Unicode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tx1"/>
              </a:solidFill>
              <a:latin typeface="Lucida Sans Unicode" pitchFamily="34" charset="0"/>
              <a:ea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420" y="1052670"/>
            <a:ext cx="856919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§"/>
              <a:defRPr/>
            </a:pPr>
            <a:r>
              <a:rPr lang="en-US" sz="1800" dirty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Based on the questions per </a:t>
            </a:r>
            <a:r>
              <a:rPr lang="en-US" sz="1800" dirty="0" smtClean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area shown below, the 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level of </a:t>
            </a:r>
            <a:r>
              <a:rPr lang="en-US" sz="1800" dirty="0" smtClean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maturity of 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the </a:t>
            </a:r>
            <a:r>
              <a:rPr lang="en-US" sz="1800" dirty="0" smtClean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as-is organization is determined</a:t>
            </a:r>
            <a:endParaRPr lang="en-US" sz="1800" dirty="0">
              <a:solidFill>
                <a:schemeClr val="tx1"/>
              </a:solidFill>
              <a:latin typeface="Calibri"/>
              <a:ea typeface="Lucida Sans Unicode" pitchFamily="34" charset="0"/>
              <a:cs typeface="Calibri"/>
            </a:endParaRPr>
          </a:p>
          <a:p>
            <a:pPr marL="285750" indent="-285750">
              <a:buFont typeface="Wingdings" charset="2"/>
              <a:buChar char="§"/>
              <a:defRPr/>
            </a:pPr>
            <a:endParaRPr lang="en-US" sz="1800" dirty="0">
              <a:solidFill>
                <a:schemeClr val="tx1"/>
              </a:solidFill>
              <a:latin typeface="Calibri"/>
              <a:ea typeface="Lucida Sans Unicode" pitchFamily="34" charset="0"/>
              <a:cs typeface="Calibri"/>
            </a:endParaRPr>
          </a:p>
          <a:p>
            <a:pPr marL="285750" indent="-285750">
              <a:buFont typeface="Wingdings" charset="2"/>
              <a:buChar char="§"/>
              <a:defRPr/>
            </a:pPr>
            <a:r>
              <a:rPr lang="en-US" sz="1800" dirty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The scan </a:t>
            </a:r>
            <a:r>
              <a:rPr lang="en-US" sz="1800" dirty="0" smtClean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identifies improvement projects regarding 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actions to achieve </a:t>
            </a:r>
            <a:r>
              <a:rPr lang="en-US" sz="1800" dirty="0" smtClean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the next 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level of </a:t>
            </a:r>
            <a:r>
              <a:rPr lang="en-US" sz="1800" dirty="0" smtClean="0">
                <a:solidFill>
                  <a:schemeClr val="tx1"/>
                </a:solidFill>
                <a:latin typeface="Calibri"/>
                <a:ea typeface="Lucida Sans Unicode" pitchFamily="34" charset="0"/>
                <a:cs typeface="Calibri"/>
              </a:rPr>
              <a:t>maturity and beyond</a:t>
            </a:r>
            <a:endParaRPr lang="en-US" sz="1800" dirty="0">
              <a:solidFill>
                <a:schemeClr val="tx1"/>
              </a:solidFill>
              <a:latin typeface="Calibri"/>
              <a:ea typeface="Lucida Sans Unicode" pitchFamily="34" charset="0"/>
              <a:cs typeface="Calibri"/>
            </a:endParaRPr>
          </a:p>
          <a:p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11</a:t>
            </a:fld>
            <a:endParaRPr lang="nl-NL" dirty="0"/>
          </a:p>
        </p:txBody>
      </p:sp>
      <p:sp>
        <p:nvSpPr>
          <p:cNvPr id="8" name="Freeform 7"/>
          <p:cNvSpPr/>
          <p:nvPr/>
        </p:nvSpPr>
        <p:spPr>
          <a:xfrm>
            <a:off x="6186714" y="3168952"/>
            <a:ext cx="483915" cy="1251858"/>
          </a:xfrm>
          <a:custGeom>
            <a:avLst/>
            <a:gdLst>
              <a:gd name="connsiteX0" fmla="*/ 0 w 483915"/>
              <a:gd name="connsiteY0" fmla="*/ 0 h 1251858"/>
              <a:gd name="connsiteX1" fmla="*/ 205619 w 483915"/>
              <a:gd name="connsiteY1" fmla="*/ 1028096 h 1251858"/>
              <a:gd name="connsiteX2" fmla="*/ 260048 w 483915"/>
              <a:gd name="connsiteY2" fmla="*/ 1251858 h 1251858"/>
              <a:gd name="connsiteX3" fmla="*/ 260048 w 483915"/>
              <a:gd name="connsiteY3" fmla="*/ 1251858 h 1251858"/>
              <a:gd name="connsiteX4" fmla="*/ 24191 w 483915"/>
              <a:gd name="connsiteY4" fmla="*/ 229810 h 125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915" h="1251858">
                <a:moveTo>
                  <a:pt x="0" y="0"/>
                </a:moveTo>
                <a:cubicBezTo>
                  <a:pt x="81139" y="409726"/>
                  <a:pt x="162278" y="819453"/>
                  <a:pt x="205619" y="1028096"/>
                </a:cubicBezTo>
                <a:cubicBezTo>
                  <a:pt x="248960" y="1236739"/>
                  <a:pt x="260048" y="1251858"/>
                  <a:pt x="260048" y="1251858"/>
                </a:cubicBezTo>
                <a:lnTo>
                  <a:pt x="260048" y="1251858"/>
                </a:lnTo>
                <a:cubicBezTo>
                  <a:pt x="220739" y="1081517"/>
                  <a:pt x="922262" y="1032127"/>
                  <a:pt x="24191" y="229810"/>
                </a:cubicBezTo>
              </a:path>
            </a:pathLst>
          </a:custGeom>
        </p:spPr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55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Contract Management Scan</a:t>
            </a:r>
            <a:r>
              <a:rPr lang="nl-NL" sz="2400" baseline="30000" dirty="0" smtClean="0"/>
              <a:t>©</a:t>
            </a:r>
            <a:r>
              <a:rPr lang="en-US" sz="2800" dirty="0" smtClean="0"/>
              <a:t>:</a:t>
            </a:r>
            <a:br>
              <a:rPr lang="en-US" sz="2800" dirty="0" smtClean="0"/>
            </a:br>
            <a:r>
              <a:rPr lang="en-US" sz="2800" dirty="0" smtClean="0"/>
              <a:t>The Results (example)</a:t>
            </a:r>
            <a:endParaRPr lang="en-US" sz="2800" dirty="0"/>
          </a:p>
        </p:txBody>
      </p:sp>
      <p:graphicFrame>
        <p:nvGraphicFramePr>
          <p:cNvPr id="6" name="Grafiek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056167"/>
              </p:ext>
            </p:extLst>
          </p:nvPr>
        </p:nvGraphicFramePr>
        <p:xfrm>
          <a:off x="1691600" y="1268700"/>
          <a:ext cx="6984970" cy="4824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45B05-06D4-5944-A5A4-8DA6058A2BEA}" type="slidenum">
              <a:rPr lang="nl-NL" smtClean="0"/>
              <a:pPr>
                <a:defRPr/>
              </a:pPr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5873760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 bwMode="auto">
          <a:xfrm>
            <a:off x="251400" y="2708900"/>
            <a:ext cx="8569190" cy="576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F246EE-A698-40F2-9104-E597CE2CF7A1}" type="slidenum">
              <a:rPr lang="nl-NL" smtClean="0"/>
              <a:pPr/>
              <a:t>13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9075" y="90488"/>
            <a:ext cx="8924925" cy="817562"/>
          </a:xfrm>
        </p:spPr>
        <p:txBody>
          <a:bodyPr/>
          <a:lstStyle/>
          <a:p>
            <a:r>
              <a:rPr lang="en-GB" sz="2800" dirty="0" smtClean="0"/>
              <a:t>Agenda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3410" y="1341438"/>
            <a:ext cx="7394575" cy="4154487"/>
          </a:xfrm>
        </p:spPr>
        <p:txBody>
          <a:bodyPr/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OGSM overview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Contract Management Scan </a:t>
            </a:r>
            <a:endParaRPr lang="en-GB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Initiate </a:t>
            </a:r>
            <a:r>
              <a:rPr lang="en-US" sz="2400" dirty="0"/>
              <a:t>improvement </a:t>
            </a:r>
            <a:r>
              <a:rPr lang="en-US" sz="2400" dirty="0" smtClean="0"/>
              <a:t>programs</a:t>
            </a:r>
            <a:endParaRPr lang="en-US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Global Contract Management Solution</a:t>
            </a:r>
            <a:endParaRPr lang="en-GB" sz="2400" dirty="0" smtClean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Next steps</a:t>
            </a:r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035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980660"/>
            <a:ext cx="8437418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smtClean="0"/>
              <a:t>Using the results from the spider diagram a defined set of improvement projects will be defined, delivering the following  savings:</a:t>
            </a:r>
          </a:p>
          <a:p>
            <a:r>
              <a:rPr lang="en-US" sz="1400" dirty="0" smtClean="0"/>
              <a:t>Supplier Development Project</a:t>
            </a:r>
          </a:p>
          <a:p>
            <a:pPr lvl="1"/>
            <a:r>
              <a:rPr lang="en-US" sz="1200" dirty="0" smtClean="0"/>
              <a:t>Analysis of the Suppliers shows improvement areas for alignment and contract improvements yielding higher quality</a:t>
            </a:r>
          </a:p>
          <a:p>
            <a:pPr lvl="1"/>
            <a:r>
              <a:rPr lang="en-US" sz="1200" dirty="0" smtClean="0"/>
              <a:t>2% overall cost reduction within 3 months with up to 5% total cost reduction within 1 year</a:t>
            </a:r>
          </a:p>
          <a:p>
            <a:r>
              <a:rPr lang="en-US" sz="1400" dirty="0" smtClean="0"/>
              <a:t>Contract Development Project</a:t>
            </a:r>
          </a:p>
          <a:p>
            <a:pPr lvl="1"/>
            <a:r>
              <a:rPr lang="en-US" sz="1200" dirty="0" smtClean="0"/>
              <a:t>Contracts are analyzed and show discounts are being lost due to contractual terms and conditions not being used</a:t>
            </a:r>
          </a:p>
          <a:p>
            <a:pPr lvl="1"/>
            <a:r>
              <a:rPr lang="en-US" sz="1200" dirty="0" smtClean="0"/>
              <a:t>Increased savings from discounts captured of 5% within 1 month, 10% within 6 months and up to 20% within 1 year</a:t>
            </a:r>
          </a:p>
          <a:p>
            <a:r>
              <a:rPr lang="en-US" sz="1400" dirty="0" smtClean="0"/>
              <a:t>Performance Improvement Project  using Evaluetor</a:t>
            </a:r>
            <a:r>
              <a:rPr lang="en-US" sz="1400" baseline="30000" dirty="0" smtClean="0"/>
              <a:t>©</a:t>
            </a:r>
          </a:p>
          <a:p>
            <a:pPr lvl="1"/>
            <a:r>
              <a:rPr lang="en-US" sz="1200" dirty="0" smtClean="0"/>
              <a:t>Performance analysis using Evaluetor using a system of dashboards and alerts allows for proper management of contracts that have not been previously managed due to SLAs not being adhered to</a:t>
            </a:r>
          </a:p>
          <a:p>
            <a:pPr lvl="1"/>
            <a:r>
              <a:rPr lang="en-US" sz="1200" dirty="0" smtClean="0"/>
              <a:t>3% cost savings within 6 months and up to 8% within 1 year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Opportunities for Hard Cash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80" y="4005080"/>
            <a:ext cx="7489040" cy="2088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67678" y="4034762"/>
            <a:ext cx="4104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24 Months Cumulative Savings Potential</a:t>
            </a:r>
          </a:p>
          <a:p>
            <a:pPr algn="ctr"/>
            <a:r>
              <a:rPr lang="en-US" sz="1000" dirty="0"/>
              <a:t>f</a:t>
            </a:r>
            <a:r>
              <a:rPr lang="en-US" sz="1000" dirty="0" smtClean="0"/>
              <a:t>or the 3 Project Areas (estimated)</a:t>
            </a:r>
            <a:endParaRPr lang="en-US" sz="1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14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4068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 bwMode="auto">
          <a:xfrm>
            <a:off x="251400" y="3284980"/>
            <a:ext cx="8569190" cy="576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F246EE-A698-40F2-9104-E597CE2CF7A1}" type="slidenum">
              <a:rPr lang="nl-NL" smtClean="0"/>
              <a:pPr/>
              <a:t>15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9075" y="90488"/>
            <a:ext cx="8924925" cy="817562"/>
          </a:xfrm>
        </p:spPr>
        <p:txBody>
          <a:bodyPr/>
          <a:lstStyle/>
          <a:p>
            <a:r>
              <a:rPr lang="en-GB" sz="2800" dirty="0" smtClean="0"/>
              <a:t>Agenda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3855" y="1341438"/>
            <a:ext cx="7394575" cy="4154487"/>
          </a:xfrm>
        </p:spPr>
        <p:txBody>
          <a:bodyPr/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OGSM overview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Contract Management Scan - SCAN’s</a:t>
            </a:r>
            <a:endParaRPr lang="en-GB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Initiate </a:t>
            </a:r>
            <a:r>
              <a:rPr lang="en-US" sz="2400" dirty="0"/>
              <a:t>improvement programs per </a:t>
            </a:r>
            <a:r>
              <a:rPr lang="en-US" sz="2400" dirty="0" smtClean="0"/>
              <a:t>OpCo </a:t>
            </a:r>
            <a:endParaRPr lang="en-US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Global Contract Management Solution</a:t>
            </a:r>
            <a:endParaRPr lang="en-GB" sz="2400" dirty="0" smtClean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Next steps</a:t>
            </a:r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1868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390" y="1268700"/>
            <a:ext cx="5760800" cy="48246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1600" dirty="0" smtClean="0"/>
              <a:t>Increase maturity of contract management through OGSM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Contract management organized the same for each OpCo, targeted information distribution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Active contract management via alerts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Managing of Client and Supplier compliance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Financial control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Supplier performance management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Analysis of cost savings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Value engineering</a:t>
            </a:r>
          </a:p>
          <a:p>
            <a:pPr>
              <a:spcBef>
                <a:spcPts val="1200"/>
              </a:spcBef>
            </a:pPr>
            <a:r>
              <a:rPr lang="en-GB" sz="1600" dirty="0" smtClean="0">
                <a:ea typeface="+mn-ea"/>
              </a:rPr>
              <a:t>Leverage the benefit of HEINEKEN’s “global scale” is clearly defined as strategic business priority</a:t>
            </a:r>
          </a:p>
          <a:p>
            <a:pPr>
              <a:spcBef>
                <a:spcPts val="1200"/>
              </a:spcBef>
            </a:pPr>
            <a:r>
              <a:rPr lang="en-GB" sz="1600" dirty="0" smtClean="0">
                <a:ea typeface="+mn-ea"/>
              </a:rPr>
              <a:t>Ambition </a:t>
            </a:r>
            <a:r>
              <a:rPr lang="en-GB" sz="1600" dirty="0">
                <a:ea typeface="+mn-ea"/>
              </a:rPr>
              <a:t>to shift from Local to Buy-</a:t>
            </a:r>
            <a:r>
              <a:rPr lang="en-GB" sz="1600" dirty="0" smtClean="0">
                <a:ea typeface="+mn-ea"/>
              </a:rPr>
              <a:t>Sell</a:t>
            </a:r>
          </a:p>
          <a:p>
            <a:pPr>
              <a:spcBef>
                <a:spcPts val="1200"/>
              </a:spcBef>
            </a:pPr>
            <a:r>
              <a:rPr lang="en-GB" sz="1600" dirty="0" smtClean="0"/>
              <a:t>Proactive </a:t>
            </a:r>
            <a:r>
              <a:rPr lang="en-GB" sz="1600" dirty="0"/>
              <a:t>Stakeholder management is considered </a:t>
            </a:r>
            <a:r>
              <a:rPr lang="en-GB" sz="1600" dirty="0" smtClean="0"/>
              <a:t>fundamental</a:t>
            </a:r>
            <a:endParaRPr lang="en-US" sz="16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Heineken Contract Management </a:t>
            </a:r>
            <a:br>
              <a:rPr lang="en-GB" sz="2800" dirty="0" smtClean="0"/>
            </a:br>
            <a:r>
              <a:rPr lang="en-GB" sz="2800" i="1" dirty="0" smtClean="0"/>
              <a:t>Moving from Local to Global</a:t>
            </a:r>
            <a:endParaRPr lang="en-GB" sz="2800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16</a:t>
            </a:fld>
            <a:endParaRPr lang="nl-NL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85" y="1655503"/>
            <a:ext cx="2943225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90" y="3608139"/>
            <a:ext cx="3144260" cy="198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0980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F246EE-A698-40F2-9104-E597CE2CF7A1}" type="slidenum">
              <a:rPr lang="nl-NL" smtClean="0"/>
              <a:pPr/>
              <a:t>17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7725" y="90488"/>
            <a:ext cx="8924925" cy="817562"/>
          </a:xfrm>
        </p:spPr>
        <p:txBody>
          <a:bodyPr/>
          <a:lstStyle/>
          <a:p>
            <a:r>
              <a:rPr lang="en-GB" sz="2800" dirty="0" smtClean="0"/>
              <a:t>Measureable &amp; Achievable Improvements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1395" y="980660"/>
            <a:ext cx="8892605" cy="4902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1600" dirty="0"/>
              <a:t>Help organisations get what they contracted 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Real time Contract and Relationship monitoring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Common global methodology and toolset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Closer and more intimate Supplier and Client relationships that are:</a:t>
            </a:r>
          </a:p>
          <a:p>
            <a:pPr lvl="1">
              <a:lnSpc>
                <a:spcPct val="150000"/>
              </a:lnSpc>
            </a:pPr>
            <a:r>
              <a:rPr lang="en-GB" sz="1400" dirty="0" smtClean="0"/>
              <a:t>Transparent</a:t>
            </a:r>
          </a:p>
          <a:p>
            <a:pPr lvl="1">
              <a:lnSpc>
                <a:spcPct val="150000"/>
              </a:lnSpc>
            </a:pPr>
            <a:r>
              <a:rPr lang="en-GB" sz="1400" dirty="0" smtClean="0"/>
              <a:t>Honest</a:t>
            </a:r>
          </a:p>
          <a:p>
            <a:pPr lvl="1">
              <a:lnSpc>
                <a:spcPct val="150000"/>
              </a:lnSpc>
            </a:pPr>
            <a:r>
              <a:rPr lang="en-GB" sz="1400" dirty="0" smtClean="0"/>
              <a:t>Both parties (Contract Management and their counterparts) deliver on agreed commitments</a:t>
            </a:r>
          </a:p>
          <a:p>
            <a:pPr lvl="1">
              <a:lnSpc>
                <a:spcPct val="150000"/>
              </a:lnSpc>
            </a:pPr>
            <a:r>
              <a:rPr lang="en-GB" sz="1400" dirty="0" smtClean="0"/>
              <a:t>Pro-active</a:t>
            </a:r>
          </a:p>
          <a:p>
            <a:pPr lvl="1">
              <a:lnSpc>
                <a:spcPct val="150000"/>
              </a:lnSpc>
            </a:pPr>
            <a:r>
              <a:rPr lang="en-GB" sz="1400" dirty="0" smtClean="0"/>
              <a:t>Immediate action when required</a:t>
            </a:r>
          </a:p>
          <a:p>
            <a:pPr>
              <a:spcBef>
                <a:spcPts val="0"/>
              </a:spcBef>
              <a:buNone/>
            </a:pPr>
            <a:endParaRPr lang="en-GB" b="1" i="1" dirty="0" smtClean="0"/>
          </a:p>
          <a:p>
            <a:pPr>
              <a:buNone/>
            </a:pPr>
            <a:r>
              <a:rPr lang="en-GB" b="1" i="1" dirty="0" smtClean="0"/>
              <a:t>Evaluetor</a:t>
            </a:r>
            <a:r>
              <a:rPr lang="en-GB" b="1" i="1" baseline="30000" dirty="0" smtClean="0"/>
              <a:t>©</a:t>
            </a:r>
            <a:r>
              <a:rPr lang="en-GB" b="1" i="1" dirty="0" smtClean="0"/>
              <a:t> </a:t>
            </a:r>
            <a:r>
              <a:rPr lang="en-GB" b="1" i="1" dirty="0"/>
              <a:t>makes complex business relationships transparent, measurable and </a:t>
            </a:r>
            <a:r>
              <a:rPr lang="en-GB" b="1" i="1" dirty="0" smtClean="0"/>
              <a:t>actionable </a:t>
            </a:r>
            <a:endParaRPr lang="en-GB" b="1" i="1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10" name="Freeform 9"/>
          <p:cNvSpPr/>
          <p:nvPr/>
        </p:nvSpPr>
        <p:spPr>
          <a:xfrm>
            <a:off x="827480" y="5296186"/>
            <a:ext cx="3354592" cy="869194"/>
          </a:xfrm>
          <a:custGeom>
            <a:avLst/>
            <a:gdLst>
              <a:gd name="connsiteX0" fmla="*/ 0 w 2994542"/>
              <a:gd name="connsiteY0" fmla="*/ 0 h 653164"/>
              <a:gd name="connsiteX1" fmla="*/ 2994542 w 2994542"/>
              <a:gd name="connsiteY1" fmla="*/ 0 h 653164"/>
              <a:gd name="connsiteX2" fmla="*/ 2994542 w 2994542"/>
              <a:gd name="connsiteY2" fmla="*/ 653164 h 653164"/>
              <a:gd name="connsiteX3" fmla="*/ 0 w 2994542"/>
              <a:gd name="connsiteY3" fmla="*/ 653164 h 653164"/>
              <a:gd name="connsiteX4" fmla="*/ 0 w 2994542"/>
              <a:gd name="connsiteY4" fmla="*/ 0 h 65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4542" h="653164">
                <a:moveTo>
                  <a:pt x="0" y="0"/>
                </a:moveTo>
                <a:lnTo>
                  <a:pt x="2994542" y="0"/>
                </a:lnTo>
                <a:lnTo>
                  <a:pt x="2994542" y="653164"/>
                </a:lnTo>
                <a:lnTo>
                  <a:pt x="0" y="65316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0" vert="horz" wrap="square" lIns="78232" tIns="13970" rIns="78232" bIns="13970" numCol="1" spcCol="1270" anchor="ctr" anchorCtr="0">
            <a:noAutofit/>
          </a:bodyPr>
          <a:lstStyle/>
          <a:p>
            <a:pPr lvl="0" algn="ctr" defTabSz="466725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400" kern="1200" dirty="0" smtClean="0">
                <a:solidFill>
                  <a:schemeClr val="bg1">
                    <a:lumMod val="50000"/>
                  </a:schemeClr>
                </a:solidFill>
              </a:rPr>
              <a:t>Proven concepts converted in solid repeatable solutions</a:t>
            </a:r>
            <a:endParaRPr lang="nl-NL" sz="1400" kern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4474555" y="5296186"/>
            <a:ext cx="3354592" cy="869194"/>
          </a:xfrm>
          <a:custGeom>
            <a:avLst/>
            <a:gdLst>
              <a:gd name="connsiteX0" fmla="*/ 0 w 2994542"/>
              <a:gd name="connsiteY0" fmla="*/ 0 h 653164"/>
              <a:gd name="connsiteX1" fmla="*/ 2994542 w 2994542"/>
              <a:gd name="connsiteY1" fmla="*/ 0 h 653164"/>
              <a:gd name="connsiteX2" fmla="*/ 2994542 w 2994542"/>
              <a:gd name="connsiteY2" fmla="*/ 653164 h 653164"/>
              <a:gd name="connsiteX3" fmla="*/ 0 w 2994542"/>
              <a:gd name="connsiteY3" fmla="*/ 653164 h 653164"/>
              <a:gd name="connsiteX4" fmla="*/ 0 w 2994542"/>
              <a:gd name="connsiteY4" fmla="*/ 0 h 65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4542" h="653164">
                <a:moveTo>
                  <a:pt x="0" y="0"/>
                </a:moveTo>
                <a:lnTo>
                  <a:pt x="2994542" y="0"/>
                </a:lnTo>
                <a:lnTo>
                  <a:pt x="2994542" y="653164"/>
                </a:lnTo>
                <a:lnTo>
                  <a:pt x="0" y="65316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0" vert="horz" wrap="square" lIns="78232" tIns="13970" rIns="78232" bIns="13970" numCol="1" spcCol="1270" anchor="ctr" anchorCtr="0">
            <a:noAutofit/>
          </a:bodyPr>
          <a:lstStyle/>
          <a:p>
            <a:pPr lvl="0" algn="ctr" defTabSz="466725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400" kern="1200" dirty="0" smtClean="0">
                <a:solidFill>
                  <a:schemeClr val="bg1">
                    <a:lumMod val="50000"/>
                  </a:schemeClr>
                </a:solidFill>
              </a:rPr>
              <a:t>Designed to manage geographically dispersed organisations</a:t>
            </a:r>
            <a:endParaRPr lang="nl-NL" sz="1400" kern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80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Introducing the Evaluetor</a:t>
            </a:r>
            <a:r>
              <a:rPr lang="en-GB" sz="2800" baseline="30000" dirty="0" smtClean="0"/>
              <a:t>©</a:t>
            </a:r>
            <a:r>
              <a:rPr lang="en-GB" sz="2800" dirty="0" smtClean="0"/>
              <a:t> </a:t>
            </a:r>
            <a:r>
              <a:rPr lang="en-GB" sz="2800" dirty="0"/>
              <a:t>C</a:t>
            </a:r>
            <a:r>
              <a:rPr lang="en-GB" sz="2800" dirty="0" smtClean="0"/>
              <a:t>oncept</a:t>
            </a:r>
            <a:endParaRPr lang="en-GB" sz="2800" dirty="0"/>
          </a:p>
        </p:txBody>
      </p:sp>
      <p:grpSp>
        <p:nvGrpSpPr>
          <p:cNvPr id="17" name="Groep 26"/>
          <p:cNvGrpSpPr/>
          <p:nvPr/>
        </p:nvGrpSpPr>
        <p:grpSpPr>
          <a:xfrm>
            <a:off x="526636" y="1052670"/>
            <a:ext cx="8077924" cy="5181357"/>
            <a:chOff x="0" y="812802"/>
            <a:chExt cx="9121434" cy="5853285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46393" y="4657752"/>
              <a:ext cx="628650" cy="200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46317" y="2548407"/>
              <a:ext cx="628650" cy="200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Oval 25"/>
            <p:cNvSpPr/>
            <p:nvPr/>
          </p:nvSpPr>
          <p:spPr bwMode="auto">
            <a:xfrm>
              <a:off x="0" y="3129845"/>
              <a:ext cx="1930400" cy="1219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GB" sz="1100" dirty="0" smtClean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Contract</a:t>
              </a:r>
            </a:p>
            <a:p>
              <a:pPr algn="ctr"/>
              <a:r>
                <a:rPr lang="en-GB" sz="1100" dirty="0" smtClean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Management</a:t>
              </a:r>
            </a:p>
          </p:txBody>
        </p:sp>
        <p:sp>
          <p:nvSpPr>
            <p:cNvPr id="27" name="Flowchart: Decision 8"/>
            <p:cNvSpPr/>
            <p:nvPr/>
          </p:nvSpPr>
          <p:spPr bwMode="auto">
            <a:xfrm>
              <a:off x="1907001" y="3479801"/>
              <a:ext cx="1388534" cy="519289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0" tIns="45720" rIns="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C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ontract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P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erformance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I</a:t>
              </a:r>
              <a:r>
                <a:rPr lang="en-GB" sz="900" dirty="0" smtClean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nd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icators</a:t>
              </a:r>
            </a:p>
          </p:txBody>
        </p:sp>
        <p:sp>
          <p:nvSpPr>
            <p:cNvPr id="32" name="Oval 31"/>
            <p:cNvSpPr/>
            <p:nvPr/>
          </p:nvSpPr>
          <p:spPr bwMode="auto">
            <a:xfrm>
              <a:off x="3585890" y="812802"/>
              <a:ext cx="1930400" cy="1219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1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Delivery (SLA) &amp; </a:t>
              </a:r>
              <a:r>
                <a:rPr lang="en-GB" sz="1100" dirty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P</a:t>
              </a:r>
              <a:r>
                <a:rPr kumimoji="0" lang="en-GB" sz="11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rojects Performance</a:t>
              </a: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3595518" y="5446887"/>
              <a:ext cx="1930400" cy="1219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1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Improvement Management</a:t>
              </a:r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7191034" y="3129845"/>
              <a:ext cx="1930400" cy="1219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GB" sz="11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Relationship </a:t>
              </a:r>
              <a:r>
                <a:rPr lang="en-GB" sz="1100" dirty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Management</a:t>
              </a:r>
              <a:endParaRPr kumimoji="0" lang="en-GB" sz="11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35" name="Flowchart: Decision 22"/>
            <p:cNvSpPr/>
            <p:nvPr/>
          </p:nvSpPr>
          <p:spPr bwMode="auto">
            <a:xfrm>
              <a:off x="3866451" y="2044864"/>
              <a:ext cx="1388534" cy="519289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0" tIns="45720" rIns="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S</a:t>
              </a:r>
              <a:r>
                <a:rPr lang="en-GB" sz="900" dirty="0" smtClean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ervice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P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erformance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I</a:t>
              </a:r>
              <a:r>
                <a:rPr lang="en-GB" sz="900" dirty="0" smtClean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nd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icators</a:t>
              </a:r>
            </a:p>
          </p:txBody>
        </p:sp>
        <p:sp>
          <p:nvSpPr>
            <p:cNvPr id="37" name="Flowchart: Decision 23"/>
            <p:cNvSpPr/>
            <p:nvPr/>
          </p:nvSpPr>
          <p:spPr bwMode="auto">
            <a:xfrm>
              <a:off x="5825901" y="3479801"/>
              <a:ext cx="1388534" cy="519289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0" tIns="45720" rIns="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K</a:t>
              </a:r>
              <a:r>
                <a:rPr lang="en-GB" sz="900" dirty="0" smtClean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ey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P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erformance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I</a:t>
              </a:r>
              <a:r>
                <a:rPr lang="en-GB" sz="900" dirty="0" smtClean="0">
                  <a:solidFill>
                    <a:schemeClr val="tx2"/>
                  </a:solidFill>
                  <a:latin typeface="Verdana" pitchFamily="34" charset="0"/>
                  <a:cs typeface="Arial" charset="0"/>
                </a:rPr>
                <a:t>nd</a:t>
              </a:r>
              <a:r>
                <a:rPr kumimoji="0" lang="en-GB" sz="900" b="0" i="0" u="none" strike="noStrike" cap="none" normalizeH="0" baseline="0" dirty="0" smtClean="0">
                  <a:ln>
                    <a:noFill/>
                  </a:ln>
                  <a:solidFill>
                    <a:schemeClr val="tx2"/>
                  </a:solidFill>
                  <a:effectLst/>
                  <a:latin typeface="Verdana" pitchFamily="34" charset="0"/>
                  <a:cs typeface="Arial" charset="0"/>
                </a:rPr>
                <a:t>icators</a:t>
              </a:r>
            </a:p>
          </p:txBody>
        </p:sp>
        <p:sp>
          <p:nvSpPr>
            <p:cNvPr id="38" name="Flowchart: Decision 24"/>
            <p:cNvSpPr/>
            <p:nvPr/>
          </p:nvSpPr>
          <p:spPr bwMode="auto">
            <a:xfrm>
              <a:off x="3866451" y="4851982"/>
              <a:ext cx="1388534" cy="584553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none" lIns="0" tIns="45720" rIns="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I</a:t>
              </a:r>
              <a:r>
                <a:rPr lang="en-GB" sz="900" dirty="0" smtClean="0">
                  <a:solidFill>
                    <a:schemeClr val="tx1"/>
                  </a:solidFill>
                  <a:latin typeface="Verdana" pitchFamily="34" charset="0"/>
                  <a:cs typeface="Arial" charset="0"/>
                </a:rPr>
                <a:t>mprovement</a:t>
              </a:r>
              <a:r>
                <a:rPr kumimoji="0" lang="en-GB" sz="9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charset="0"/>
                </a:rPr>
                <a:t>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S</a:t>
              </a:r>
              <a:r>
                <a:rPr kumimoji="0" lang="en-GB" sz="9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charset="0"/>
                </a:rPr>
                <a:t>tatus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9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  <a:cs typeface="Arial" charset="0"/>
                </a:rPr>
                <a:t>I</a:t>
              </a:r>
              <a:r>
                <a:rPr kumimoji="0" lang="en-GB" sz="9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charset="0"/>
                </a:rPr>
                <a:t>ndicator</a:t>
              </a:r>
            </a:p>
          </p:txBody>
        </p:sp>
        <p:pic>
          <p:nvPicPr>
            <p:cNvPr id="3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5400000">
              <a:off x="5434963" y="3639433"/>
              <a:ext cx="628650" cy="200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Quad Arrow Callout 39"/>
            <p:cNvSpPr/>
            <p:nvPr/>
          </p:nvSpPr>
          <p:spPr bwMode="auto">
            <a:xfrm>
              <a:off x="3448762" y="2774245"/>
              <a:ext cx="2223912" cy="1930400"/>
            </a:xfrm>
            <a:prstGeom prst="quadArrowCallout">
              <a:avLst>
                <a:gd name="adj1" fmla="val 0"/>
                <a:gd name="adj2" fmla="val 5065"/>
                <a:gd name="adj3" fmla="val 19685"/>
                <a:gd name="adj4" fmla="val 48123"/>
              </a:avLst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GB" sz="1100" dirty="0" smtClean="0">
                  <a:solidFill>
                    <a:schemeClr val="tx2"/>
                  </a:solidFill>
                </a:rPr>
                <a:t>Contract</a:t>
              </a:r>
            </a:p>
            <a:p>
              <a:pPr algn="ctr"/>
              <a:r>
                <a:rPr lang="en-GB" sz="1100" dirty="0" smtClean="0">
                  <a:solidFill>
                    <a:schemeClr val="tx2"/>
                  </a:solidFill>
                </a:rPr>
                <a:t>Event </a:t>
              </a:r>
            </a:p>
            <a:p>
              <a:pPr algn="ctr"/>
              <a:r>
                <a:rPr lang="en-GB" sz="1100" dirty="0" smtClean="0">
                  <a:solidFill>
                    <a:schemeClr val="tx2"/>
                  </a:solidFill>
                </a:rPr>
                <a:t>Action</a:t>
              </a:r>
            </a:p>
            <a:p>
              <a:pPr algn="ctr"/>
              <a:r>
                <a:rPr lang="en-GB" sz="1100" dirty="0" smtClean="0">
                  <a:solidFill>
                    <a:schemeClr val="tx2"/>
                  </a:solidFill>
                </a:rPr>
                <a:t>Log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1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pic>
          <p:nvPicPr>
            <p:cNvPr id="4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5400000">
              <a:off x="3057824" y="3639433"/>
              <a:ext cx="628650" cy="200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9191" y="3210235"/>
              <a:ext cx="1223798" cy="1058420"/>
            </a:xfrm>
            <a:prstGeom prst="rect">
              <a:avLst/>
            </a:prstGeom>
          </p:spPr>
        </p:pic>
        <p:sp>
          <p:nvSpPr>
            <p:cNvPr id="43" name="Pijl omlaag 16"/>
            <p:cNvSpPr/>
            <p:nvPr/>
          </p:nvSpPr>
          <p:spPr bwMode="auto">
            <a:xfrm>
              <a:off x="76200" y="1447800"/>
              <a:ext cx="1981200" cy="1600200"/>
            </a:xfrm>
            <a:prstGeom prst="downArrow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nl-NL" sz="11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44" name="Tekstvak 17"/>
            <p:cNvSpPr txBox="1"/>
            <p:nvPr/>
          </p:nvSpPr>
          <p:spPr>
            <a:xfrm>
              <a:off x="427447" y="2254776"/>
              <a:ext cx="1365162" cy="3476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 smtClean="0">
                  <a:solidFill>
                    <a:srgbClr val="FF0000"/>
                  </a:solidFill>
                </a:rPr>
                <a:t>initial focus</a:t>
              </a:r>
              <a:endParaRPr lang="nl-NL" sz="14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45" name="Picture 2" descr="_1_058FCAA8058FC644003ACFBAC1257A2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170" y="1498306"/>
            <a:ext cx="1760520" cy="418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18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59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6786"/>
          </a:xfrm>
        </p:spPr>
        <p:txBody>
          <a:bodyPr/>
          <a:lstStyle/>
          <a:p>
            <a:r>
              <a:rPr lang="en-GB" sz="2800" dirty="0" smtClean="0"/>
              <a:t> Evaluetor</a:t>
            </a:r>
            <a:r>
              <a:rPr lang="en-GB" sz="2800" baseline="30000" dirty="0" smtClean="0"/>
              <a:t>©</a:t>
            </a:r>
            <a:r>
              <a:rPr lang="en-GB" sz="2800" dirty="0" smtClean="0"/>
              <a:t>:</a:t>
            </a:r>
            <a:r>
              <a:rPr lang="en-US" sz="2800" dirty="0" smtClean="0"/>
              <a:t> </a:t>
            </a:r>
            <a:r>
              <a:rPr lang="en-GB" sz="2800" dirty="0" smtClean="0"/>
              <a:t>Continuous </a:t>
            </a:r>
            <a:r>
              <a:rPr lang="en-GB" sz="2800" dirty="0"/>
              <a:t>I</a:t>
            </a:r>
            <a:r>
              <a:rPr lang="en-GB" sz="2800" dirty="0" smtClean="0"/>
              <a:t>mprovement </a:t>
            </a:r>
            <a:r>
              <a:rPr lang="en-GB" sz="2800" dirty="0"/>
              <a:t>P</a:t>
            </a:r>
            <a:r>
              <a:rPr lang="en-GB" sz="2800" dirty="0" smtClean="0"/>
              <a:t>rocess</a:t>
            </a:r>
            <a:endParaRPr lang="en-GB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55729" y="620610"/>
            <a:ext cx="882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 smtClean="0">
                <a:latin typeface="Calibri" pitchFamily="34" charset="0"/>
                <a:cs typeface="Calibri" pitchFamily="34" charset="0"/>
              </a:rPr>
              <a:t>This will bring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 insight and visibility on the quality of your services and perceived value </a:t>
            </a:r>
          </a:p>
        </p:txBody>
      </p:sp>
      <p:sp>
        <p:nvSpPr>
          <p:cNvPr id="48" name="7-Point Star 47"/>
          <p:cNvSpPr/>
          <p:nvPr/>
        </p:nvSpPr>
        <p:spPr bwMode="auto">
          <a:xfrm>
            <a:off x="6769100" y="3422650"/>
            <a:ext cx="1171575" cy="1301750"/>
          </a:xfrm>
          <a:prstGeom prst="star7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nl-NL" sz="4400" dirty="0"/>
          </a:p>
        </p:txBody>
      </p:sp>
      <p:sp>
        <p:nvSpPr>
          <p:cNvPr id="49" name="AutoShape 3"/>
          <p:cNvSpPr>
            <a:spLocks noChangeAspect="1" noChangeArrowheads="1"/>
          </p:cNvSpPr>
          <p:nvPr/>
        </p:nvSpPr>
        <p:spPr bwMode="auto">
          <a:xfrm>
            <a:off x="3870325" y="2890838"/>
            <a:ext cx="170815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72250" y="2700203"/>
            <a:ext cx="2611390" cy="13849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Blip>
                <a:blip r:embed="rId3"/>
              </a:buBlip>
            </a:pP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More reliable outlook</a:t>
            </a:r>
          </a:p>
          <a:p>
            <a:pPr marL="285750" lvl="0" indent="-285750">
              <a:buBlip>
                <a:blip r:embed="rId3"/>
              </a:buBlip>
            </a:pP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Better contract performance</a:t>
            </a:r>
          </a:p>
          <a:p>
            <a:pPr marL="285750" lvl="0" indent="-285750">
              <a:buBlip>
                <a:blip r:embed="rId3"/>
              </a:buBlip>
            </a:pP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De-risked portfolio</a:t>
            </a:r>
          </a:p>
          <a:p>
            <a:pPr marL="285750" lvl="0" indent="-285750">
              <a:buBlip>
                <a:blip r:embed="rId3"/>
              </a:buBlip>
            </a:pP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More </a:t>
            </a: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</a:t>
            </a: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avings with existing suppliers</a:t>
            </a:r>
          </a:p>
          <a:p>
            <a:pPr marL="285750" lvl="0" indent="-285750">
              <a:buBlip>
                <a:blip r:embed="rId3"/>
              </a:buBlip>
            </a:pP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Decrease operational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284" y="1261954"/>
            <a:ext cx="5961258" cy="48474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Improved collaboration between </a:t>
            </a: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Contract Management and their Suppliers</a:t>
            </a:r>
            <a:endParaRPr lang="en-GB" sz="1400" dirty="0">
              <a:ln w="18415" cmpd="sng">
                <a:prstDash val="solid"/>
              </a:ln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Shared dash-boarding;</a:t>
            </a:r>
          </a:p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Focused on the </a:t>
            </a: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relationship;</a:t>
            </a:r>
            <a:endParaRPr lang="en-GB" sz="1400" dirty="0">
              <a:ln w="18415" cmpd="sng">
                <a:prstDash val="solid"/>
              </a:ln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Internal perception recording;</a:t>
            </a:r>
          </a:p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Transparent </a:t>
            </a: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Supplier </a:t>
            </a: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relationship with aligned expectations</a:t>
            </a: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Supplier performance </a:t>
            </a: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measurement;</a:t>
            </a:r>
          </a:p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Trusted relation</a:t>
            </a: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Early identification of issues and opportunities;</a:t>
            </a:r>
          </a:p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Making informed decisions</a:t>
            </a: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Pro-active </a:t>
            </a:r>
            <a:r>
              <a:rPr lang="en-GB" sz="1400" dirty="0" smtClean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global governance</a:t>
            </a: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;</a:t>
            </a:r>
          </a:p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Reliable revenue predictions;</a:t>
            </a: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Automated contract alerts;</a:t>
            </a:r>
          </a:p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One corporate “language”;</a:t>
            </a: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 performance indicator monitoring;</a:t>
            </a:r>
          </a:p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De-risked backlog</a:t>
            </a:r>
          </a:p>
          <a:p>
            <a:pPr marL="628650" lvl="1" indent="-171450"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>
                <a:ln w="18415" cmpd="sng">
                  <a:prstDash val="solid"/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Real time relationship monitoring.</a:t>
            </a:r>
          </a:p>
          <a:p>
            <a:pPr marL="171450" indent="-171450">
              <a:spcAft>
                <a:spcPts val="600"/>
              </a:spcAft>
              <a:buFont typeface="Arial" pitchFamily="34" charset="0"/>
              <a:buChar char="•"/>
            </a:pPr>
            <a:endParaRPr lang="en-GB" sz="5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19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017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 bwMode="auto">
          <a:xfrm>
            <a:off x="107380" y="1628750"/>
            <a:ext cx="4248590" cy="4536630"/>
          </a:xfrm>
          <a:prstGeom prst="roundRect">
            <a:avLst/>
          </a:prstGeom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4355970" y="1628750"/>
            <a:ext cx="4752659" cy="4536630"/>
          </a:xfrm>
          <a:prstGeom prst="roundRect">
            <a:avLst/>
          </a:prstGeom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How the Information Comes Together</a:t>
            </a:r>
            <a:endParaRPr lang="en-GB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288642" y="1628750"/>
            <a:ext cx="1267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itchFamily="34" charset="0"/>
                <a:cs typeface="Calibri" pitchFamily="34" charset="0"/>
              </a:rPr>
              <a:t>Perception based</a:t>
            </a:r>
          </a:p>
          <a:p>
            <a:endParaRPr lang="en-GB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5724160" y="1628750"/>
            <a:ext cx="849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latin typeface="Calibri" pitchFamily="34" charset="0"/>
                <a:cs typeface="Calibri" pitchFamily="34" charset="0"/>
              </a:rPr>
              <a:t>Fact based</a:t>
            </a:r>
            <a:endParaRPr lang="en-GB" sz="1200" dirty="0">
              <a:latin typeface="Calibri" pitchFamily="34" charset="0"/>
              <a:cs typeface="Calibri" pitchFamily="34" charset="0"/>
            </a:endParaRPr>
          </a:p>
          <a:p>
            <a:endParaRPr lang="en-GB" sz="12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20</a:t>
            </a:fld>
            <a:endParaRPr lang="nl-NL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024645669"/>
              </p:ext>
            </p:extLst>
          </p:nvPr>
        </p:nvGraphicFramePr>
        <p:xfrm>
          <a:off x="179390" y="764630"/>
          <a:ext cx="8754355" cy="5544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352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888523" y="1390650"/>
            <a:ext cx="3851031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nl-NL" sz="2000" b="1" dirty="0">
              <a:solidFill>
                <a:schemeClr val="tx2"/>
              </a:solidFill>
            </a:endParaRPr>
          </a:p>
        </p:txBody>
      </p:sp>
      <p:pic>
        <p:nvPicPr>
          <p:cNvPr id="12291" name="Picture 4" descr="scre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5" y="1196975"/>
            <a:ext cx="1406769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846" y="2057400"/>
            <a:ext cx="1617785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294" name="AutoShape 9"/>
          <p:cNvCxnSpPr>
            <a:cxnSpLocks noChangeShapeType="1"/>
          </p:cNvCxnSpPr>
          <p:nvPr/>
        </p:nvCxnSpPr>
        <p:spPr bwMode="auto">
          <a:xfrm>
            <a:off x="2110154" y="1752600"/>
            <a:ext cx="351692" cy="9413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295" name="AutoShape 10"/>
          <p:cNvCxnSpPr>
            <a:cxnSpLocks noChangeShapeType="1"/>
          </p:cNvCxnSpPr>
          <p:nvPr/>
        </p:nvCxnSpPr>
        <p:spPr bwMode="auto">
          <a:xfrm>
            <a:off x="4079631" y="2693988"/>
            <a:ext cx="492369" cy="9207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296" name="AutoShape 11"/>
          <p:cNvCxnSpPr>
            <a:cxnSpLocks noChangeShapeType="1"/>
          </p:cNvCxnSpPr>
          <p:nvPr/>
        </p:nvCxnSpPr>
        <p:spPr bwMode="auto">
          <a:xfrm>
            <a:off x="5978769" y="3614738"/>
            <a:ext cx="633046" cy="6238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9233" name="AutoShape 17"/>
          <p:cNvSpPr>
            <a:spLocks noChangeArrowheads="1"/>
          </p:cNvSpPr>
          <p:nvPr/>
        </p:nvSpPr>
        <p:spPr bwMode="auto">
          <a:xfrm>
            <a:off x="414704" y="3857625"/>
            <a:ext cx="1336431" cy="533400"/>
          </a:xfrm>
          <a:prstGeom prst="flowChartMultidocument">
            <a:avLst/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3" dist="53882" dir="13500000">
              <a:schemeClr val="bg2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GB" sz="1000" dirty="0" smtClean="0">
                <a:latin typeface="Tahoma" pitchFamily="34" charset="0"/>
                <a:ea typeface="ＭＳ Ｐゴシック" charset="-128"/>
                <a:cs typeface="+mn-cs"/>
              </a:rPr>
              <a:t>Contract documents</a:t>
            </a:r>
            <a:endParaRPr lang="en-GB" sz="1000" dirty="0">
              <a:latin typeface="Tahoma" pitchFamily="34" charset="0"/>
              <a:ea typeface="ＭＳ Ｐゴシック" charset="-128"/>
              <a:cs typeface="+mn-cs"/>
            </a:endParaRPr>
          </a:p>
        </p:txBody>
      </p:sp>
      <p:sp>
        <p:nvSpPr>
          <p:cNvPr id="12301" name="Line 18"/>
          <p:cNvSpPr>
            <a:spLocks noChangeShapeType="1"/>
          </p:cNvSpPr>
          <p:nvPr/>
        </p:nvSpPr>
        <p:spPr bwMode="auto">
          <a:xfrm>
            <a:off x="984738" y="4429125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2302" name="Rectangle 19"/>
          <p:cNvSpPr>
            <a:spLocks noChangeArrowheads="1"/>
          </p:cNvSpPr>
          <p:nvPr/>
        </p:nvSpPr>
        <p:spPr bwMode="auto">
          <a:xfrm>
            <a:off x="254978" y="5048251"/>
            <a:ext cx="1292469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z="1000" dirty="0" smtClean="0">
                <a:latin typeface="Tahoma" pitchFamily="34" charset="0"/>
              </a:rPr>
              <a:t>Scan and/or copy contract documents</a:t>
            </a:r>
            <a:r>
              <a:rPr lang="en-GB" sz="1000" dirty="0">
                <a:latin typeface="Tahoma" pitchFamily="34" charset="0"/>
              </a:rPr>
              <a:t> </a:t>
            </a:r>
            <a:r>
              <a:rPr lang="en-GB" sz="1000" dirty="0" smtClean="0">
                <a:latin typeface="Tahoma" pitchFamily="34" charset="0"/>
              </a:rPr>
              <a:t>into Evaluetor Document Library</a:t>
            </a:r>
            <a:endParaRPr lang="en-GB" sz="1000" dirty="0">
              <a:latin typeface="Tahoma" pitchFamily="34" charset="0"/>
            </a:endParaRPr>
          </a:p>
        </p:txBody>
      </p:sp>
      <p:sp>
        <p:nvSpPr>
          <p:cNvPr id="12303" name="Line 23"/>
          <p:cNvSpPr>
            <a:spLocks noChangeShapeType="1"/>
          </p:cNvSpPr>
          <p:nvPr/>
        </p:nvSpPr>
        <p:spPr bwMode="auto">
          <a:xfrm>
            <a:off x="1617785" y="4581525"/>
            <a:ext cx="0" cy="1066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2304" name="Line 24"/>
          <p:cNvSpPr>
            <a:spLocks noChangeShapeType="1"/>
          </p:cNvSpPr>
          <p:nvPr/>
        </p:nvSpPr>
        <p:spPr bwMode="auto">
          <a:xfrm>
            <a:off x="3235569" y="4581525"/>
            <a:ext cx="0" cy="1066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2305" name="Line 25"/>
          <p:cNvSpPr>
            <a:spLocks noChangeShapeType="1"/>
          </p:cNvSpPr>
          <p:nvPr/>
        </p:nvSpPr>
        <p:spPr bwMode="auto">
          <a:xfrm>
            <a:off x="4783015" y="4581525"/>
            <a:ext cx="0" cy="10668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2306" name="Line 26"/>
          <p:cNvSpPr>
            <a:spLocks noChangeShapeType="1"/>
          </p:cNvSpPr>
          <p:nvPr/>
        </p:nvSpPr>
        <p:spPr bwMode="auto">
          <a:xfrm>
            <a:off x="211015" y="5038725"/>
            <a:ext cx="6260123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2308" name="Line 28"/>
          <p:cNvSpPr>
            <a:spLocks noChangeShapeType="1"/>
          </p:cNvSpPr>
          <p:nvPr/>
        </p:nvSpPr>
        <p:spPr bwMode="auto">
          <a:xfrm flipH="1" flipV="1">
            <a:off x="2883877" y="4352925"/>
            <a:ext cx="0" cy="38100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562708" y="4657725"/>
            <a:ext cx="984738" cy="304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000" dirty="0" smtClean="0">
                <a:latin typeface="Tahoma" pitchFamily="34" charset="0"/>
                <a:ea typeface="ＭＳ Ｐゴシック" charset="-128"/>
                <a:cs typeface="+mn-cs"/>
              </a:rPr>
              <a:t>Digitise </a:t>
            </a:r>
            <a:endParaRPr lang="en-GB" sz="1000" dirty="0">
              <a:latin typeface="Tahoma" pitchFamily="34" charset="0"/>
              <a:ea typeface="ＭＳ Ｐゴシック" charset="-128"/>
              <a:cs typeface="+mn-cs"/>
            </a:endParaRPr>
          </a:p>
        </p:txBody>
      </p:sp>
      <p:sp>
        <p:nvSpPr>
          <p:cNvPr id="9246" name="Rectangle 30"/>
          <p:cNvSpPr>
            <a:spLocks noChangeArrowheads="1"/>
          </p:cNvSpPr>
          <p:nvPr/>
        </p:nvSpPr>
        <p:spPr bwMode="auto">
          <a:xfrm>
            <a:off x="1969477" y="4657725"/>
            <a:ext cx="914400" cy="304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000" dirty="0" smtClean="0">
                <a:latin typeface="Tahoma" pitchFamily="34" charset="0"/>
                <a:ea typeface="ＭＳ Ｐゴシック" charset="-128"/>
                <a:cs typeface="+mn-cs"/>
              </a:rPr>
              <a:t>Categorise    </a:t>
            </a:r>
            <a:endParaRPr lang="en-GB" sz="1000" dirty="0">
              <a:latin typeface="Tahoma" pitchFamily="34" charset="0"/>
              <a:ea typeface="ＭＳ Ｐゴシック" charset="-128"/>
              <a:cs typeface="+mn-cs"/>
            </a:endParaRPr>
          </a:p>
        </p:txBody>
      </p:sp>
      <p:sp>
        <p:nvSpPr>
          <p:cNvPr id="12311" name="Rectangle 31"/>
          <p:cNvSpPr>
            <a:spLocks noChangeArrowheads="1"/>
          </p:cNvSpPr>
          <p:nvPr/>
        </p:nvSpPr>
        <p:spPr bwMode="auto">
          <a:xfrm>
            <a:off x="3446585" y="4657725"/>
            <a:ext cx="984738" cy="304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1000" dirty="0">
                <a:latin typeface="Tahoma" pitchFamily="34" charset="0"/>
                <a:ea typeface="ＭＳ Ｐゴシック" charset="-128"/>
                <a:cs typeface="+mn-cs"/>
              </a:rPr>
              <a:t>Enrich</a:t>
            </a:r>
          </a:p>
        </p:txBody>
      </p:sp>
      <p:sp>
        <p:nvSpPr>
          <p:cNvPr id="12312" name="Rectangle 32"/>
          <p:cNvSpPr>
            <a:spLocks noChangeArrowheads="1"/>
          </p:cNvSpPr>
          <p:nvPr/>
        </p:nvSpPr>
        <p:spPr bwMode="auto">
          <a:xfrm>
            <a:off x="5064369" y="4657725"/>
            <a:ext cx="1195754" cy="304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1000" dirty="0">
                <a:latin typeface="Tahoma" pitchFamily="34" charset="0"/>
                <a:ea typeface="ＭＳ Ｐゴシック" charset="-128"/>
                <a:cs typeface="+mn-cs"/>
              </a:rPr>
              <a:t>Add Alerts</a:t>
            </a:r>
          </a:p>
        </p:txBody>
      </p:sp>
      <p:cxnSp>
        <p:nvCxnSpPr>
          <p:cNvPr id="12313" name="AutoShape 33"/>
          <p:cNvCxnSpPr>
            <a:cxnSpLocks noChangeShapeType="1"/>
            <a:stCxn id="9245" idx="3"/>
            <a:endCxn id="9246" idx="1"/>
          </p:cNvCxnSpPr>
          <p:nvPr/>
        </p:nvCxnSpPr>
        <p:spPr bwMode="auto">
          <a:xfrm>
            <a:off x="1547446" y="4810125"/>
            <a:ext cx="422031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314" name="AutoShape 34"/>
          <p:cNvCxnSpPr>
            <a:cxnSpLocks noChangeShapeType="1"/>
            <a:stCxn id="9246" idx="3"/>
            <a:endCxn id="12311" idx="1"/>
          </p:cNvCxnSpPr>
          <p:nvPr/>
        </p:nvCxnSpPr>
        <p:spPr bwMode="auto">
          <a:xfrm>
            <a:off x="2883877" y="4810125"/>
            <a:ext cx="56270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315" name="AutoShape 35"/>
          <p:cNvCxnSpPr>
            <a:cxnSpLocks noChangeShapeType="1"/>
            <a:stCxn id="12311" idx="3"/>
            <a:endCxn id="12312" idx="1"/>
          </p:cNvCxnSpPr>
          <p:nvPr/>
        </p:nvCxnSpPr>
        <p:spPr bwMode="auto">
          <a:xfrm>
            <a:off x="4431323" y="4810125"/>
            <a:ext cx="633046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2316" name="Rectangle 36"/>
          <p:cNvSpPr>
            <a:spLocks noChangeArrowheads="1"/>
          </p:cNvSpPr>
          <p:nvPr/>
        </p:nvSpPr>
        <p:spPr bwMode="auto">
          <a:xfrm>
            <a:off x="1688123" y="5010150"/>
            <a:ext cx="15474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z="1000" dirty="0" smtClean="0">
                <a:latin typeface="Tahoma" pitchFamily="34" charset="0"/>
              </a:rPr>
              <a:t>Electronically </a:t>
            </a:r>
            <a:r>
              <a:rPr lang="en-GB" sz="1000" dirty="0">
                <a:latin typeface="Tahoma" pitchFamily="34" charset="0"/>
              </a:rPr>
              <a:t>r</a:t>
            </a:r>
            <a:r>
              <a:rPr lang="en-GB" sz="1000" dirty="0" smtClean="0">
                <a:latin typeface="Tahoma" pitchFamily="34" charset="0"/>
              </a:rPr>
              <a:t>elate contracts and associated schedules per relation</a:t>
            </a:r>
            <a:endParaRPr lang="en-GB" sz="1000" dirty="0">
              <a:latin typeface="Tahoma" pitchFamily="34" charset="0"/>
            </a:endParaRPr>
          </a:p>
          <a:p>
            <a:pPr>
              <a:buFontTx/>
              <a:buChar char="•"/>
            </a:pPr>
            <a:endParaRPr lang="en-GB" sz="1000" dirty="0">
              <a:latin typeface="Tahoma" pitchFamily="34" charset="0"/>
            </a:endParaRPr>
          </a:p>
        </p:txBody>
      </p:sp>
      <p:sp>
        <p:nvSpPr>
          <p:cNvPr id="12317" name="Rectangle 37"/>
          <p:cNvSpPr>
            <a:spLocks noChangeArrowheads="1"/>
          </p:cNvSpPr>
          <p:nvPr/>
        </p:nvSpPr>
        <p:spPr bwMode="auto">
          <a:xfrm>
            <a:off x="3235569" y="5038725"/>
            <a:ext cx="147710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z="1000" dirty="0" smtClean="0">
                <a:latin typeface="Tahoma" pitchFamily="34" charset="0"/>
              </a:rPr>
              <a:t>Add first level information like end date, type of services, etc. </a:t>
            </a:r>
            <a:endParaRPr lang="en-GB" sz="1000" dirty="0">
              <a:solidFill>
                <a:srgbClr val="EAEAEA"/>
              </a:solidFill>
              <a:latin typeface="Tahoma" pitchFamily="34" charset="0"/>
            </a:endParaRPr>
          </a:p>
          <a:p>
            <a:endParaRPr lang="en-GB" sz="1200" dirty="0">
              <a:solidFill>
                <a:srgbClr val="EAEAEA"/>
              </a:solidFill>
              <a:latin typeface="Tahoma" pitchFamily="34" charset="0"/>
            </a:endParaRPr>
          </a:p>
          <a:p>
            <a:pPr>
              <a:buFontTx/>
              <a:buChar char="•"/>
            </a:pPr>
            <a:endParaRPr lang="en-GB" sz="1400" dirty="0">
              <a:solidFill>
                <a:srgbClr val="EAEAEA"/>
              </a:solidFill>
              <a:latin typeface="Tahoma" pitchFamily="34" charset="0"/>
            </a:endParaRPr>
          </a:p>
        </p:txBody>
      </p:sp>
      <p:sp>
        <p:nvSpPr>
          <p:cNvPr id="12318" name="Rectangle 38"/>
          <p:cNvSpPr>
            <a:spLocks noChangeArrowheads="1"/>
          </p:cNvSpPr>
          <p:nvPr/>
        </p:nvSpPr>
        <p:spPr bwMode="auto">
          <a:xfrm>
            <a:off x="4983041" y="5029201"/>
            <a:ext cx="1456592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z="1000" dirty="0" smtClean="0">
                <a:latin typeface="Tahoma" pitchFamily="34" charset="0"/>
              </a:rPr>
              <a:t>Add contract specific information that is required to manage the contract more effectively </a:t>
            </a:r>
            <a:endParaRPr lang="en-GB" sz="1000" dirty="0">
              <a:latin typeface="Tahoma" pitchFamily="34" charset="0"/>
            </a:endParaRPr>
          </a:p>
        </p:txBody>
      </p:sp>
      <p:pic>
        <p:nvPicPr>
          <p:cNvPr id="12319" name="Picture 1" descr="Pag-2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166" y="3059114"/>
            <a:ext cx="1693985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5908431" y="2667000"/>
            <a:ext cx="1828800" cy="838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900" b="1" dirty="0" smtClean="0">
                <a:latin typeface="Tahoma" pitchFamily="34" charset="0"/>
                <a:ea typeface="ＭＳ Ｐゴシック" charset="-128"/>
                <a:cs typeface="+mn-cs"/>
              </a:rPr>
              <a:t>Analyse contract clauses and register relevant Alerts</a:t>
            </a:r>
            <a:endParaRPr lang="en-GB" sz="900" b="1" dirty="0">
              <a:latin typeface="Tahoma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 smtClean="0"/>
              <a:t>How to </a:t>
            </a:r>
            <a:r>
              <a:rPr lang="en-GB" sz="2400" dirty="0"/>
              <a:t>G</a:t>
            </a:r>
            <a:r>
              <a:rPr lang="en-GB" sz="2400" dirty="0" smtClean="0"/>
              <a:t>et </a:t>
            </a:r>
            <a:r>
              <a:rPr lang="en-GB" sz="2400" dirty="0"/>
              <a:t>Y</a:t>
            </a:r>
            <a:r>
              <a:rPr lang="en-GB" sz="2400" dirty="0" smtClean="0"/>
              <a:t>our </a:t>
            </a:r>
            <a:r>
              <a:rPr lang="en-GB" sz="2400" dirty="0"/>
              <a:t>E</a:t>
            </a:r>
            <a:r>
              <a:rPr lang="en-GB" sz="2400" dirty="0" smtClean="0"/>
              <a:t>xisting Contracts into Evaluetor</a:t>
            </a:r>
            <a:r>
              <a:rPr lang="en-GB" sz="2400" baseline="30000" dirty="0" smtClean="0"/>
              <a:t>©</a:t>
            </a:r>
            <a:endParaRPr lang="en-GB" sz="2400" baseline="30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933" y="1577976"/>
            <a:ext cx="1133435" cy="54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n 3"/>
          <p:cNvSpPr/>
          <p:nvPr/>
        </p:nvSpPr>
        <p:spPr bwMode="auto">
          <a:xfrm>
            <a:off x="2461845" y="3722099"/>
            <a:ext cx="773723" cy="683418"/>
          </a:xfrm>
          <a:prstGeom prst="can">
            <a:avLst/>
          </a:prstGeom>
          <a:gradFill flip="none" rotWithShape="1">
            <a:gsLst>
              <a:gs pos="0">
                <a:schemeClr val="accent1"/>
              </a:gs>
              <a:gs pos="67000">
                <a:srgbClr val="FFFFFF"/>
              </a:gs>
              <a:gs pos="100000">
                <a:schemeClr val="accent1"/>
              </a:gs>
            </a:gsLst>
            <a:lin ang="10800000" scaled="1"/>
            <a:tileRect/>
          </a:gra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1100" dirty="0">
                <a:latin typeface="Tahoma" pitchFamily="34" charset="0"/>
                <a:ea typeface="ＭＳ Ｐゴシック" charset="-128"/>
              </a:rPr>
              <a:t>Evaluetor</a:t>
            </a:r>
          </a:p>
          <a:p>
            <a:pPr algn="ctr">
              <a:defRPr/>
            </a:pPr>
            <a:r>
              <a:rPr lang="en-US" sz="1100" dirty="0">
                <a:latin typeface="Tahoma" pitchFamily="34" charset="0"/>
                <a:ea typeface="ＭＳ Ｐゴシック" charset="-128"/>
              </a:rPr>
              <a:t>DB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883877" y="2223294"/>
            <a:ext cx="1112043" cy="931069"/>
          </a:xfrm>
          <a:prstGeom prst="rect">
            <a:avLst/>
          </a:prstGeom>
          <a:noFill/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1758462" y="1196975"/>
            <a:ext cx="1969477" cy="7620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900" b="1" dirty="0" smtClean="0">
                <a:latin typeface="Tahoma" pitchFamily="34" charset="0"/>
                <a:ea typeface="ＭＳ Ｐゴシック" charset="-128"/>
                <a:cs typeface="+mn-cs"/>
              </a:rPr>
              <a:t>Contract documents are tagged with relationship attributes</a:t>
            </a:r>
            <a:endParaRPr lang="en-GB" sz="900" b="1" dirty="0">
              <a:latin typeface="Tahoma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436" y="2228904"/>
            <a:ext cx="1195274" cy="92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3868615" y="1676400"/>
            <a:ext cx="1758462" cy="7620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900" b="1" dirty="0" smtClean="0">
                <a:latin typeface="Tahoma" pitchFamily="34" charset="0"/>
                <a:ea typeface="ＭＳ Ｐゴシック" charset="-128"/>
                <a:cs typeface="+mn-cs"/>
              </a:rPr>
              <a:t>Enrich DB with contract details</a:t>
            </a:r>
            <a:endParaRPr lang="en-GB" sz="900" b="1" dirty="0">
              <a:latin typeface="Tahoma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90" y="3640465"/>
            <a:ext cx="1810767" cy="122873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21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861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 bwMode="auto">
          <a:xfrm>
            <a:off x="251400" y="3933070"/>
            <a:ext cx="8569190" cy="576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F246EE-A698-40F2-9104-E597CE2CF7A1}" type="slidenum">
              <a:rPr lang="nl-NL" smtClean="0"/>
              <a:pPr/>
              <a:t>22</a:t>
            </a:fld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9075" y="90488"/>
            <a:ext cx="8924925" cy="817562"/>
          </a:xfrm>
        </p:spPr>
        <p:txBody>
          <a:bodyPr/>
          <a:lstStyle/>
          <a:p>
            <a:r>
              <a:rPr lang="en-GB" sz="2800" dirty="0" smtClean="0"/>
              <a:t>Agenda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45865" y="1341438"/>
            <a:ext cx="7394575" cy="4154487"/>
          </a:xfrm>
        </p:spPr>
        <p:txBody>
          <a:bodyPr/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OGSM overview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Contract Management Scan - SCAN’s</a:t>
            </a:r>
            <a:endParaRPr lang="en-GB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Initiate </a:t>
            </a:r>
            <a:r>
              <a:rPr lang="en-US" sz="2400" dirty="0"/>
              <a:t>improvement programs per </a:t>
            </a:r>
            <a:r>
              <a:rPr lang="en-US" sz="2400" dirty="0" smtClean="0"/>
              <a:t>OpCo </a:t>
            </a:r>
            <a:endParaRPr lang="en-US" sz="2400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/>
              <a:t>Global Contract Management Solution</a:t>
            </a:r>
            <a:endParaRPr lang="en-GB" sz="2400" dirty="0" smtClean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GB" sz="2400" dirty="0" smtClean="0"/>
              <a:t>Next steps</a:t>
            </a:r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 smtClean="0"/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4559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Gain support of Ruth Bromley</a:t>
            </a:r>
          </a:p>
          <a:p>
            <a:r>
              <a:rPr lang="en-US" dirty="0" smtClean="0"/>
              <a:t>Meet with Frans Eusman to explain the proposal</a:t>
            </a:r>
          </a:p>
          <a:p>
            <a:r>
              <a:rPr lang="en-US" dirty="0" smtClean="0"/>
              <a:t>Start the Contract Management Scan (CMS) in NL – November 2012</a:t>
            </a:r>
          </a:p>
          <a:p>
            <a:r>
              <a:rPr lang="en-US" dirty="0" smtClean="0"/>
              <a:t>Prioritize performance improvement projects in NL</a:t>
            </a:r>
          </a:p>
          <a:p>
            <a:r>
              <a:rPr lang="en-US" dirty="0" smtClean="0"/>
              <a:t>Start NL improvement projects</a:t>
            </a:r>
          </a:p>
          <a:p>
            <a:r>
              <a:rPr lang="en-US" dirty="0" smtClean="0"/>
              <a:t>Start other OpCo’s CMS – January 2013</a:t>
            </a:r>
          </a:p>
          <a:p>
            <a:r>
              <a:rPr lang="en-US" dirty="0" smtClean="0"/>
              <a:t>Start NL Evaluetor implementation – January 2013</a:t>
            </a:r>
          </a:p>
          <a:p>
            <a:r>
              <a:rPr lang="en-US" dirty="0" smtClean="0"/>
              <a:t>Start other OpCo’s improvement projects – April 2013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Next Steps</a:t>
            </a: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4ED451-723F-4E8F-ACC5-3FD132FB63D8}" type="slidenum">
              <a:rPr lang="nl-NL" smtClean="0"/>
              <a:pPr/>
              <a:t>23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4142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Contact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1257" y="241662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dirty="0"/>
          </a:p>
        </p:txBody>
      </p:sp>
      <p:sp>
        <p:nvSpPr>
          <p:cNvPr id="8" name="Rectangle 7"/>
          <p:cNvSpPr/>
          <p:nvPr/>
        </p:nvSpPr>
        <p:spPr>
          <a:xfrm>
            <a:off x="436664" y="2432936"/>
            <a:ext cx="3058886" cy="2800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>Steve Koutros</a:t>
            </a:r>
          </a:p>
          <a:p>
            <a:endParaRPr lang="en-US" sz="1100" b="1" i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>Steven Visser</a:t>
            </a:r>
          </a:p>
          <a:p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/>
            </a:r>
            <a:b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>Managing Partners - Senority</a:t>
            </a:r>
            <a:b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/>
            </a:r>
            <a:b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Boompjes 680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3011 XZ Rotterdam</a:t>
            </a:r>
          </a:p>
          <a:p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The Netherlands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Tel: +31 (0) 10 217 0118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Fax: +31 (0) 10 213 0133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Mobile: +31 (0) 631003495</a:t>
            </a:r>
            <a:r>
              <a:rPr lang="en-US" sz="1100" dirty="0" smtClean="0">
                <a:solidFill>
                  <a:schemeClr val="bg2">
                    <a:lumMod val="75000"/>
                  </a:schemeClr>
                </a:solidFill>
              </a:rPr>
              <a:t/>
            </a:r>
            <a:br>
              <a:rPr lang="en-US" sz="1100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/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u="sng" dirty="0" smtClean="0">
                <a:solidFill>
                  <a:schemeClr val="bg2">
                    <a:lumMod val="75000"/>
                  </a:schemeClr>
                </a:solidFill>
                <a:hlinkClick r:id="rId3"/>
              </a:rPr>
              <a:t>Steven.Visser@senority.nl</a:t>
            </a: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u="sng" dirty="0" smtClean="0">
                <a:solidFill>
                  <a:schemeClr val="bg2">
                    <a:lumMod val="75000"/>
                  </a:schemeClr>
                </a:solidFill>
                <a:hlinkClick r:id="rId4"/>
              </a:rPr>
              <a:t>www.Senority.nl</a:t>
            </a: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endParaRPr lang="nl-NL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951514" y="1970314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44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11" name="Picture 10" descr="CRW_1570-PS-2 copy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508130" y="2432936"/>
            <a:ext cx="3290853" cy="219390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91C9B1A-F7CA-BD4A-8FA2-BF67501BBBD4}" type="slidenum">
              <a:rPr lang="nl-NL" smtClean="0"/>
              <a:t>24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9680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Informatcis Presentation">
  <a:themeElements>
    <a:clrScheme name="Informatcis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nformatcis Presentation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accent5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100" b="0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accent2">
              <a:lumMod val="75000"/>
            </a:schemeClr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</a:objectDefaults>
  <a:extraClrSchemeLst>
    <a:extraClrScheme>
      <a:clrScheme name="Informatcis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  <a:fontScheme name="Concours">
    <a:majorFont>
      <a:latin typeface="Lucida Sans Unicode"/>
      <a:ea typeface=""/>
      <a:cs typeface=""/>
      <a:font script="Jpan" typeface="ＭＳ Ｐゴシック"/>
      <a:font script="Hang" typeface="맑은 고딕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Uigh" typeface="Microsoft Uighur"/>
    </a:majorFont>
    <a:minorFont>
      <a:latin typeface="Lucida Sans Unicode"/>
      <a:ea typeface=""/>
      <a:cs typeface=""/>
      <a:font script="Jpan" typeface="ＭＳ Ｐゴシック"/>
      <a:font script="Hang" typeface="맑은 고딕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Uigh" typeface="Microsoft Uighur"/>
    </a:minorFont>
  </a:fontScheme>
  <a:fmtScheme name="Concours">
    <a:fillStyleLst>
      <a:solidFill>
        <a:schemeClr val="phClr"/>
      </a:solidFill>
      <a:gradFill rotWithShape="1">
        <a:gsLst>
          <a:gs pos="0">
            <a:schemeClr val="phClr">
              <a:tint val="62000"/>
              <a:satMod val="180000"/>
            </a:schemeClr>
          </a:gs>
          <a:gs pos="65000">
            <a:schemeClr val="phClr">
              <a:tint val="32000"/>
              <a:satMod val="250000"/>
            </a:schemeClr>
          </a:gs>
          <a:gs pos="100000">
            <a:schemeClr val="phClr">
              <a:tint val="23000"/>
              <a:satMod val="300000"/>
            </a:schemeClr>
          </a:gs>
        </a:gsLst>
        <a:lin ang="16200000" scaled="0"/>
      </a:gradFill>
      <a:gradFill rotWithShape="1">
        <a:gsLst>
          <a:gs pos="0">
            <a:schemeClr val="phClr">
              <a:shade val="15000"/>
              <a:satMod val="180000"/>
            </a:schemeClr>
          </a:gs>
          <a:gs pos="50000">
            <a:schemeClr val="phClr">
              <a:shade val="45000"/>
              <a:satMod val="170000"/>
            </a:schemeClr>
          </a:gs>
          <a:gs pos="70000">
            <a:schemeClr val="phClr">
              <a:tint val="99000"/>
              <a:shade val="65000"/>
              <a:satMod val="155000"/>
            </a:schemeClr>
          </a:gs>
          <a:gs pos="100000">
            <a:schemeClr val="phClr">
              <a:tint val="95500"/>
              <a:shade val="100000"/>
              <a:satMod val="15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/>
        </a:solidFill>
        <a:prstDash val="solid"/>
      </a:ln>
      <a:ln w="55000" cap="flat" cmpd="thickThin" algn="ctr">
        <a:solidFill>
          <a:schemeClr val="phClr"/>
        </a:solidFill>
        <a:prstDash val="solid"/>
      </a:ln>
      <a:ln w="63500" cap="flat" cmpd="thickThin" algn="ctr">
        <a:solidFill>
          <a:schemeClr val="phClr"/>
        </a:solidFill>
        <a:prstDash val="solid"/>
      </a:ln>
    </a:lnStyleLst>
    <a:effectStyleLst>
      <a:effectStyle>
        <a:effectLst>
          <a:outerShdw blurRad="50800" dist="381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50800" dist="381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phClr">
              <a:satMod val="30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55000"/>
              <a:satMod val="300000"/>
            </a:schemeClr>
          </a:gs>
          <a:gs pos="40000">
            <a:schemeClr val="phClr">
              <a:tint val="65000"/>
              <a:satMod val="300000"/>
            </a:schemeClr>
          </a:gs>
          <a:gs pos="100000">
            <a:schemeClr val="phClr">
              <a:shade val="65000"/>
              <a:satMod val="300000"/>
            </a:schemeClr>
          </a:gs>
        </a:gsLst>
        <a:path path="circle">
          <a:fillToRect l="65000" b="98000"/>
        </a:path>
      </a:gradFill>
      <a:blipFill>
        <a:blip xmlns:r="http://schemas.openxmlformats.org/officeDocument/2006/relationships" r:embed="rId1">
          <a:duotone>
            <a:schemeClr val="phClr">
              <a:shade val="60000"/>
              <a:satMod val="110000"/>
            </a:schemeClr>
            <a:schemeClr val="phClr">
              <a:tint val="95000"/>
            </a:schemeClr>
          </a:duotone>
        </a:blip>
        <a:tile tx="0" ty="0" sx="50000" sy="50000" flip="none" algn="tl"/>
      </a:blipFill>
    </a:bgFillStyleLst>
  </a:fmtScheme>
</a:themeOverride>
</file>

<file path=ppt/theme/themeOverride2.xml><?xml version="1.0" encoding="utf-8"?>
<a:themeOverride xmlns:a="http://schemas.openxmlformats.org/drawingml/2006/main">
  <a:clrScheme name="Informatcis Presentatio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Informatcis Presentation">
    <a:majorFont>
      <a:latin typeface="Verdana"/>
      <a:ea typeface=""/>
      <a:cs typeface="Arial"/>
    </a:majorFont>
    <a:minorFont>
      <a:latin typeface="Verdana"/>
      <a:ea typeface="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88FB67606634459286CAC51B15DC24" ma:contentTypeVersion="6" ma:contentTypeDescription="Create a new document." ma:contentTypeScope="" ma:versionID="32c842155b1c28f71118706dfd8a07bd">
  <xsd:schema xmlns:xsd="http://www.w3.org/2001/XMLSchema" xmlns:xs="http://www.w3.org/2001/XMLSchema" xmlns:p="http://schemas.microsoft.com/office/2006/metadata/properties" xmlns:ns2="http://schemas.microsoft.com/sharepoint/v3/fields" xmlns:ns3="571db7d5-d68e-4462-b2ba-832951d90f7c" targetNamespace="http://schemas.microsoft.com/office/2006/metadata/properties" ma:root="true" ma:fieldsID="fb219a9c5dbdfa73f54e55e30f1624cf" ns2:_="" ns3:_="">
    <xsd:import namespace="http://schemas.microsoft.com/sharepoint/v3/fields"/>
    <xsd:import namespace="571db7d5-d68e-4462-b2ba-832951d90f7c"/>
    <xsd:element name="properties">
      <xsd:complexType>
        <xsd:sequence>
          <xsd:element name="documentManagement">
            <xsd:complexType>
              <xsd:all>
                <xsd:element ref="ns2:_Version" minOccurs="0"/>
                <xsd:element ref="ns3:Document_x0020_Type" minOccurs="0"/>
                <xsd:element ref="ns3:Received" minOccurs="0"/>
                <xsd:element ref="ns3:Sent_x002f_Publish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1" nillable="true" ma:displayName="Version" ma:internalName="_Vers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db7d5-d68e-4462-b2ba-832951d90f7c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2" nillable="true" ma:displayName="Document Type" ma:format="Dropdown" ma:indexed="true" ma:internalName="Document_x0020_Type">
      <xsd:simpleType>
        <xsd:restriction base="dms:Choice">
          <xsd:enumeration value="Contract"/>
          <xsd:enumeration value="General info"/>
          <xsd:enumeration value="Meeting"/>
          <xsd:enumeration value="Proposal"/>
        </xsd:restriction>
      </xsd:simpleType>
    </xsd:element>
    <xsd:element name="Received" ma:index="3" nillable="true" ma:displayName="Received" ma:description="Date of receipt" ma:format="DateOnly" ma:internalName="Received">
      <xsd:simpleType>
        <xsd:restriction base="dms:DateTime"/>
      </xsd:simpleType>
    </xsd:element>
    <xsd:element name="Sent_x002f_Published" ma:index="4" nillable="true" ma:displayName="Sent/Published" ma:description="Date this document is send or published outside the organisation" ma:format="DateOnly" ma:internalName="Sent_x002f_Published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5" ma:displayName="Title"/>
        <xsd:element ref="dc:subject" minOccurs="0" maxOccurs="1"/>
        <xsd:element ref="dc:description" minOccurs="0" maxOccurs="1" ma:index="12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Sent_x002f_Published xmlns="571db7d5-d68e-4462-b2ba-832951d90f7c" xsi:nil="true"/>
    <Received xmlns="571db7d5-d68e-4462-b2ba-832951d90f7c" xsi:nil="true"/>
    <Document_x0020_Type xmlns="571db7d5-d68e-4462-b2ba-832951d90f7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09BF2B-60FC-438B-B891-D5A512821207}"/>
</file>

<file path=customXml/itemProps2.xml><?xml version="1.0" encoding="utf-8"?>
<ds:datastoreItem xmlns:ds="http://schemas.openxmlformats.org/officeDocument/2006/customXml" ds:itemID="{8B9EF9EC-55D6-4337-AEC1-9E6764C5225E}"/>
</file>

<file path=customXml/itemProps3.xml><?xml version="1.0" encoding="utf-8"?>
<ds:datastoreItem xmlns:ds="http://schemas.openxmlformats.org/officeDocument/2006/customXml" ds:itemID="{FB7C5CAC-C83F-44AD-996C-CC9FB45A84B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21441</TotalTime>
  <Words>1475</Words>
  <Application>Microsoft Office PowerPoint</Application>
  <PresentationFormat>On-screen Show (4:3)</PresentationFormat>
  <Paragraphs>339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MS PGothic</vt:lpstr>
      <vt:lpstr>MS PGothic</vt:lpstr>
      <vt:lpstr>Arial</vt:lpstr>
      <vt:lpstr>Calibri</vt:lpstr>
      <vt:lpstr>Lucida Sans Unicode</vt:lpstr>
      <vt:lpstr>Tahoma</vt:lpstr>
      <vt:lpstr>Verdana</vt:lpstr>
      <vt:lpstr>Wingdings</vt:lpstr>
      <vt:lpstr>Informatcis Presentation</vt:lpstr>
      <vt:lpstr>PowerPoint Presentation</vt:lpstr>
      <vt:lpstr>Agenda</vt:lpstr>
      <vt:lpstr>PowerPoint Presentation</vt:lpstr>
      <vt:lpstr>Agenda</vt:lpstr>
      <vt:lpstr>Objectives, Goals, Strategies and Measures (OGSM)</vt:lpstr>
      <vt:lpstr>OpCo Contract Management Lifecycle</vt:lpstr>
      <vt:lpstr>Agenda</vt:lpstr>
      <vt:lpstr>Objectives for Contract Management Netherlands</vt:lpstr>
      <vt:lpstr>Contract management Scan© Baseline for Measurement</vt:lpstr>
      <vt:lpstr>A Capability Maturity Model for Good Contract Management  Aligned with Heineken’s Plans</vt:lpstr>
      <vt:lpstr>The Questionnaire Drives Results</vt:lpstr>
      <vt:lpstr>Contract Management Scan©: The Results (example)</vt:lpstr>
      <vt:lpstr>Agenda</vt:lpstr>
      <vt:lpstr>Opportunities for Hard Cash</vt:lpstr>
      <vt:lpstr>Agenda</vt:lpstr>
      <vt:lpstr>Heineken Contract Management  Moving from Local to Global</vt:lpstr>
      <vt:lpstr>Measureable &amp; Achievable Improvements</vt:lpstr>
      <vt:lpstr>Introducing the Evaluetor© Concept</vt:lpstr>
      <vt:lpstr> Evaluetor©: Continuous Improvement Process</vt:lpstr>
      <vt:lpstr>How the Information Comes Together</vt:lpstr>
      <vt:lpstr>How to Get Your Existing Contracts into Evaluetor©</vt:lpstr>
      <vt:lpstr>Agenda</vt:lpstr>
      <vt:lpstr>Next Steps</vt:lpstr>
      <vt:lpstr>Contact</vt:lpstr>
    </vt:vector>
  </TitlesOfParts>
  <Manager/>
  <Company>Senority BV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Heineken Roadmap to Success</dc:title>
  <dc:subject>Contract Management</dc:subject>
  <dc:creator>Steven Visser and Steve Koutros</dc:creator>
  <cp:keywords/>
  <dc:description/>
  <cp:lastModifiedBy>Steven Visser</cp:lastModifiedBy>
  <cp:revision>930</cp:revision>
  <cp:lastPrinted>2012-06-25T10:08:03Z</cp:lastPrinted>
  <dcterms:created xsi:type="dcterms:W3CDTF">2009-06-02T08:52:51Z</dcterms:created>
  <dcterms:modified xsi:type="dcterms:W3CDTF">2013-05-13T08:27:12Z</dcterms:modified>
  <cp:category/>
  <cp:contentStatus>Approved for client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0x0101009D88FB67606634459286CAC51B15DC24</vt:lpwstr>
  </property>
  <property fmtid="{D5CDD505-2E9C-101B-9397-08002B2CF9AE}" pid="3" name="AddDocumentEventProcessedId">
    <vt:lpwstr>07c884e2-237a-4e02-81a0-3a4c61b08c4a</vt:lpwstr>
  </property>
  <property fmtid="{D5CDD505-2E9C-101B-9397-08002B2CF9AE}" pid="4" name="AutoVersionDisabled">
    <vt:lpwstr>0</vt:lpwstr>
  </property>
  <property fmtid="{D5CDD505-2E9C-101B-9397-08002B2CF9AE}" pid="5" name="ItemType">
    <vt:lpwstr>1</vt:lpwstr>
  </property>
  <property fmtid="{D5CDD505-2E9C-101B-9397-08002B2CF9AE}" pid="6" name="Order">
    <vt:lpwstr/>
  </property>
  <property fmtid="{D5CDD505-2E9C-101B-9397-08002B2CF9AE}" pid="7" name="MetaInfo">
    <vt:lpwstr/>
  </property>
  <property fmtid="{D5CDD505-2E9C-101B-9397-08002B2CF9AE}" pid="8" name="Description">
    <vt:lpwstr/>
  </property>
</Properties>
</file>